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9"/>
  </p:notesMasterIdLst>
  <p:sldIdLst>
    <p:sldId id="1286" r:id="rId2"/>
    <p:sldId id="1340" r:id="rId3"/>
    <p:sldId id="1341" r:id="rId4"/>
    <p:sldId id="1343" r:id="rId5"/>
    <p:sldId id="1342" r:id="rId6"/>
    <p:sldId id="1344" r:id="rId7"/>
    <p:sldId id="1345" r:id="rId8"/>
    <p:sldId id="1346" r:id="rId9"/>
    <p:sldId id="1316" r:id="rId10"/>
    <p:sldId id="1339" r:id="rId11"/>
    <p:sldId id="1323" r:id="rId12"/>
    <p:sldId id="1324" r:id="rId13"/>
    <p:sldId id="980" r:id="rId14"/>
    <p:sldId id="1092" r:id="rId15"/>
    <p:sldId id="1093" r:id="rId16"/>
    <p:sldId id="1317" r:id="rId17"/>
    <p:sldId id="1348" r:id="rId18"/>
    <p:sldId id="1318" r:id="rId19"/>
    <p:sldId id="1025" r:id="rId20"/>
    <p:sldId id="263" r:id="rId21"/>
    <p:sldId id="264" r:id="rId22"/>
    <p:sldId id="265" r:id="rId23"/>
    <p:sldId id="303" r:id="rId24"/>
    <p:sldId id="304" r:id="rId25"/>
    <p:sldId id="305" r:id="rId26"/>
    <p:sldId id="267" r:id="rId27"/>
    <p:sldId id="306" r:id="rId28"/>
    <p:sldId id="268" r:id="rId29"/>
    <p:sldId id="307" r:id="rId30"/>
    <p:sldId id="269" r:id="rId31"/>
    <p:sldId id="308" r:id="rId32"/>
    <p:sldId id="270" r:id="rId33"/>
    <p:sldId id="311" r:id="rId34"/>
    <p:sldId id="310" r:id="rId35"/>
    <p:sldId id="331" r:id="rId36"/>
    <p:sldId id="309" r:id="rId37"/>
    <p:sldId id="389" r:id="rId38"/>
    <p:sldId id="1032" r:id="rId39"/>
    <p:sldId id="339" r:id="rId40"/>
    <p:sldId id="1321" r:id="rId41"/>
    <p:sldId id="1325" r:id="rId42"/>
    <p:sldId id="1326" r:id="rId43"/>
    <p:sldId id="1334" r:id="rId44"/>
    <p:sldId id="1349" r:id="rId45"/>
    <p:sldId id="1329" r:id="rId46"/>
    <p:sldId id="1331" r:id="rId47"/>
    <p:sldId id="1330" r:id="rId48"/>
    <p:sldId id="1332" r:id="rId49"/>
    <p:sldId id="1347" r:id="rId50"/>
    <p:sldId id="1333" r:id="rId51"/>
    <p:sldId id="1337" r:id="rId52"/>
    <p:sldId id="1335" r:id="rId53"/>
    <p:sldId id="1336" r:id="rId54"/>
    <p:sldId id="1094" r:id="rId55"/>
    <p:sldId id="1095" r:id="rId56"/>
    <p:sldId id="1338" r:id="rId57"/>
    <p:sldId id="1319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82C"/>
    <a:srgbClr val="999C1C"/>
    <a:srgbClr val="779A1E"/>
    <a:srgbClr val="847A34"/>
    <a:srgbClr val="D0F204"/>
    <a:srgbClr val="820000"/>
    <a:srgbClr val="F4E802"/>
    <a:srgbClr val="CCCC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5607" autoAdjust="0"/>
  </p:normalViewPr>
  <p:slideViewPr>
    <p:cSldViewPr snapToGrid="0">
      <p:cViewPr varScale="1">
        <p:scale>
          <a:sx n="81" d="100"/>
          <a:sy n="81" d="100"/>
        </p:scale>
        <p:origin x="710" y="62"/>
      </p:cViewPr>
      <p:guideLst/>
    </p:cSldViewPr>
  </p:slideViewPr>
  <p:outlineViewPr>
    <p:cViewPr>
      <p:scale>
        <a:sx n="33" d="100"/>
        <a:sy n="33" d="100"/>
      </p:scale>
      <p:origin x="0" y="-902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333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9C704-B8F9-449B-B828-36D786A1FE7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4F452-85BD-4268-B680-C313DBFDC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3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4FB9D-FE32-4608-A322-879EB604C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BEF24-38DB-414B-9143-835F94C54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49D3D-74DA-4CF4-9D8A-35BEC589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3354E-A6F4-427B-8590-651B5149A961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2A6A3-4127-48D5-9784-9FE0EA9F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A031F-D251-4900-90B5-0DBC5EEB8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EBE43-81C5-C3A7-19B2-4AEF320C73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405" y="4369993"/>
            <a:ext cx="1676403" cy="1524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5FB429-4DC1-9EA8-5594-36E9029DC1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4754" y="5936692"/>
            <a:ext cx="2229706" cy="75785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AF2D39E-1CF2-6C35-A74E-C2E85F817FF0}"/>
              </a:ext>
            </a:extLst>
          </p:cNvPr>
          <p:cNvSpPr/>
          <p:nvPr userDrawn="1"/>
        </p:nvSpPr>
        <p:spPr>
          <a:xfrm>
            <a:off x="9442580" y="4170784"/>
            <a:ext cx="2674054" cy="2668555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3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083A-4E98-4B0F-9BE9-89B3801C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EDFED-B2F5-4E8E-B7CC-56CC10C1C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BC790-453E-4FDF-8576-041B1DF98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BC8FBAB-8131-440B-982D-5FFA7A53024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62B2A0C-160D-4C3F-905F-71AC952479CC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CD6FF50-33B5-48AA-9106-E41AD3A7C7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1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ACB5C-4D91-4CEE-A37D-A6D6EA775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2FF89-CC5E-4ECF-8587-C5477617E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5818F-79A2-4B99-9E93-0A0D3450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D71A2-20C8-4C48-A14D-C95C370BFB4B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0A171-786D-4212-94DA-A3B5DDCBE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C80CF-897E-4A36-9214-10EE125C5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47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B1A4-D1EF-45A3-9791-016116AF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615B-3F88-41CF-8B1F-20FB3C7BE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55" y="1105469"/>
            <a:ext cx="5915845" cy="5071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97195-09DC-40DF-8642-91B5CEAE2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105469"/>
            <a:ext cx="5915845" cy="5071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7FD46-DF3C-4CF1-8DB8-AE555EDA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683E-5062-4805-8E91-57F9EE69181E}" type="datetime1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A3C63-BDA7-4CD1-98D2-7B44F82B1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C5504-0686-44F8-A23D-45B91F88E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28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177B-A747-42FD-8F29-D1361B4E2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EB389-9A95-4143-B34D-74A157C3E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FF914-FCFA-477B-964A-C59B91251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6DC335-A7AE-4EBC-A953-CD7B08744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06B780-1F08-4E36-968D-D083275A4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C007B-DA08-41DC-96BA-9EDC62C18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C8EE-C0E1-424F-906A-33FB141443E8}" type="datetime1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F2FD71-2584-48F8-992F-EBA7CFFA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B88B5-3CD1-407E-B5B5-2FDF80D2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09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BD30F-053D-46F9-9A37-D1DA8923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A0CFC-E613-4829-BB1E-23DC17F1F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78696-FFC4-4E0E-9006-47257E454381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4F9ED-0DC1-499C-966A-67FA8369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F0D14-ECEA-4749-973A-35A78F79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36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7A8DE-26FB-44D4-A9F1-CB9FF422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D720-C18E-4A61-B624-73F43C9B0DCF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6CC65-9693-4336-8892-7DBB0D42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92D98-AE7E-447E-AA93-A2032A1F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2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36F1-9482-436E-9974-452FA8C0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3F32D-85F2-44AA-81B0-6B60F5AE6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A3A79-53E7-4E9B-A70E-77106E56C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D5672-F891-4ED6-8D9F-0B8771B5C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E78D8-2B1F-4587-A563-F0814AC2793E}" type="datetime1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72739-2C05-4A24-88F6-82BBE08F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5969-E211-4DE2-B886-5934860C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65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7BCD-8167-44E1-825E-012B66377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72A2AE-5BB8-4C31-9C94-6EDE7D578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1A6C8-B63C-47F8-8C8C-4DB028D4B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56164-D348-4A71-AE1D-E22897D3C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A377-2261-42B7-919D-7F0AAD17D547}" type="datetime1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6AADB-3A05-424C-9F43-41572E84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28A14-221B-4635-AA55-72AC789D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8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1A85-F374-4F3F-BA0C-52075B074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497C3-0A16-4208-BEB3-607737FDD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ED635-7E11-4664-8FBC-36FEBFF2D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6604-F9DD-4C3F-9CF0-AF91051E1563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9DE0C-6D6F-4D42-817A-BBD09369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03EC4-334C-45C4-A174-AFF5497F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3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97DE0-D863-4430-924C-3EB271CE8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8BD85-A68E-409D-B87F-BAD203419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AA6CF-52A1-4471-AFF7-79B37FEF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22AD-6097-4CF4-9B6E-9B3A694C68E0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4AF83-3843-42EB-A5A1-2BDCD43F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68DFD-8437-42AF-BA50-3290D8CDC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94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5AE79D-67AF-4A6E-B20E-A13E26034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55" y="84779"/>
            <a:ext cx="11984090" cy="897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FF892-5903-470F-A479-331C39379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55" y="1075038"/>
            <a:ext cx="11984090" cy="5381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86424-CA87-4045-BC8B-6EDDC11B3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4759" y="6580246"/>
            <a:ext cx="2229706" cy="22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89BEC-C41E-4FF2-9B63-A737B44287F3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D1E3F-305F-48EC-9661-A5555D6D9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9730" y="6565529"/>
            <a:ext cx="5967867" cy="235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Christine Aidala - University of Michigan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D7172-52C7-47AA-A8CB-03E0DDB36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178" y="6572888"/>
            <a:ext cx="555908" cy="22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AA285D-1676-8476-E3FF-1782C3DC601F}"/>
              </a:ext>
            </a:extLst>
          </p:cNvPr>
          <p:cNvSpPr/>
          <p:nvPr userDrawn="1"/>
        </p:nvSpPr>
        <p:spPr>
          <a:xfrm>
            <a:off x="9442580" y="4170784"/>
            <a:ext cx="2674054" cy="2668555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C4DAF4-877C-B697-9F33-77BD3CFF038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201" y="5161510"/>
            <a:ext cx="755810" cy="6871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89385B-0892-E7A3-350A-12FC896047C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674" y="6273515"/>
            <a:ext cx="1313865" cy="4465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C0152C-5722-D560-A1D1-83330A0E1841}"/>
              </a:ext>
            </a:extLst>
          </p:cNvPr>
          <p:cNvSpPr txBox="1"/>
          <p:nvPr userDrawn="1"/>
        </p:nvSpPr>
        <p:spPr>
          <a:xfrm>
            <a:off x="9723330" y="5954370"/>
            <a:ext cx="21515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/>
              <a:t>https://assumptionsofphysics.org/</a:t>
            </a:r>
          </a:p>
        </p:txBody>
      </p:sp>
    </p:spTree>
    <p:extLst>
      <p:ext uri="{BB962C8B-B14F-4D97-AF65-F5344CB8AC3E}">
        <p14:creationId xmlns:p14="http://schemas.microsoft.com/office/powerpoint/2010/main" val="360347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  <p:bldP spid="7" grpId="7" animBg="1"/>
    </p:bldLst>
  </p:timing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1.pn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710.png"/><Relationship Id="rId4" Type="http://schemas.openxmlformats.org/officeDocument/2006/relationships/image" Target="../media/image6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13" Type="http://schemas.openxmlformats.org/officeDocument/2006/relationships/image" Target="../media/image32.png"/><Relationship Id="rId3" Type="http://schemas.openxmlformats.org/officeDocument/2006/relationships/image" Target="../media/image151.png"/><Relationship Id="rId7" Type="http://schemas.openxmlformats.org/officeDocument/2006/relationships/image" Target="../media/image211.png"/><Relationship Id="rId12" Type="http://schemas.openxmlformats.org/officeDocument/2006/relationships/image" Target="../media/image20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2.png"/><Relationship Id="rId11" Type="http://schemas.openxmlformats.org/officeDocument/2006/relationships/image" Target="../media/image190.png"/><Relationship Id="rId5" Type="http://schemas.openxmlformats.org/officeDocument/2006/relationships/image" Target="../media/image172.png"/><Relationship Id="rId15" Type="http://schemas.openxmlformats.org/officeDocument/2006/relationships/image" Target="../media/image24.png"/><Relationship Id="rId10" Type="http://schemas.openxmlformats.org/officeDocument/2006/relationships/image" Target="../media/image241.png"/><Relationship Id="rId9" Type="http://schemas.openxmlformats.org/officeDocument/2006/relationships/image" Target="../media/image232.png"/><Relationship Id="rId1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100.png"/><Relationship Id="rId18" Type="http://schemas.openxmlformats.org/officeDocument/2006/relationships/image" Target="../media/image25.png"/><Relationship Id="rId21" Type="http://schemas.openxmlformats.org/officeDocument/2006/relationships/image" Target="../media/image37.png"/><Relationship Id="rId7" Type="http://schemas.openxmlformats.org/officeDocument/2006/relationships/image" Target="../media/image30.png"/><Relationship Id="rId12" Type="http://schemas.openxmlformats.org/officeDocument/2006/relationships/image" Target="../media/image91.png"/><Relationship Id="rId17" Type="http://schemas.openxmlformats.org/officeDocument/2006/relationships/image" Target="../media/image14.png"/><Relationship Id="rId16" Type="http://schemas.openxmlformats.org/officeDocument/2006/relationships/image" Target="../media/image13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6.png"/><Relationship Id="rId5" Type="http://schemas.openxmlformats.org/officeDocument/2006/relationships/image" Target="../media/image812.png"/><Relationship Id="rId15" Type="http://schemas.openxmlformats.org/officeDocument/2006/relationships/image" Target="../media/image12.png"/><Relationship Id="rId10" Type="http://schemas.openxmlformats.org/officeDocument/2006/relationships/image" Target="../media/image35.png"/><Relationship Id="rId19" Type="http://schemas.openxmlformats.org/officeDocument/2006/relationships/image" Target="../media/image26.png"/><Relationship Id="rId4" Type="http://schemas.openxmlformats.org/officeDocument/2006/relationships/image" Target="../media/image27.png"/><Relationship Id="rId9" Type="http://schemas.openxmlformats.org/officeDocument/2006/relationships/image" Target="../media/image34.png"/><Relationship Id="rId14" Type="http://schemas.openxmlformats.org/officeDocument/2006/relationships/image" Target="../media/image1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13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30.png"/><Relationship Id="rId7" Type="http://schemas.openxmlformats.org/officeDocument/2006/relationships/image" Target="../media/image27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2.png"/><Relationship Id="rId7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5" Type="http://schemas.openxmlformats.org/officeDocument/2006/relationships/image" Target="../media/image290.png"/><Relationship Id="rId4" Type="http://schemas.openxmlformats.org/officeDocument/2006/relationships/image" Target="../media/image280.png"/><Relationship Id="rId9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30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image" Target="../media/image22.png"/><Relationship Id="rId7" Type="http://schemas.openxmlformats.org/officeDocument/2006/relationships/image" Target="../media/image34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1.png"/><Relationship Id="rId5" Type="http://schemas.openxmlformats.org/officeDocument/2006/relationships/image" Target="../media/image321.png"/><Relationship Id="rId10" Type="http://schemas.openxmlformats.org/officeDocument/2006/relationships/image" Target="../media/image21.png"/><Relationship Id="rId4" Type="http://schemas.openxmlformats.org/officeDocument/2006/relationships/image" Target="../media/image310.png"/><Relationship Id="rId9" Type="http://schemas.openxmlformats.org/officeDocument/2006/relationships/image" Target="../media/image3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2.png"/><Relationship Id="rId7" Type="http://schemas.openxmlformats.org/officeDocument/2006/relationships/image" Target="../media/image4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1.png"/><Relationship Id="rId5" Type="http://schemas.openxmlformats.org/officeDocument/2006/relationships/image" Target="../media/image381.png"/><Relationship Id="rId10" Type="http://schemas.openxmlformats.org/officeDocument/2006/relationships/image" Target="../media/image21.png"/><Relationship Id="rId4" Type="http://schemas.openxmlformats.org/officeDocument/2006/relationships/image" Target="../media/image371.png"/><Relationship Id="rId9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320.png"/><Relationship Id="rId7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0.png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380.png"/><Relationship Id="rId4" Type="http://schemas.openxmlformats.org/officeDocument/2006/relationships/image" Target="../media/image48.png"/><Relationship Id="rId9" Type="http://schemas.openxmlformats.org/officeDocument/2006/relationships/image" Target="../media/image9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8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png"/><Relationship Id="rId13" Type="http://schemas.openxmlformats.org/officeDocument/2006/relationships/image" Target="../media/image692.png"/><Relationship Id="rId3" Type="http://schemas.openxmlformats.org/officeDocument/2006/relationships/image" Target="../media/image170.png"/><Relationship Id="rId7" Type="http://schemas.openxmlformats.org/officeDocument/2006/relationships/image" Target="../media/image590.png"/><Relationship Id="rId12" Type="http://schemas.openxmlformats.org/officeDocument/2006/relationships/image" Target="../media/image68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0.png"/><Relationship Id="rId11" Type="http://schemas.openxmlformats.org/officeDocument/2006/relationships/image" Target="../media/image53.png"/><Relationship Id="rId5" Type="http://schemas.openxmlformats.org/officeDocument/2006/relationships/image" Target="../media/image570.png"/><Relationship Id="rId10" Type="http://schemas.openxmlformats.org/officeDocument/2006/relationships/image" Target="../media/image660.png"/><Relationship Id="rId4" Type="http://schemas.openxmlformats.org/officeDocument/2006/relationships/image" Target="../media/image52.png"/><Relationship Id="rId9" Type="http://schemas.openxmlformats.org/officeDocument/2006/relationships/image" Target="../media/image61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70.png"/><Relationship Id="rId21" Type="http://schemas.openxmlformats.org/officeDocument/2006/relationships/image" Target="../media/image821.png"/><Relationship Id="rId25" Type="http://schemas.openxmlformats.org/officeDocument/2006/relationships/image" Target="../media/image860.png"/><Relationship Id="rId20" Type="http://schemas.openxmlformats.org/officeDocument/2006/relationships/image" Target="../media/image811.png"/><Relationship Id="rId1" Type="http://schemas.openxmlformats.org/officeDocument/2006/relationships/slideLayout" Target="../slideLayouts/slideLayout6.xml"/><Relationship Id="rId24" Type="http://schemas.openxmlformats.org/officeDocument/2006/relationships/image" Target="../media/image851.png"/><Relationship Id="rId6" Type="http://schemas.openxmlformats.org/officeDocument/2006/relationships/image" Target="../media/image671.png"/><Relationship Id="rId23" Type="http://schemas.openxmlformats.org/officeDocument/2006/relationships/image" Target="../media/image841.png"/><Relationship Id="rId22" Type="http://schemas.openxmlformats.org/officeDocument/2006/relationships/image" Target="../media/image831.png"/><Relationship Id="rId27" Type="http://schemas.openxmlformats.org/officeDocument/2006/relationships/image" Target="../media/image88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image" Target="../media/image191.png"/><Relationship Id="rId21" Type="http://schemas.openxmlformats.org/officeDocument/2006/relationships/image" Target="../media/image70.png"/><Relationship Id="rId7" Type="http://schemas.openxmlformats.org/officeDocument/2006/relationships/image" Target="../media/image55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image" Target="../media/image180.png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60.png"/><Relationship Id="rId5" Type="http://schemas.openxmlformats.org/officeDocument/2006/relationships/image" Target="../media/image530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4" Type="http://schemas.openxmlformats.org/officeDocument/2006/relationships/image" Target="../media/image520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37.png"/><Relationship Id="rId7" Type="http://schemas.openxmlformats.org/officeDocument/2006/relationships/image" Target="../media/image1410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10" Type="http://schemas.openxmlformats.org/officeDocument/2006/relationships/image" Target="../media/image157.png"/><Relationship Id="rId4" Type="http://schemas.openxmlformats.org/officeDocument/2006/relationships/image" Target="../media/image138.png"/><Relationship Id="rId9" Type="http://schemas.openxmlformats.org/officeDocument/2006/relationships/image" Target="../media/image156.png"/></Relationships>
</file>

<file path=ppt/slides/_rels/slide4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01.png"/><Relationship Id="rId8" Type="http://schemas.openxmlformats.org/officeDocument/2006/relationships/image" Target="../media/image790.png"/><Relationship Id="rId21" Type="http://schemas.openxmlformats.org/officeDocument/2006/relationships/image" Target="../media/image682.png"/><Relationship Id="rId3" Type="http://schemas.openxmlformats.org/officeDocument/2006/relationships/image" Target="../media/image742.png"/><Relationship Id="rId34" Type="http://schemas.openxmlformats.org/officeDocument/2006/relationships/image" Target="../media/image99.png"/><Relationship Id="rId25" Type="http://schemas.openxmlformats.org/officeDocument/2006/relationships/image" Target="../media/image890.png"/><Relationship Id="rId33" Type="http://schemas.openxmlformats.org/officeDocument/2006/relationships/image" Target="../media/image98.png"/><Relationship Id="rId20" Type="http://schemas.openxmlformats.org/officeDocument/2006/relationships/image" Target="../media/image611.png"/><Relationship Id="rId29" Type="http://schemas.openxmlformats.org/officeDocument/2006/relationships/image" Target="../media/image930.png"/><Relationship Id="rId1" Type="http://schemas.openxmlformats.org/officeDocument/2006/relationships/slideLayout" Target="../slideLayouts/slideLayout6.xml"/><Relationship Id="rId24" Type="http://schemas.openxmlformats.org/officeDocument/2006/relationships/image" Target="../media/image801.png"/><Relationship Id="rId32" Type="http://schemas.openxmlformats.org/officeDocument/2006/relationships/image" Target="../media/image970.png"/><Relationship Id="rId28" Type="http://schemas.openxmlformats.org/officeDocument/2006/relationships/image" Target="../media/image920.png"/><Relationship Id="rId36" Type="http://schemas.openxmlformats.org/officeDocument/2006/relationships/image" Target="../media/image952.png"/><Relationship Id="rId19" Type="http://schemas.openxmlformats.org/officeDocument/2006/relationships/image" Target="../media/image713.png"/><Relationship Id="rId31" Type="http://schemas.openxmlformats.org/officeDocument/2006/relationships/image" Target="../media/image960.png"/><Relationship Id="rId22" Type="http://schemas.openxmlformats.org/officeDocument/2006/relationships/image" Target="../media/image791.png"/><Relationship Id="rId4" Type="http://schemas.openxmlformats.org/officeDocument/2006/relationships/image" Target="../media/image752.png"/><Relationship Id="rId27" Type="http://schemas.openxmlformats.org/officeDocument/2006/relationships/image" Target="../media/image910.png"/><Relationship Id="rId9" Type="http://schemas.openxmlformats.org/officeDocument/2006/relationships/image" Target="../media/image800.png"/><Relationship Id="rId30" Type="http://schemas.openxmlformats.org/officeDocument/2006/relationships/image" Target="../media/image94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75.png"/><Relationship Id="rId3" Type="http://schemas.openxmlformats.org/officeDocument/2006/relationships/image" Target="../media/image159.png"/><Relationship Id="rId7" Type="http://schemas.openxmlformats.org/officeDocument/2006/relationships/image" Target="../media/image163.png"/><Relationship Id="rId12" Type="http://schemas.openxmlformats.org/officeDocument/2006/relationships/image" Target="../media/image74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2.png"/><Relationship Id="rId11" Type="http://schemas.openxmlformats.org/officeDocument/2006/relationships/image" Target="../media/image73.png"/><Relationship Id="rId5" Type="http://schemas.openxmlformats.org/officeDocument/2006/relationships/image" Target="../media/image161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4" Type="http://schemas.openxmlformats.org/officeDocument/2006/relationships/image" Target="../media/image160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2.png"/><Relationship Id="rId13" Type="http://schemas.openxmlformats.org/officeDocument/2006/relationships/image" Target="../media/image482.png"/><Relationship Id="rId3" Type="http://schemas.openxmlformats.org/officeDocument/2006/relationships/image" Target="../media/image413.png"/><Relationship Id="rId7" Type="http://schemas.openxmlformats.org/officeDocument/2006/relationships/image" Target="../media/image451.png"/><Relationship Id="rId12" Type="http://schemas.openxmlformats.org/officeDocument/2006/relationships/image" Target="../media/image472.png"/><Relationship Id="rId2" Type="http://schemas.openxmlformats.org/officeDocument/2006/relationships/image" Target="../media/image14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2.png"/><Relationship Id="rId11" Type="http://schemas.openxmlformats.org/officeDocument/2006/relationships/image" Target="../media/image390.png"/><Relationship Id="rId5" Type="http://schemas.openxmlformats.org/officeDocument/2006/relationships/image" Target="../media/image432.png"/><Relationship Id="rId10" Type="http://schemas.openxmlformats.org/officeDocument/2006/relationships/image" Target="../media/image3800.png"/><Relationship Id="rId4" Type="http://schemas.openxmlformats.org/officeDocument/2006/relationships/image" Target="../media/image422.png"/><Relationship Id="rId9" Type="http://schemas.openxmlformats.org/officeDocument/2006/relationships/image" Target="../media/image3701.png"/><Relationship Id="rId14" Type="http://schemas.openxmlformats.org/officeDocument/2006/relationships/image" Target="../media/image48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B8EF8-1CA4-0AF4-8F17-8A411A3591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Assumptions of Physics</a:t>
            </a:r>
            <a:br>
              <a:rPr lang="en-US" sz="4000" dirty="0"/>
            </a:br>
            <a:r>
              <a:rPr lang="en-US" sz="4000" dirty="0"/>
              <a:t>Summer School 2025</a:t>
            </a:r>
            <a:br>
              <a:rPr lang="en-US" dirty="0"/>
            </a:br>
            <a:r>
              <a:rPr lang="en-US" dirty="0"/>
              <a:t>Open Problems in</a:t>
            </a:r>
            <a:br>
              <a:rPr lang="en-US" dirty="0"/>
            </a:br>
            <a:r>
              <a:rPr lang="en-US" dirty="0"/>
              <a:t>Reverse Physics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966BA-E88F-9DF9-B52F-C052D3944F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Gabriele Carcassi and Christine A. Aidala</a:t>
            </a:r>
          </a:p>
          <a:p>
            <a:r>
              <a:rPr lang="en-US" dirty="0"/>
              <a:t>Physics Department</a:t>
            </a:r>
            <a:br>
              <a:rPr lang="en-US" dirty="0"/>
            </a:br>
            <a:r>
              <a:rPr lang="en-US" dirty="0"/>
              <a:t>University of Michigan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DA8297-35B9-5FEA-640F-38C0EA9E4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" y="4491460"/>
            <a:ext cx="1891314" cy="201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907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70630-715E-FA52-659E-96EA91054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DF3DC-0B28-FF14-B1E4-670CABAB3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9C6DD-02B9-34AA-9352-2CA50067D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7C101-2274-17D3-D5F5-BCF7638B4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17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B0583-D65D-F238-82BE-45B2262B9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5F80C-6885-B8F6-FACE-E7ACAB876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1575F-060D-F5BF-5B73-62E46D64C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Expanding to quantum mechanics forced us to make Reverse Physics more formalized</a:t>
            </a:r>
          </a:p>
          <a:p>
            <a:r>
              <a:rPr lang="en-US" dirty="0"/>
              <a:t>Need to</a:t>
            </a:r>
          </a:p>
          <a:p>
            <a:pPr lvl="1"/>
            <a:r>
              <a:rPr lang="en-US" dirty="0"/>
              <a:t>Codify the standards for methodology and terminology</a:t>
            </a:r>
          </a:p>
          <a:p>
            <a:pPr lvl="1"/>
            <a:r>
              <a:rPr lang="en-US" dirty="0"/>
              <a:t>Make Reverse Physics as much as possible similar to Reverse Mathematics</a:t>
            </a:r>
          </a:p>
          <a:p>
            <a:pPr lvl="1"/>
            <a:r>
              <a:rPr lang="en-US" dirty="0"/>
              <a:t>Push the standards of rigor to the maximum attainable</a:t>
            </a:r>
          </a:p>
          <a:p>
            <a:pPr lvl="2"/>
            <a:r>
              <a:rPr lang="en-US" dirty="0"/>
              <a:t>Control the informal elements</a:t>
            </a:r>
          </a:p>
          <a:p>
            <a:pPr lvl="1"/>
            <a:r>
              <a:rPr lang="en-US" dirty="0"/>
              <a:t>Reformulate results from classical mechanics under the new standard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BF685-38BA-C5EF-8A7A-256BD649BBD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440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925F2-D8F4-F97F-3505-627D81780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Physics vs Reverse Mathematics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0F079-4E54-83A3-6301-590148D52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Experimenting with new standards in technical briefs</a:t>
            </a:r>
          </a:p>
          <a:p>
            <a:pPr lvl="1"/>
            <a:r>
              <a:rPr lang="en-US" dirty="0"/>
              <a:t>Test them on the most complex cases in quantum mechanics</a:t>
            </a:r>
          </a:p>
          <a:p>
            <a:r>
              <a:rPr lang="en-US" dirty="0"/>
              <a:t>Similarities</a:t>
            </a:r>
          </a:p>
          <a:p>
            <a:pPr lvl="1"/>
            <a:r>
              <a:rPr lang="en-US" dirty="0"/>
              <a:t>Study the discipline by understanding which parts of math/physics are responsible for what results</a:t>
            </a:r>
          </a:p>
          <a:p>
            <a:pPr lvl="1"/>
            <a:r>
              <a:rPr lang="en-US" dirty="0"/>
              <a:t>Find results that connect well with established structures/literature, so that insights can be developed by/are of interest to “non-Reversers”</a:t>
            </a:r>
          </a:p>
          <a:p>
            <a:r>
              <a:rPr lang="en-US" dirty="0"/>
              <a:t>Differences</a:t>
            </a:r>
          </a:p>
          <a:p>
            <a:pPr lvl="1"/>
            <a:r>
              <a:rPr lang="en-US" dirty="0"/>
              <a:t>Currently, Reverse Mathematics is very focused on representation and computability, so the actual techniques and results are not usable by Reverse Physics</a:t>
            </a:r>
          </a:p>
          <a:p>
            <a:pPr lvl="1"/>
            <a:r>
              <a:rPr lang="en-US" dirty="0"/>
              <a:t>Reverse Physics cannot be limited to the formal system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A9C4B-FD63-0F9A-9213-358A7E3E61F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68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A5B8D-4473-6CA6-D6E4-0FA53F96F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and terminology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FA097-F615-C7B6-2BC1-562918592AF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23CCA3-A9D2-B38A-E4A8-95BDFE236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25" y="2635635"/>
            <a:ext cx="10216549" cy="9799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E367AA-A31B-AED4-830E-AB12241A514A}"/>
              </a:ext>
            </a:extLst>
          </p:cNvPr>
          <p:cNvSpPr txBox="1"/>
          <p:nvPr/>
        </p:nvSpPr>
        <p:spPr>
          <a:xfrm>
            <a:off x="269033" y="1075038"/>
            <a:ext cx="1165393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Conditions.</a:t>
            </a:r>
            <a:r>
              <a:rPr lang="en-US" sz="2800" dirty="0"/>
              <a:t> Ideally, each condition represents both a physical intuitive condition and a mathematical specification of that condition. The mathematical specification sets the precise content.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C479EC-1637-284A-782A-33509DB3E698}"/>
              </a:ext>
            </a:extLst>
          </p:cNvPr>
          <p:cNvSpPr txBox="1"/>
          <p:nvPr/>
        </p:nvSpPr>
        <p:spPr>
          <a:xfrm>
            <a:off x="269032" y="3791214"/>
            <a:ext cx="116539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Name.</a:t>
            </a:r>
            <a:r>
              <a:rPr lang="en-US" sz="2800" dirty="0"/>
              <a:t> Each condition is given a name, all-caps. Ideally, the same name will be used to identify the same condition within the field</a:t>
            </a:r>
          </a:p>
        </p:txBody>
      </p:sp>
    </p:spTree>
    <p:extLst>
      <p:ext uri="{BB962C8B-B14F-4D97-AF65-F5344CB8AC3E}">
        <p14:creationId xmlns:p14="http://schemas.microsoft.com/office/powerpoint/2010/main" val="2282586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42927-1F1D-3B9D-25F1-CA41C388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23F30-664C-CF84-15A7-F717E6119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and terminology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38DE5-0D4A-7DFA-37FA-35D8E564300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4BE799-FBD5-A601-8D17-581384ED330D}"/>
              </a:ext>
            </a:extLst>
          </p:cNvPr>
          <p:cNvSpPr txBox="1"/>
          <p:nvPr/>
        </p:nvSpPr>
        <p:spPr>
          <a:xfrm>
            <a:off x="269032" y="1167364"/>
            <a:ext cx="116539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Clusters(?).</a:t>
            </a:r>
            <a:r>
              <a:rPr lang="en-US" sz="2800" dirty="0"/>
              <a:t> A cluster is a set of conditions that are related by logical equivalence within a theory or conceptual equivalence across theories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E34CA6-2ABD-13F9-7E22-1E5E3F051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32" y="4805899"/>
            <a:ext cx="8892550" cy="5630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85A3E3-7013-FD16-1E86-64A0404A3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107" y="3023747"/>
            <a:ext cx="8552765" cy="3494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CCD775-F373-6FF6-D8D6-8EE2CF68F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107" y="2306632"/>
            <a:ext cx="8504234" cy="6407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59532D-9970-E5B9-2008-79BE945A8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032" y="4148599"/>
            <a:ext cx="8853719" cy="5436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53CBDE7-C328-57C8-6107-43B9D0E367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7107" y="3429000"/>
            <a:ext cx="8552764" cy="32441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E2FFEFF-ACF8-6F03-2600-DB9904A66596}"/>
              </a:ext>
            </a:extLst>
          </p:cNvPr>
          <p:cNvSpPr txBox="1"/>
          <p:nvPr/>
        </p:nvSpPr>
        <p:spPr>
          <a:xfrm>
            <a:off x="1010680" y="2639999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CM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146DCC-52D6-A106-1CD0-5C1D4583A28B}"/>
              </a:ext>
            </a:extLst>
          </p:cNvPr>
          <p:cNvSpPr txBox="1"/>
          <p:nvPr/>
        </p:nvSpPr>
        <p:spPr>
          <a:xfrm>
            <a:off x="351317" y="3615696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QM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888F6D-5A9B-1E77-360C-7A0514D256F0}"/>
              </a:ext>
            </a:extLst>
          </p:cNvPr>
          <p:cNvSpPr txBox="1"/>
          <p:nvPr/>
        </p:nvSpPr>
        <p:spPr>
          <a:xfrm>
            <a:off x="602307" y="5596657"/>
            <a:ext cx="85204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Same condition is “implemented” differently in the same theory and across theory: hints to a common base theory.</a:t>
            </a:r>
          </a:p>
        </p:txBody>
      </p:sp>
    </p:spTree>
    <p:extLst>
      <p:ext uri="{BB962C8B-B14F-4D97-AF65-F5344CB8AC3E}">
        <p14:creationId xmlns:p14="http://schemas.microsoft.com/office/powerpoint/2010/main" val="3211964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11D3E-E3D6-11DD-28F1-BB6894908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54285-4B1C-B75E-1A68-68AD8E71A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and terminology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57AC5-2AFF-7A70-24BA-AA5EE91501D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E469C5-82C5-81DC-4848-B50C45C56F9D}"/>
              </a:ext>
            </a:extLst>
          </p:cNvPr>
          <p:cNvSpPr txBox="1"/>
          <p:nvPr/>
        </p:nvSpPr>
        <p:spPr>
          <a:xfrm>
            <a:off x="269033" y="1075038"/>
            <a:ext cx="116539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Base conditions.</a:t>
            </a:r>
            <a:r>
              <a:rPr lang="en-US" sz="2800" dirty="0"/>
              <a:t> Conditions that must be true in any physical theory, and therefore are part of the base theory for all of physics.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A1B93-71A3-48CA-B0BC-DB5390E20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20" y="2242442"/>
            <a:ext cx="10541160" cy="6667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5792DE-3726-D7EA-1610-7159C719A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20" y="3025091"/>
            <a:ext cx="10472184" cy="95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051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D617B-2768-C1D4-8153-D3BE4FDC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2F31-257F-2749-96CB-A1B176D68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and terminology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E4D0C-0CC8-7CC4-7C7C-2374F4840D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A6A4B6-479E-D05C-B351-B6C042B40AF3}"/>
              </a:ext>
            </a:extLst>
          </p:cNvPr>
          <p:cNvSpPr txBox="1"/>
          <p:nvPr/>
        </p:nvSpPr>
        <p:spPr>
          <a:xfrm>
            <a:off x="269033" y="1075038"/>
            <a:ext cx="1165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Types of relationships:</a:t>
            </a:r>
            <a:endParaRPr lang="en-US" sz="2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7CFBF5-51C1-082D-CFE1-1B77B9476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721535"/>
              </p:ext>
            </p:extLst>
          </p:nvPr>
        </p:nvGraphicFramePr>
        <p:xfrm>
          <a:off x="711785" y="1691093"/>
          <a:ext cx="9738501" cy="2926080"/>
        </p:xfrm>
        <a:graphic>
          <a:graphicData uri="http://schemas.openxmlformats.org/drawingml/2006/table">
            <a:tbl>
              <a:tblPr/>
              <a:tblGrid>
                <a:gridCol w="3123098">
                  <a:extLst>
                    <a:ext uri="{9D8B030D-6E8A-4147-A177-3AD203B41FA5}">
                      <a16:colId xmlns:a16="http://schemas.microsoft.com/office/drawing/2014/main" val="3022856553"/>
                    </a:ext>
                  </a:extLst>
                </a:gridCol>
                <a:gridCol w="2640563">
                  <a:extLst>
                    <a:ext uri="{9D8B030D-6E8A-4147-A177-3AD203B41FA5}">
                      <a16:colId xmlns:a16="http://schemas.microsoft.com/office/drawing/2014/main" val="195558292"/>
                    </a:ext>
                  </a:extLst>
                </a:gridCol>
                <a:gridCol w="3974840">
                  <a:extLst>
                    <a:ext uri="{9D8B030D-6E8A-4147-A177-3AD203B41FA5}">
                      <a16:colId xmlns:a16="http://schemas.microsoft.com/office/drawing/2014/main" val="2039302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Formal 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Natural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486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Once T is assumed…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642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</a:t>
                      </a:r>
                      <a:r>
                        <a:rPr lang="en-US" b="1" dirty="0"/>
                        <a:t>implies/requires</a:t>
                      </a:r>
                      <a:r>
                        <a:rPr lang="en-US" dirty="0"/>
                        <a:t> B over 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∧ T ⊢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… if A is true, B is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195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</a:t>
                      </a:r>
                      <a:r>
                        <a:rPr lang="en-US" b="1" dirty="0"/>
                        <a:t>excludes</a:t>
                      </a:r>
                      <a:r>
                        <a:rPr lang="en-US" dirty="0"/>
                        <a:t> B over 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∧ T ⊢ ¬B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… if A is true, B is 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896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</a:t>
                      </a:r>
                      <a:r>
                        <a:rPr lang="en-US" b="1" dirty="0"/>
                        <a:t>equivalent</a:t>
                      </a:r>
                      <a:r>
                        <a:rPr lang="en-US" dirty="0"/>
                        <a:t> to B over 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∧ T ⊢ B and B ∧ T ⊢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… A is true </a:t>
                      </a:r>
                      <a:r>
                        <a:rPr lang="en-US" dirty="0" err="1"/>
                        <a:t>iff</a:t>
                      </a:r>
                      <a:r>
                        <a:rPr lang="en-US" dirty="0"/>
                        <a:t> B is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865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</a:t>
                      </a:r>
                      <a:r>
                        <a:rPr lang="en-US" b="1"/>
                        <a:t>independent</a:t>
                      </a:r>
                      <a:r>
                        <a:rPr lang="en-US"/>
                        <a:t> of B over 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∧ T ⊬ B and B ∧ T ⊬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… neither forces the other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346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</a:t>
                      </a:r>
                      <a:r>
                        <a:rPr lang="en-US" b="1"/>
                        <a:t>consistent</a:t>
                      </a:r>
                      <a:r>
                        <a:rPr lang="en-US"/>
                        <a:t> with B over 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∧ B ∧ T ⊬ 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… A and B can be both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93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</a:t>
                      </a:r>
                      <a:r>
                        <a:rPr lang="en-US" b="1"/>
                        <a:t>inconsistent</a:t>
                      </a:r>
                      <a:r>
                        <a:rPr lang="en-US"/>
                        <a:t> with B over 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∧ B ∧ T ⊢ 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… A and B cannot be both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788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323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B46AA-E440-FE07-77F5-20239540E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61310-3EEC-CE8C-8E87-8E38B6307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Physics for different theories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02942-9A19-E6A4-2F98-731263205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DFCC3-50C3-6D89-8C17-1118378B0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23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4ACB5F2-6879-89CD-95F5-D847D8B9F5C2}"/>
              </a:ext>
            </a:extLst>
          </p:cNvPr>
          <p:cNvSpPr txBox="1"/>
          <p:nvPr/>
        </p:nvSpPr>
        <p:spPr>
          <a:xfrm>
            <a:off x="324301" y="382353"/>
            <a:ext cx="3019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Classical mechanics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F76D5E-C10D-5457-285E-EB92C0872B62}"/>
                  </a:ext>
                </a:extLst>
              </p:cNvPr>
              <p:cNvSpPr txBox="1"/>
              <p:nvPr/>
            </p:nvSpPr>
            <p:spPr>
              <a:xfrm>
                <a:off x="657197" y="914588"/>
                <a:ext cx="23382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F76D5E-C10D-5457-285E-EB92C0872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97" y="914588"/>
                <a:ext cx="2338204" cy="461665"/>
              </a:xfrm>
              <a:prstGeom prst="rect">
                <a:avLst/>
              </a:prstGeom>
              <a:blipFill>
                <a:blip r:embed="rId2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5DF648-8D71-6D5C-E62F-50E0C904A0BB}"/>
                  </a:ext>
                </a:extLst>
              </p:cNvPr>
              <p:cNvSpPr txBox="1"/>
              <p:nvPr/>
            </p:nvSpPr>
            <p:spPr>
              <a:xfrm>
                <a:off x="666270" y="2813382"/>
                <a:ext cx="23200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𝚤</m:t>
                      </m:r>
                      <m:r>
                        <a:rPr lang="en-US" sz="24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|"/>
                          <m:endChr m:val="⟩"/>
                          <m:ctrlPr>
                            <a:rPr lang="en-US" sz="240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5DF648-8D71-6D5C-E62F-50E0C904A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70" y="2813382"/>
                <a:ext cx="2320059" cy="461665"/>
              </a:xfrm>
              <a:prstGeom prst="rect">
                <a:avLst/>
              </a:prstGeom>
              <a:blipFill>
                <a:blip r:embed="rId3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95554F-4F2E-25BF-FC86-2A40EB939238}"/>
                  </a:ext>
                </a:extLst>
              </p:cNvPr>
              <p:cNvSpPr txBox="1"/>
              <p:nvPr/>
            </p:nvSpPr>
            <p:spPr>
              <a:xfrm>
                <a:off x="981420" y="4722644"/>
                <a:ext cx="1689758" cy="8774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4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2400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95554F-4F2E-25BF-FC86-2A40EB939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420" y="4722644"/>
                <a:ext cx="1689758" cy="8774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E86F1B-A35E-404A-B098-4922C17A4FB7}"/>
                  </a:ext>
                </a:extLst>
              </p:cNvPr>
              <p:cNvSpPr txBox="1"/>
              <p:nvPr/>
            </p:nvSpPr>
            <p:spPr>
              <a:xfrm>
                <a:off x="6341197" y="914588"/>
                <a:ext cx="3069751" cy="6750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den>
                              </m:f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rad>
                      <m:sSup>
                        <m:sSup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E86F1B-A35E-404A-B098-4922C17A4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197" y="914588"/>
                <a:ext cx="3069751" cy="6750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6B61C5-F46D-6237-6CE3-BD7CAAF59C3B}"/>
                  </a:ext>
                </a:extLst>
              </p:cNvPr>
              <p:cNvSpPr txBox="1"/>
              <p:nvPr/>
            </p:nvSpPr>
            <p:spPr>
              <a:xfrm>
                <a:off x="6395251" y="2825230"/>
                <a:ext cx="2961645" cy="658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  <m:d>
                            <m:d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𝚤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nary>
                      <m:sSup>
                        <m:sSup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6B61C5-F46D-6237-6CE3-BD7CAAF59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251" y="2825230"/>
                <a:ext cx="2961645" cy="6587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AB89A49-1DE4-52D4-BBB2-8FC7F8B3F2C9}"/>
              </a:ext>
            </a:extLst>
          </p:cNvPr>
          <p:cNvSpPr txBox="1"/>
          <p:nvPr/>
        </p:nvSpPr>
        <p:spPr>
          <a:xfrm>
            <a:off x="324301" y="2284621"/>
            <a:ext cx="31933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Quantum mechanics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ACF194-DFFB-4D23-6CAE-BD8EDCD65131}"/>
              </a:ext>
            </a:extLst>
          </p:cNvPr>
          <p:cNvSpPr txBox="1"/>
          <p:nvPr/>
        </p:nvSpPr>
        <p:spPr>
          <a:xfrm>
            <a:off x="324301" y="4186889"/>
            <a:ext cx="2701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Thermodynamics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06DFA4-903C-E4B3-8319-0A078893D831}"/>
              </a:ext>
            </a:extLst>
          </p:cNvPr>
          <p:cNvSpPr txBox="1"/>
          <p:nvPr/>
        </p:nvSpPr>
        <p:spPr>
          <a:xfrm>
            <a:off x="6207188" y="391368"/>
            <a:ext cx="31634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Classical field theory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F88867-E20E-CD2E-2997-2BECF4DF48D1}"/>
              </a:ext>
            </a:extLst>
          </p:cNvPr>
          <p:cNvSpPr txBox="1"/>
          <p:nvPr/>
        </p:nvSpPr>
        <p:spPr>
          <a:xfrm>
            <a:off x="6207188" y="2284621"/>
            <a:ext cx="33377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Quantum field theory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19B0AD-98AE-7EF6-89B8-69EBD918DAD6}"/>
              </a:ext>
            </a:extLst>
          </p:cNvPr>
          <p:cNvSpPr txBox="1"/>
          <p:nvPr/>
        </p:nvSpPr>
        <p:spPr>
          <a:xfrm>
            <a:off x="3773993" y="446683"/>
            <a:ext cx="2270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Essentially done,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though improvements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are always possible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A99A3D-5DA5-EF8F-8A0B-52035E9F63B3}"/>
              </a:ext>
            </a:extLst>
          </p:cNvPr>
          <p:cNvSpPr txBox="1"/>
          <p:nvPr/>
        </p:nvSpPr>
        <p:spPr>
          <a:xfrm>
            <a:off x="3773993" y="2363565"/>
            <a:ext cx="17516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Work is ongoing,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core conceptual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work done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6F0897-3E33-EE91-BB3A-7D3D0D744D89}"/>
              </a:ext>
            </a:extLst>
          </p:cNvPr>
          <p:cNvSpPr txBox="1"/>
          <p:nvPr/>
        </p:nvSpPr>
        <p:spPr>
          <a:xfrm>
            <a:off x="3773993" y="4661359"/>
            <a:ext cx="2266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Some ideas identified,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need to be finalized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AD7329-1E93-02ED-0B5B-0F2C0AB96F30}"/>
              </a:ext>
            </a:extLst>
          </p:cNvPr>
          <p:cNvSpPr txBox="1"/>
          <p:nvPr/>
        </p:nvSpPr>
        <p:spPr>
          <a:xfrm>
            <a:off x="9623487" y="443908"/>
            <a:ext cx="21128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Vague general ideas,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more technical work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needed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F971F7-49DD-DB4C-447F-0FC685810ACA}"/>
              </a:ext>
            </a:extLst>
          </p:cNvPr>
          <p:cNvSpPr txBox="1"/>
          <p:nvPr/>
        </p:nvSpPr>
        <p:spPr>
          <a:xfrm>
            <a:off x="9623487" y="2484675"/>
            <a:ext cx="2493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 point in starting now,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first finish QM and CFT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6F0368-DD59-C489-02F2-714B6455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614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4D518-B9A8-063C-41AB-00065AB7D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1588D-3B4A-C2A8-41A6-00C63D72E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field theory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A5B84-EAB8-6633-266A-59EF0C813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E1B59-D982-D869-F351-76AA1842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79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3858B-8F04-3329-98DF-AED206DCA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481D2-68EE-EA87-9F3F-E4C59FDC9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Actively looking for someone to help generalize Reverse Physics to classical field theory (from finitely many DOFs to continuously many DOFs)</a:t>
            </a:r>
          </a:p>
          <a:p>
            <a:pPr lvl="1"/>
            <a:r>
              <a:rPr lang="en-US" dirty="0"/>
              <a:t>Main conjecture: volumes in space provide a count of DOFs, in the same way that volumes in phase space provide a count of states/configurations</a:t>
            </a:r>
          </a:p>
          <a:p>
            <a:r>
              <a:rPr lang="en-US" dirty="0"/>
              <a:t>Need to</a:t>
            </a:r>
          </a:p>
          <a:p>
            <a:pPr lvl="1"/>
            <a:r>
              <a:rPr lang="en-US" dirty="0"/>
              <a:t>Find a suitable Hamiltonian/symplectic formulation of field theory</a:t>
            </a:r>
            <a:br>
              <a:rPr lang="en-US" dirty="0"/>
            </a:br>
            <a:r>
              <a:rPr lang="en-US" dirty="0"/>
              <a:t>(starting with electromagnetism)</a:t>
            </a:r>
          </a:p>
          <a:p>
            <a:pPr lvl="1"/>
            <a:r>
              <a:rPr lang="en-US" dirty="0"/>
              <a:t>Understand how to generalize count of states/entropy/… to field theory</a:t>
            </a:r>
          </a:p>
          <a:p>
            <a:pPr lvl="1"/>
            <a:r>
              <a:rPr lang="en-US" dirty="0"/>
              <a:t>Adapt the arguments from classical mechanics to field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5FC54-ECD5-2616-951E-418CC1E4FB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320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F4B4D98B-0442-6960-D7E8-BAE4FFCF2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+mj-lt"/>
              </a:rPr>
              <a:t>Geometry of principle of least action (SDOF)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CD43EE8-30C5-7AF2-87C3-32F23C7584E3}"/>
                  </a:ext>
                </a:extLst>
              </p:cNvPr>
              <p:cNvSpPr txBox="1"/>
              <p:nvPr/>
            </p:nvSpPr>
            <p:spPr>
              <a:xfrm>
                <a:off x="6519372" y="1134996"/>
                <a:ext cx="4693785" cy="700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𝒮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  <m:sup/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𝐿𝑑𝑡</m:t>
                        </m:r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CD43EE8-30C5-7AF2-87C3-32F23C758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372" y="1134996"/>
                <a:ext cx="4693785" cy="7008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22748C64-E500-8EB8-1DC3-7368240567B0}"/>
              </a:ext>
            </a:extLst>
          </p:cNvPr>
          <p:cNvSpPr txBox="1"/>
          <p:nvPr/>
        </p:nvSpPr>
        <p:spPr>
          <a:xfrm>
            <a:off x="558734" y="2428977"/>
            <a:ext cx="1021959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The action is the line integral of the vector potential (unphysical)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9934EBD-F2EB-C23B-0C29-073D567A7677}"/>
              </a:ext>
            </a:extLst>
          </p:cNvPr>
          <p:cNvGrpSpPr/>
          <p:nvPr/>
        </p:nvGrpSpPr>
        <p:grpSpPr>
          <a:xfrm>
            <a:off x="6294342" y="3146706"/>
            <a:ext cx="6054680" cy="2048907"/>
            <a:chOff x="216809" y="3130562"/>
            <a:chExt cx="6054680" cy="2048907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70C9B84-EEF5-1B8F-54D5-BFFADDFD00C3}"/>
                </a:ext>
              </a:extLst>
            </p:cNvPr>
            <p:cNvSpPr txBox="1"/>
            <p:nvPr/>
          </p:nvSpPr>
          <p:spPr>
            <a:xfrm>
              <a:off x="216809" y="3130562"/>
              <a:ext cx="34298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Variation of the action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0B6F311-2370-CAD4-AF4A-39725729180A}"/>
                    </a:ext>
                  </a:extLst>
                </p:cNvPr>
                <p:cNvSpPr txBox="1"/>
                <p:nvPr/>
              </p:nvSpPr>
              <p:spPr>
                <a:xfrm>
                  <a:off x="351606" y="3649755"/>
                  <a:ext cx="5919883" cy="15297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𝒮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d>
                        <m:r>
                          <a:rPr lang="en-US" sz="280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∮"/>
                            <m:sup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  <m:sup/>
                          <m:e>
                            <m:acc>
                              <m:accPr>
                                <m:chr m:val="⃗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acc>
                              <m:accPr>
                                <m:chr m:val="⃗"/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</m:e>
                        </m:nary>
                      </m:oMath>
                    </m:oMathPara>
                  </a14:m>
                  <a:br>
                    <a:rPr lang="en-US" sz="2800" i="1" dirty="0">
                      <a:latin typeface="Cambria Math" panose="02040503050406030204" pitchFamily="18" charset="0"/>
                    </a:rPr>
                  </a:br>
                  <a14:m>
                    <m:oMath xmlns:m="http://schemas.openxmlformats.org/officeDocument/2006/math">
                      <m: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∬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</m:nary>
                    </m:oMath>
                  </a14:m>
                  <a:r>
                    <a:rPr lang="en-US" sz="2800" dirty="0"/>
                    <a:t> </a:t>
                  </a: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0B6F311-2370-CAD4-AF4A-397257291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606" y="3649755"/>
                  <a:ext cx="5919883" cy="152971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086361A-315E-FF11-0DFE-25066F02D74D}"/>
                </a:ext>
              </a:extLst>
            </p:cNvPr>
            <p:cNvSpPr txBox="1"/>
            <p:nvPr/>
          </p:nvSpPr>
          <p:spPr>
            <a:xfrm>
              <a:off x="3884084" y="3332385"/>
              <a:ext cx="210102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Gauge independent,</a:t>
              </a:r>
              <a:br>
                <a:rPr lang="en-US" dirty="0"/>
              </a:br>
              <a:r>
                <a:rPr lang="en-US" dirty="0"/>
                <a:t>physical!</a:t>
              </a: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EF67B491-DD28-C7AF-F515-4F9564107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9495" y="3916421"/>
              <a:ext cx="1184589" cy="8915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7DC48C6-6553-C238-5277-941BBBD68709}"/>
              </a:ext>
            </a:extLst>
          </p:cNvPr>
          <p:cNvGrpSpPr/>
          <p:nvPr/>
        </p:nvGrpSpPr>
        <p:grpSpPr>
          <a:xfrm>
            <a:off x="252573" y="2992009"/>
            <a:ext cx="5597810" cy="2479087"/>
            <a:chOff x="6358089" y="2920544"/>
            <a:chExt cx="5597810" cy="2479087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5760DB0-606D-FA04-D5A6-095681312C66}"/>
                </a:ext>
              </a:extLst>
            </p:cNvPr>
            <p:cNvGrpSpPr/>
            <p:nvPr/>
          </p:nvGrpSpPr>
          <p:grpSpPr>
            <a:xfrm>
              <a:off x="6358089" y="2920544"/>
              <a:ext cx="5597810" cy="2479087"/>
              <a:chOff x="2232077" y="446667"/>
              <a:chExt cx="7827339" cy="3466473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BEBCE0E9-CF2A-6CE8-1D35-515627BA1B59}"/>
                  </a:ext>
                </a:extLst>
              </p:cNvPr>
              <p:cNvGrpSpPr/>
              <p:nvPr/>
            </p:nvGrpSpPr>
            <p:grpSpPr>
              <a:xfrm>
                <a:off x="2781901" y="1186514"/>
                <a:ext cx="7204963" cy="1897690"/>
                <a:chOff x="2583782" y="3876971"/>
                <a:chExt cx="7204963" cy="1897690"/>
              </a:xfrm>
              <a:solidFill>
                <a:schemeClr val="accent5">
                  <a:lumMod val="20000"/>
                  <a:lumOff val="80000"/>
                </a:schemeClr>
              </a:solidFill>
            </p:grpSpPr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171B509D-E020-66A8-A5F6-299134C3802D}"/>
                    </a:ext>
                  </a:extLst>
                </p:cNvPr>
                <p:cNvSpPr/>
                <p:nvPr/>
              </p:nvSpPr>
              <p:spPr>
                <a:xfrm>
                  <a:off x="2583782" y="3876971"/>
                  <a:ext cx="3565709" cy="933464"/>
                </a:xfrm>
                <a:custGeom>
                  <a:avLst/>
                  <a:gdLst>
                    <a:gd name="connsiteX0" fmla="*/ 596230 w 3565709"/>
                    <a:gd name="connsiteY0" fmla="*/ 739 h 934203"/>
                    <a:gd name="connsiteX1" fmla="*/ 2368550 w 3565709"/>
                    <a:gd name="connsiteY1" fmla="*/ 244594 h 934203"/>
                    <a:gd name="connsiteX2" fmla="*/ 3511550 w 3565709"/>
                    <a:gd name="connsiteY2" fmla="*/ 897056 h 934203"/>
                    <a:gd name="connsiteX3" fmla="*/ 3565709 w 3565709"/>
                    <a:gd name="connsiteY3" fmla="*/ 934203 h 934203"/>
                    <a:gd name="connsiteX4" fmla="*/ 2580814 w 3565709"/>
                    <a:gd name="connsiteY4" fmla="*/ 677074 h 934203"/>
                    <a:gd name="connsiteX5" fmla="*/ 2518231 w 3565709"/>
                    <a:gd name="connsiteY5" fmla="*/ 639039 h 934203"/>
                    <a:gd name="connsiteX6" fmla="*/ 1943100 w 3565709"/>
                    <a:gd name="connsiteY6" fmla="*/ 352545 h 934203"/>
                    <a:gd name="connsiteX7" fmla="*/ 7620 w 3565709"/>
                    <a:gd name="connsiteY7" fmla="*/ 3295 h 934203"/>
                    <a:gd name="connsiteX8" fmla="*/ 2153953 w 3565709"/>
                    <a:gd name="connsiteY8" fmla="*/ 565632 h 934203"/>
                    <a:gd name="connsiteX9" fmla="*/ 0 w 3565709"/>
                    <a:gd name="connsiteY9" fmla="*/ 3294 h 934203"/>
                    <a:gd name="connsiteX10" fmla="*/ 596230 w 3565709"/>
                    <a:gd name="connsiteY10" fmla="*/ 739 h 934203"/>
                    <a:gd name="connsiteX0" fmla="*/ 596230 w 3565709"/>
                    <a:gd name="connsiteY0" fmla="*/ 0 h 1314701"/>
                    <a:gd name="connsiteX1" fmla="*/ 2368550 w 3565709"/>
                    <a:gd name="connsiteY1" fmla="*/ 243855 h 1314701"/>
                    <a:gd name="connsiteX2" fmla="*/ 3511550 w 3565709"/>
                    <a:gd name="connsiteY2" fmla="*/ 896317 h 1314701"/>
                    <a:gd name="connsiteX3" fmla="*/ 3565709 w 3565709"/>
                    <a:gd name="connsiteY3" fmla="*/ 933464 h 1314701"/>
                    <a:gd name="connsiteX4" fmla="*/ 2580814 w 3565709"/>
                    <a:gd name="connsiteY4" fmla="*/ 676335 h 1314701"/>
                    <a:gd name="connsiteX5" fmla="*/ 2518231 w 3565709"/>
                    <a:gd name="connsiteY5" fmla="*/ 638300 h 1314701"/>
                    <a:gd name="connsiteX6" fmla="*/ 1943100 w 3565709"/>
                    <a:gd name="connsiteY6" fmla="*/ 351806 h 1314701"/>
                    <a:gd name="connsiteX7" fmla="*/ 7620 w 3565709"/>
                    <a:gd name="connsiteY7" fmla="*/ 2556 h 1314701"/>
                    <a:gd name="connsiteX8" fmla="*/ 1123729 w 3565709"/>
                    <a:gd name="connsiteY8" fmla="*/ 1314701 h 1314701"/>
                    <a:gd name="connsiteX9" fmla="*/ 0 w 3565709"/>
                    <a:gd name="connsiteY9" fmla="*/ 2555 h 1314701"/>
                    <a:gd name="connsiteX10" fmla="*/ 596230 w 3565709"/>
                    <a:gd name="connsiteY10" fmla="*/ 0 h 1314701"/>
                    <a:gd name="connsiteX0" fmla="*/ 596230 w 3565709"/>
                    <a:gd name="connsiteY0" fmla="*/ 0 h 933464"/>
                    <a:gd name="connsiteX1" fmla="*/ 2368550 w 3565709"/>
                    <a:gd name="connsiteY1" fmla="*/ 243855 h 933464"/>
                    <a:gd name="connsiteX2" fmla="*/ 3511550 w 3565709"/>
                    <a:gd name="connsiteY2" fmla="*/ 896317 h 933464"/>
                    <a:gd name="connsiteX3" fmla="*/ 3565709 w 3565709"/>
                    <a:gd name="connsiteY3" fmla="*/ 933464 h 933464"/>
                    <a:gd name="connsiteX4" fmla="*/ 2580814 w 3565709"/>
                    <a:gd name="connsiteY4" fmla="*/ 676335 h 933464"/>
                    <a:gd name="connsiteX5" fmla="*/ 2518231 w 3565709"/>
                    <a:gd name="connsiteY5" fmla="*/ 638300 h 933464"/>
                    <a:gd name="connsiteX6" fmla="*/ 1943100 w 3565709"/>
                    <a:gd name="connsiteY6" fmla="*/ 351806 h 933464"/>
                    <a:gd name="connsiteX7" fmla="*/ 7620 w 3565709"/>
                    <a:gd name="connsiteY7" fmla="*/ 2556 h 933464"/>
                    <a:gd name="connsiteX8" fmla="*/ 0 w 3565709"/>
                    <a:gd name="connsiteY8" fmla="*/ 2555 h 933464"/>
                    <a:gd name="connsiteX9" fmla="*/ 596230 w 3565709"/>
                    <a:gd name="connsiteY9" fmla="*/ 0 h 933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565709" h="933464">
                      <a:moveTo>
                        <a:pt x="596230" y="0"/>
                      </a:moveTo>
                      <a:cubicBezTo>
                        <a:pt x="1191915" y="5829"/>
                        <a:pt x="1785144" y="49386"/>
                        <a:pt x="2368550" y="243855"/>
                      </a:cubicBezTo>
                      <a:cubicBezTo>
                        <a:pt x="2757488" y="373501"/>
                        <a:pt x="3133461" y="634116"/>
                        <a:pt x="3511550" y="896317"/>
                      </a:cubicBezTo>
                      <a:lnTo>
                        <a:pt x="3565709" y="933464"/>
                      </a:lnTo>
                      <a:lnTo>
                        <a:pt x="2580814" y="676335"/>
                      </a:lnTo>
                      <a:lnTo>
                        <a:pt x="2518231" y="638300"/>
                      </a:lnTo>
                      <a:cubicBezTo>
                        <a:pt x="2319391" y="521999"/>
                        <a:pt x="2126933" y="421127"/>
                        <a:pt x="1943100" y="351806"/>
                      </a:cubicBezTo>
                      <a:cubicBezTo>
                        <a:pt x="1207770" y="74523"/>
                        <a:pt x="632460" y="7742"/>
                        <a:pt x="7620" y="2556"/>
                      </a:cubicBezTo>
                      <a:lnTo>
                        <a:pt x="0" y="2555"/>
                      </a:lnTo>
                      <a:lnTo>
                        <a:pt x="596230" y="0"/>
                      </a:lnTo>
                      <a:close/>
                    </a:path>
                  </a:pathLst>
                </a:cu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37AF5297-82F4-4D0E-9321-7C8A593A5232}"/>
                    </a:ext>
                  </a:extLst>
                </p:cNvPr>
                <p:cNvSpPr/>
                <p:nvPr/>
              </p:nvSpPr>
              <p:spPr>
                <a:xfrm>
                  <a:off x="5165739" y="4553999"/>
                  <a:ext cx="4623006" cy="1220662"/>
                </a:xfrm>
                <a:custGeom>
                  <a:avLst/>
                  <a:gdLst>
                    <a:gd name="connsiteX0" fmla="*/ 0 w 4623006"/>
                    <a:gd name="connsiteY0" fmla="*/ 0 h 1220662"/>
                    <a:gd name="connsiteX1" fmla="*/ 986836 w 4623006"/>
                    <a:gd name="connsiteY1" fmla="*/ 258550 h 1220662"/>
                    <a:gd name="connsiteX2" fmla="*/ 1213792 w 4623006"/>
                    <a:gd name="connsiteY2" fmla="*/ 414215 h 1220662"/>
                    <a:gd name="connsiteX3" fmla="*/ 2085292 w 4623006"/>
                    <a:gd name="connsiteY3" fmla="*/ 881275 h 1220662"/>
                    <a:gd name="connsiteX4" fmla="*/ 4328363 w 4623006"/>
                    <a:gd name="connsiteY4" fmla="*/ 1208169 h 1220662"/>
                    <a:gd name="connsiteX5" fmla="*/ 4611824 w 4623006"/>
                    <a:gd name="connsiteY5" fmla="*/ 1208292 h 1220662"/>
                    <a:gd name="connsiteX6" fmla="*/ 4623006 w 4623006"/>
                    <a:gd name="connsiteY6" fmla="*/ 1211222 h 1220662"/>
                    <a:gd name="connsiteX7" fmla="*/ 1837642 w 4623006"/>
                    <a:gd name="connsiteY7" fmla="*/ 989226 h 1220662"/>
                    <a:gd name="connsiteX8" fmla="*/ 239042 w 4623006"/>
                    <a:gd name="connsiteY8" fmla="*/ 145277 h 1220662"/>
                    <a:gd name="connsiteX9" fmla="*/ 0 w 4623006"/>
                    <a:gd name="connsiteY9" fmla="*/ 0 h 1220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623006" h="1220662">
                      <a:moveTo>
                        <a:pt x="0" y="0"/>
                      </a:moveTo>
                      <a:lnTo>
                        <a:pt x="986836" y="258550"/>
                      </a:lnTo>
                      <a:lnTo>
                        <a:pt x="1213792" y="414215"/>
                      </a:lnTo>
                      <a:cubicBezTo>
                        <a:pt x="1498860" y="605397"/>
                        <a:pt x="1787239" y="779278"/>
                        <a:pt x="2085292" y="881275"/>
                      </a:cubicBezTo>
                      <a:cubicBezTo>
                        <a:pt x="2780749" y="1119268"/>
                        <a:pt x="3608202" y="1198526"/>
                        <a:pt x="4328363" y="1208169"/>
                      </a:cubicBezTo>
                      <a:lnTo>
                        <a:pt x="4611824" y="1208292"/>
                      </a:lnTo>
                      <a:lnTo>
                        <a:pt x="4623006" y="1211222"/>
                      </a:lnTo>
                      <a:cubicBezTo>
                        <a:pt x="3691672" y="1230801"/>
                        <a:pt x="2705475" y="1244284"/>
                        <a:pt x="1837642" y="989226"/>
                      </a:cubicBezTo>
                      <a:cubicBezTo>
                        <a:pt x="1295247" y="829815"/>
                        <a:pt x="750701" y="464524"/>
                        <a:pt x="239042" y="14527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3A58EDB6-2F6A-7E80-F581-668398C123BF}"/>
                  </a:ext>
                </a:extLst>
              </p:cNvPr>
              <p:cNvGrpSpPr/>
              <p:nvPr/>
            </p:nvGrpSpPr>
            <p:grpSpPr>
              <a:xfrm>
                <a:off x="2475831" y="1191874"/>
                <a:ext cx="7583585" cy="1893349"/>
                <a:chOff x="2475831" y="1185778"/>
                <a:chExt cx="7583585" cy="1893349"/>
              </a:xfrm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ABB64BA9-3797-54D1-85B4-18317BE67843}"/>
                    </a:ext>
                  </a:extLst>
                </p:cNvPr>
                <p:cNvSpPr/>
                <p:nvPr/>
              </p:nvSpPr>
              <p:spPr>
                <a:xfrm>
                  <a:off x="2794343" y="1185778"/>
                  <a:ext cx="7211695" cy="1886971"/>
                </a:xfrm>
                <a:custGeom>
                  <a:avLst/>
                  <a:gdLst>
                    <a:gd name="connsiteX0" fmla="*/ 0 w 7137400"/>
                    <a:gd name="connsiteY0" fmla="*/ 3294 h 1876544"/>
                    <a:gd name="connsiteX1" fmla="*/ 2368550 w 7137400"/>
                    <a:gd name="connsiteY1" fmla="*/ 244594 h 1876544"/>
                    <a:gd name="connsiteX2" fmla="*/ 4667250 w 7137400"/>
                    <a:gd name="connsiteY2" fmla="*/ 1559044 h 1876544"/>
                    <a:gd name="connsiteX3" fmla="*/ 7137400 w 7137400"/>
                    <a:gd name="connsiteY3" fmla="*/ 1876544 h 1876544"/>
                    <a:gd name="connsiteX0" fmla="*/ 0 w 7211695"/>
                    <a:gd name="connsiteY0" fmla="*/ 3294 h 1886069"/>
                    <a:gd name="connsiteX1" fmla="*/ 2368550 w 7211695"/>
                    <a:gd name="connsiteY1" fmla="*/ 244594 h 1886069"/>
                    <a:gd name="connsiteX2" fmla="*/ 4667250 w 7211695"/>
                    <a:gd name="connsiteY2" fmla="*/ 1559044 h 1886069"/>
                    <a:gd name="connsiteX3" fmla="*/ 7211695 w 7211695"/>
                    <a:gd name="connsiteY3" fmla="*/ 1886069 h 1886069"/>
                    <a:gd name="connsiteX0" fmla="*/ 0 w 7211695"/>
                    <a:gd name="connsiteY0" fmla="*/ 3294 h 1886971"/>
                    <a:gd name="connsiteX1" fmla="*/ 2368550 w 7211695"/>
                    <a:gd name="connsiteY1" fmla="*/ 244594 h 1886971"/>
                    <a:gd name="connsiteX2" fmla="*/ 4667250 w 7211695"/>
                    <a:gd name="connsiteY2" fmla="*/ 1559044 h 1886971"/>
                    <a:gd name="connsiteX3" fmla="*/ 7211695 w 7211695"/>
                    <a:gd name="connsiteY3" fmla="*/ 1886069 h 1886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1695" h="1886971">
                      <a:moveTo>
                        <a:pt x="0" y="3294"/>
                      </a:moveTo>
                      <a:cubicBezTo>
                        <a:pt x="795337" y="-5702"/>
                        <a:pt x="1590675" y="-14698"/>
                        <a:pt x="2368550" y="244594"/>
                      </a:cubicBezTo>
                      <a:cubicBezTo>
                        <a:pt x="3146425" y="503886"/>
                        <a:pt x="3872442" y="1287052"/>
                        <a:pt x="4667250" y="1559044"/>
                      </a:cubicBezTo>
                      <a:cubicBezTo>
                        <a:pt x="5462058" y="1831036"/>
                        <a:pt x="6429269" y="1895700"/>
                        <a:pt x="7211695" y="1886069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9BD0B726-9630-169C-E17A-BF243641FB92}"/>
                    </a:ext>
                  </a:extLst>
                </p:cNvPr>
                <p:cNvSpPr/>
                <p:nvPr/>
              </p:nvSpPr>
              <p:spPr>
                <a:xfrm>
                  <a:off x="2532981" y="1755738"/>
                  <a:ext cx="7361335" cy="488561"/>
                </a:xfrm>
                <a:custGeom>
                  <a:avLst/>
                  <a:gdLst>
                    <a:gd name="connsiteX0" fmla="*/ 0 w 7949681"/>
                    <a:gd name="connsiteY0" fmla="*/ 951722 h 1007848"/>
                    <a:gd name="connsiteX1" fmla="*/ 1912775 w 7949681"/>
                    <a:gd name="connsiteY1" fmla="*/ 167951 h 1007848"/>
                    <a:gd name="connsiteX2" fmla="*/ 4450702 w 7949681"/>
                    <a:gd name="connsiteY2" fmla="*/ 1007706 h 1007848"/>
                    <a:gd name="connsiteX3" fmla="*/ 6615404 w 7949681"/>
                    <a:gd name="connsiteY3" fmla="*/ 233265 h 1007848"/>
                    <a:gd name="connsiteX4" fmla="*/ 7949681 w 7949681"/>
                    <a:gd name="connsiteY4" fmla="*/ 0 h 1007848"/>
                    <a:gd name="connsiteX0" fmla="*/ 0 w 6615404"/>
                    <a:gd name="connsiteY0" fmla="*/ 783933 h 840059"/>
                    <a:gd name="connsiteX1" fmla="*/ 1912775 w 6615404"/>
                    <a:gd name="connsiteY1" fmla="*/ 162 h 840059"/>
                    <a:gd name="connsiteX2" fmla="*/ 4450702 w 6615404"/>
                    <a:gd name="connsiteY2" fmla="*/ 839917 h 840059"/>
                    <a:gd name="connsiteX3" fmla="*/ 6615404 w 6615404"/>
                    <a:gd name="connsiteY3" fmla="*/ 65476 h 840059"/>
                    <a:gd name="connsiteX0" fmla="*/ 0 w 6615404"/>
                    <a:gd name="connsiteY0" fmla="*/ 799754 h 855880"/>
                    <a:gd name="connsiteX1" fmla="*/ 1912775 w 6615404"/>
                    <a:gd name="connsiteY1" fmla="*/ 15983 h 855880"/>
                    <a:gd name="connsiteX2" fmla="*/ 4450702 w 6615404"/>
                    <a:gd name="connsiteY2" fmla="*/ 855738 h 855880"/>
                    <a:gd name="connsiteX3" fmla="*/ 6615404 w 6615404"/>
                    <a:gd name="connsiteY3" fmla="*/ 81297 h 855880"/>
                    <a:gd name="connsiteX0" fmla="*/ 0 w 6615404"/>
                    <a:gd name="connsiteY0" fmla="*/ 799754 h 913292"/>
                    <a:gd name="connsiteX1" fmla="*/ 1912775 w 6615404"/>
                    <a:gd name="connsiteY1" fmla="*/ 15983 h 913292"/>
                    <a:gd name="connsiteX2" fmla="*/ 4450702 w 6615404"/>
                    <a:gd name="connsiteY2" fmla="*/ 855738 h 913292"/>
                    <a:gd name="connsiteX3" fmla="*/ 6615404 w 6615404"/>
                    <a:gd name="connsiteY3" fmla="*/ 81297 h 913292"/>
                    <a:gd name="connsiteX0" fmla="*/ 0 w 7072604"/>
                    <a:gd name="connsiteY0" fmla="*/ 799754 h 865540"/>
                    <a:gd name="connsiteX1" fmla="*/ 1912775 w 7072604"/>
                    <a:gd name="connsiteY1" fmla="*/ 15983 h 865540"/>
                    <a:gd name="connsiteX2" fmla="*/ 4450702 w 7072604"/>
                    <a:gd name="connsiteY2" fmla="*/ 855738 h 865540"/>
                    <a:gd name="connsiteX3" fmla="*/ 7072604 w 7072604"/>
                    <a:gd name="connsiteY3" fmla="*/ 435861 h 865540"/>
                    <a:gd name="connsiteX0" fmla="*/ 0 w 7072604"/>
                    <a:gd name="connsiteY0" fmla="*/ 799754 h 869733"/>
                    <a:gd name="connsiteX1" fmla="*/ 1912775 w 7072604"/>
                    <a:gd name="connsiteY1" fmla="*/ 15983 h 869733"/>
                    <a:gd name="connsiteX2" fmla="*/ 4450702 w 7072604"/>
                    <a:gd name="connsiteY2" fmla="*/ 855738 h 869733"/>
                    <a:gd name="connsiteX3" fmla="*/ 7072604 w 7072604"/>
                    <a:gd name="connsiteY3" fmla="*/ 435861 h 869733"/>
                    <a:gd name="connsiteX0" fmla="*/ 0 w 7072604"/>
                    <a:gd name="connsiteY0" fmla="*/ 799754 h 909752"/>
                    <a:gd name="connsiteX1" fmla="*/ 1912775 w 7072604"/>
                    <a:gd name="connsiteY1" fmla="*/ 15983 h 909752"/>
                    <a:gd name="connsiteX2" fmla="*/ 4450702 w 7072604"/>
                    <a:gd name="connsiteY2" fmla="*/ 855738 h 909752"/>
                    <a:gd name="connsiteX3" fmla="*/ 7072604 w 7072604"/>
                    <a:gd name="connsiteY3" fmla="*/ 435861 h 909752"/>
                    <a:gd name="connsiteX0" fmla="*/ 0 w 7361853"/>
                    <a:gd name="connsiteY0" fmla="*/ 799754 h 969459"/>
                    <a:gd name="connsiteX1" fmla="*/ 1912775 w 7361853"/>
                    <a:gd name="connsiteY1" fmla="*/ 15983 h 969459"/>
                    <a:gd name="connsiteX2" fmla="*/ 4450702 w 7361853"/>
                    <a:gd name="connsiteY2" fmla="*/ 855738 h 969459"/>
                    <a:gd name="connsiteX3" fmla="*/ 7361853 w 7361853"/>
                    <a:gd name="connsiteY3" fmla="*/ 771763 h 969459"/>
                    <a:gd name="connsiteX0" fmla="*/ 0 w 7361853"/>
                    <a:gd name="connsiteY0" fmla="*/ 799754 h 889173"/>
                    <a:gd name="connsiteX1" fmla="*/ 1912775 w 7361853"/>
                    <a:gd name="connsiteY1" fmla="*/ 15983 h 889173"/>
                    <a:gd name="connsiteX2" fmla="*/ 4450702 w 7361853"/>
                    <a:gd name="connsiteY2" fmla="*/ 855738 h 889173"/>
                    <a:gd name="connsiteX3" fmla="*/ 7361853 w 7361853"/>
                    <a:gd name="connsiteY3" fmla="*/ 771763 h 889173"/>
                    <a:gd name="connsiteX0" fmla="*/ 0 w 7343192"/>
                    <a:gd name="connsiteY0" fmla="*/ 799754 h 875460"/>
                    <a:gd name="connsiteX1" fmla="*/ 1912775 w 7343192"/>
                    <a:gd name="connsiteY1" fmla="*/ 15983 h 875460"/>
                    <a:gd name="connsiteX2" fmla="*/ 4450702 w 7343192"/>
                    <a:gd name="connsiteY2" fmla="*/ 855738 h 875460"/>
                    <a:gd name="connsiteX3" fmla="*/ 7343192 w 7343192"/>
                    <a:gd name="connsiteY3" fmla="*/ 659796 h 875460"/>
                    <a:gd name="connsiteX0" fmla="*/ 0 w 7343192"/>
                    <a:gd name="connsiteY0" fmla="*/ 783782 h 788934"/>
                    <a:gd name="connsiteX1" fmla="*/ 1912775 w 7343192"/>
                    <a:gd name="connsiteY1" fmla="*/ 11 h 788934"/>
                    <a:gd name="connsiteX2" fmla="*/ 4758612 w 7343192"/>
                    <a:gd name="connsiteY2" fmla="*/ 765121 h 788934"/>
                    <a:gd name="connsiteX3" fmla="*/ 7343192 w 7343192"/>
                    <a:gd name="connsiteY3" fmla="*/ 643824 h 788934"/>
                    <a:gd name="connsiteX0" fmla="*/ 0 w 7343192"/>
                    <a:gd name="connsiteY0" fmla="*/ 877086 h 887565"/>
                    <a:gd name="connsiteX1" fmla="*/ 2332653 w 7343192"/>
                    <a:gd name="connsiteY1" fmla="*/ 9 h 887565"/>
                    <a:gd name="connsiteX2" fmla="*/ 4758612 w 7343192"/>
                    <a:gd name="connsiteY2" fmla="*/ 858425 h 887565"/>
                    <a:gd name="connsiteX3" fmla="*/ 7343192 w 7343192"/>
                    <a:gd name="connsiteY3" fmla="*/ 737128 h 887565"/>
                    <a:gd name="connsiteX0" fmla="*/ 0 w 7081935"/>
                    <a:gd name="connsiteY0" fmla="*/ 683060 h 889482"/>
                    <a:gd name="connsiteX1" fmla="*/ 2071396 w 7081935"/>
                    <a:gd name="connsiteY1" fmla="*/ 1926 h 889482"/>
                    <a:gd name="connsiteX2" fmla="*/ 4497355 w 7081935"/>
                    <a:gd name="connsiteY2" fmla="*/ 860342 h 889482"/>
                    <a:gd name="connsiteX3" fmla="*/ 7081935 w 7081935"/>
                    <a:gd name="connsiteY3" fmla="*/ 739045 h 889482"/>
                    <a:gd name="connsiteX0" fmla="*/ 0 w 7081935"/>
                    <a:gd name="connsiteY0" fmla="*/ 323585 h 530007"/>
                    <a:gd name="connsiteX1" fmla="*/ 1741196 w 7081935"/>
                    <a:gd name="connsiteY1" fmla="*/ 23451 h 530007"/>
                    <a:gd name="connsiteX2" fmla="*/ 4497355 w 7081935"/>
                    <a:gd name="connsiteY2" fmla="*/ 500867 h 530007"/>
                    <a:gd name="connsiteX3" fmla="*/ 7081935 w 7081935"/>
                    <a:gd name="connsiteY3" fmla="*/ 379570 h 530007"/>
                    <a:gd name="connsiteX0" fmla="*/ 0 w 7393085"/>
                    <a:gd name="connsiteY0" fmla="*/ 416091 h 508213"/>
                    <a:gd name="connsiteX1" fmla="*/ 2052346 w 7393085"/>
                    <a:gd name="connsiteY1" fmla="*/ 1657 h 508213"/>
                    <a:gd name="connsiteX2" fmla="*/ 4808505 w 7393085"/>
                    <a:gd name="connsiteY2" fmla="*/ 479073 h 508213"/>
                    <a:gd name="connsiteX3" fmla="*/ 7393085 w 7393085"/>
                    <a:gd name="connsiteY3" fmla="*/ 357776 h 508213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80850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58948"/>
                    <a:gd name="connsiteX1" fmla="*/ 2052346 w 7361335"/>
                    <a:gd name="connsiteY1" fmla="*/ 1657 h 558948"/>
                    <a:gd name="connsiteX2" fmla="*/ 4992655 w 7361335"/>
                    <a:gd name="connsiteY2" fmla="*/ 479073 h 558948"/>
                    <a:gd name="connsiteX3" fmla="*/ 7361335 w 7361335"/>
                    <a:gd name="connsiteY3" fmla="*/ 116476 h 558948"/>
                    <a:gd name="connsiteX0" fmla="*/ 0 w 7361335"/>
                    <a:gd name="connsiteY0" fmla="*/ 416091 h 522234"/>
                    <a:gd name="connsiteX1" fmla="*/ 2052346 w 7361335"/>
                    <a:gd name="connsiteY1" fmla="*/ 1657 h 522234"/>
                    <a:gd name="connsiteX2" fmla="*/ 4992655 w 7361335"/>
                    <a:gd name="connsiteY2" fmla="*/ 479073 h 522234"/>
                    <a:gd name="connsiteX3" fmla="*/ 7361335 w 7361335"/>
                    <a:gd name="connsiteY3" fmla="*/ 116476 h 522234"/>
                    <a:gd name="connsiteX0" fmla="*/ 0 w 7361335"/>
                    <a:gd name="connsiteY0" fmla="*/ 416091 h 501861"/>
                    <a:gd name="connsiteX1" fmla="*/ 2052346 w 7361335"/>
                    <a:gd name="connsiteY1" fmla="*/ 1657 h 501861"/>
                    <a:gd name="connsiteX2" fmla="*/ 4992655 w 7361335"/>
                    <a:gd name="connsiteY2" fmla="*/ 479073 h 501861"/>
                    <a:gd name="connsiteX3" fmla="*/ 7361335 w 7361335"/>
                    <a:gd name="connsiteY3" fmla="*/ 116476 h 501861"/>
                    <a:gd name="connsiteX0" fmla="*/ 0 w 7361335"/>
                    <a:gd name="connsiteY0" fmla="*/ 416091 h 488561"/>
                    <a:gd name="connsiteX1" fmla="*/ 2052346 w 7361335"/>
                    <a:gd name="connsiteY1" fmla="*/ 1657 h 488561"/>
                    <a:gd name="connsiteX2" fmla="*/ 4992655 w 7361335"/>
                    <a:gd name="connsiteY2" fmla="*/ 479073 h 488561"/>
                    <a:gd name="connsiteX3" fmla="*/ 7361335 w 7361335"/>
                    <a:gd name="connsiteY3" fmla="*/ 116476 h 488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361335" h="488561">
                      <a:moveTo>
                        <a:pt x="0" y="416091"/>
                      </a:moveTo>
                      <a:cubicBezTo>
                        <a:pt x="585495" y="19540"/>
                        <a:pt x="1220237" y="-8840"/>
                        <a:pt x="2052346" y="1657"/>
                      </a:cubicBezTo>
                      <a:cubicBezTo>
                        <a:pt x="2884455" y="12154"/>
                        <a:pt x="3859115" y="394320"/>
                        <a:pt x="4992655" y="479073"/>
                      </a:cubicBezTo>
                      <a:cubicBezTo>
                        <a:pt x="6126195" y="563826"/>
                        <a:pt x="6712858" y="51162"/>
                        <a:pt x="7361335" y="116476"/>
                      </a:cubicBezTo>
                    </a:path>
                  </a:pathLst>
                </a:custGeom>
                <a:noFill/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107DC84F-F51B-5A81-B6F9-25AB4401B2A5}"/>
                    </a:ext>
                  </a:extLst>
                </p:cNvPr>
                <p:cNvSpPr/>
                <p:nvPr/>
              </p:nvSpPr>
              <p:spPr>
                <a:xfrm>
                  <a:off x="2685381" y="1951758"/>
                  <a:ext cx="7247035" cy="510126"/>
                </a:xfrm>
                <a:custGeom>
                  <a:avLst/>
                  <a:gdLst>
                    <a:gd name="connsiteX0" fmla="*/ 0 w 7949681"/>
                    <a:gd name="connsiteY0" fmla="*/ 951722 h 1007848"/>
                    <a:gd name="connsiteX1" fmla="*/ 1912775 w 7949681"/>
                    <a:gd name="connsiteY1" fmla="*/ 167951 h 1007848"/>
                    <a:gd name="connsiteX2" fmla="*/ 4450702 w 7949681"/>
                    <a:gd name="connsiteY2" fmla="*/ 1007706 h 1007848"/>
                    <a:gd name="connsiteX3" fmla="*/ 6615404 w 7949681"/>
                    <a:gd name="connsiteY3" fmla="*/ 233265 h 1007848"/>
                    <a:gd name="connsiteX4" fmla="*/ 7949681 w 7949681"/>
                    <a:gd name="connsiteY4" fmla="*/ 0 h 1007848"/>
                    <a:gd name="connsiteX0" fmla="*/ 0 w 6615404"/>
                    <a:gd name="connsiteY0" fmla="*/ 783933 h 840059"/>
                    <a:gd name="connsiteX1" fmla="*/ 1912775 w 6615404"/>
                    <a:gd name="connsiteY1" fmla="*/ 162 h 840059"/>
                    <a:gd name="connsiteX2" fmla="*/ 4450702 w 6615404"/>
                    <a:gd name="connsiteY2" fmla="*/ 839917 h 840059"/>
                    <a:gd name="connsiteX3" fmla="*/ 6615404 w 6615404"/>
                    <a:gd name="connsiteY3" fmla="*/ 65476 h 840059"/>
                    <a:gd name="connsiteX0" fmla="*/ 0 w 6615404"/>
                    <a:gd name="connsiteY0" fmla="*/ 799754 h 855880"/>
                    <a:gd name="connsiteX1" fmla="*/ 1912775 w 6615404"/>
                    <a:gd name="connsiteY1" fmla="*/ 15983 h 855880"/>
                    <a:gd name="connsiteX2" fmla="*/ 4450702 w 6615404"/>
                    <a:gd name="connsiteY2" fmla="*/ 855738 h 855880"/>
                    <a:gd name="connsiteX3" fmla="*/ 6615404 w 6615404"/>
                    <a:gd name="connsiteY3" fmla="*/ 81297 h 855880"/>
                    <a:gd name="connsiteX0" fmla="*/ 0 w 6615404"/>
                    <a:gd name="connsiteY0" fmla="*/ 799754 h 913292"/>
                    <a:gd name="connsiteX1" fmla="*/ 1912775 w 6615404"/>
                    <a:gd name="connsiteY1" fmla="*/ 15983 h 913292"/>
                    <a:gd name="connsiteX2" fmla="*/ 4450702 w 6615404"/>
                    <a:gd name="connsiteY2" fmla="*/ 855738 h 913292"/>
                    <a:gd name="connsiteX3" fmla="*/ 6615404 w 6615404"/>
                    <a:gd name="connsiteY3" fmla="*/ 81297 h 913292"/>
                    <a:gd name="connsiteX0" fmla="*/ 0 w 7072604"/>
                    <a:gd name="connsiteY0" fmla="*/ 799754 h 865540"/>
                    <a:gd name="connsiteX1" fmla="*/ 1912775 w 7072604"/>
                    <a:gd name="connsiteY1" fmla="*/ 15983 h 865540"/>
                    <a:gd name="connsiteX2" fmla="*/ 4450702 w 7072604"/>
                    <a:gd name="connsiteY2" fmla="*/ 855738 h 865540"/>
                    <a:gd name="connsiteX3" fmla="*/ 7072604 w 7072604"/>
                    <a:gd name="connsiteY3" fmla="*/ 435861 h 865540"/>
                    <a:gd name="connsiteX0" fmla="*/ 0 w 7072604"/>
                    <a:gd name="connsiteY0" fmla="*/ 799754 h 869733"/>
                    <a:gd name="connsiteX1" fmla="*/ 1912775 w 7072604"/>
                    <a:gd name="connsiteY1" fmla="*/ 15983 h 869733"/>
                    <a:gd name="connsiteX2" fmla="*/ 4450702 w 7072604"/>
                    <a:gd name="connsiteY2" fmla="*/ 855738 h 869733"/>
                    <a:gd name="connsiteX3" fmla="*/ 7072604 w 7072604"/>
                    <a:gd name="connsiteY3" fmla="*/ 435861 h 869733"/>
                    <a:gd name="connsiteX0" fmla="*/ 0 w 7072604"/>
                    <a:gd name="connsiteY0" fmla="*/ 799754 h 909752"/>
                    <a:gd name="connsiteX1" fmla="*/ 1912775 w 7072604"/>
                    <a:gd name="connsiteY1" fmla="*/ 15983 h 909752"/>
                    <a:gd name="connsiteX2" fmla="*/ 4450702 w 7072604"/>
                    <a:gd name="connsiteY2" fmla="*/ 855738 h 909752"/>
                    <a:gd name="connsiteX3" fmla="*/ 7072604 w 7072604"/>
                    <a:gd name="connsiteY3" fmla="*/ 435861 h 909752"/>
                    <a:gd name="connsiteX0" fmla="*/ 0 w 7361853"/>
                    <a:gd name="connsiteY0" fmla="*/ 799754 h 969459"/>
                    <a:gd name="connsiteX1" fmla="*/ 1912775 w 7361853"/>
                    <a:gd name="connsiteY1" fmla="*/ 15983 h 969459"/>
                    <a:gd name="connsiteX2" fmla="*/ 4450702 w 7361853"/>
                    <a:gd name="connsiteY2" fmla="*/ 855738 h 969459"/>
                    <a:gd name="connsiteX3" fmla="*/ 7361853 w 7361853"/>
                    <a:gd name="connsiteY3" fmla="*/ 771763 h 969459"/>
                    <a:gd name="connsiteX0" fmla="*/ 0 w 7361853"/>
                    <a:gd name="connsiteY0" fmla="*/ 799754 h 889173"/>
                    <a:gd name="connsiteX1" fmla="*/ 1912775 w 7361853"/>
                    <a:gd name="connsiteY1" fmla="*/ 15983 h 889173"/>
                    <a:gd name="connsiteX2" fmla="*/ 4450702 w 7361853"/>
                    <a:gd name="connsiteY2" fmla="*/ 855738 h 889173"/>
                    <a:gd name="connsiteX3" fmla="*/ 7361853 w 7361853"/>
                    <a:gd name="connsiteY3" fmla="*/ 771763 h 889173"/>
                    <a:gd name="connsiteX0" fmla="*/ 0 w 7343192"/>
                    <a:gd name="connsiteY0" fmla="*/ 799754 h 875460"/>
                    <a:gd name="connsiteX1" fmla="*/ 1912775 w 7343192"/>
                    <a:gd name="connsiteY1" fmla="*/ 15983 h 875460"/>
                    <a:gd name="connsiteX2" fmla="*/ 4450702 w 7343192"/>
                    <a:gd name="connsiteY2" fmla="*/ 855738 h 875460"/>
                    <a:gd name="connsiteX3" fmla="*/ 7343192 w 7343192"/>
                    <a:gd name="connsiteY3" fmla="*/ 659796 h 875460"/>
                    <a:gd name="connsiteX0" fmla="*/ 0 w 7343192"/>
                    <a:gd name="connsiteY0" fmla="*/ 783782 h 788934"/>
                    <a:gd name="connsiteX1" fmla="*/ 1912775 w 7343192"/>
                    <a:gd name="connsiteY1" fmla="*/ 11 h 788934"/>
                    <a:gd name="connsiteX2" fmla="*/ 4758612 w 7343192"/>
                    <a:gd name="connsiteY2" fmla="*/ 765121 h 788934"/>
                    <a:gd name="connsiteX3" fmla="*/ 7343192 w 7343192"/>
                    <a:gd name="connsiteY3" fmla="*/ 643824 h 788934"/>
                    <a:gd name="connsiteX0" fmla="*/ 0 w 7343192"/>
                    <a:gd name="connsiteY0" fmla="*/ 877086 h 887565"/>
                    <a:gd name="connsiteX1" fmla="*/ 2332653 w 7343192"/>
                    <a:gd name="connsiteY1" fmla="*/ 9 h 887565"/>
                    <a:gd name="connsiteX2" fmla="*/ 4758612 w 7343192"/>
                    <a:gd name="connsiteY2" fmla="*/ 858425 h 887565"/>
                    <a:gd name="connsiteX3" fmla="*/ 7343192 w 7343192"/>
                    <a:gd name="connsiteY3" fmla="*/ 737128 h 887565"/>
                    <a:gd name="connsiteX0" fmla="*/ 0 w 7081935"/>
                    <a:gd name="connsiteY0" fmla="*/ 683060 h 889482"/>
                    <a:gd name="connsiteX1" fmla="*/ 2071396 w 7081935"/>
                    <a:gd name="connsiteY1" fmla="*/ 1926 h 889482"/>
                    <a:gd name="connsiteX2" fmla="*/ 4497355 w 7081935"/>
                    <a:gd name="connsiteY2" fmla="*/ 860342 h 889482"/>
                    <a:gd name="connsiteX3" fmla="*/ 7081935 w 7081935"/>
                    <a:gd name="connsiteY3" fmla="*/ 739045 h 889482"/>
                    <a:gd name="connsiteX0" fmla="*/ 0 w 7081935"/>
                    <a:gd name="connsiteY0" fmla="*/ 323585 h 530007"/>
                    <a:gd name="connsiteX1" fmla="*/ 1741196 w 7081935"/>
                    <a:gd name="connsiteY1" fmla="*/ 23451 h 530007"/>
                    <a:gd name="connsiteX2" fmla="*/ 4497355 w 7081935"/>
                    <a:gd name="connsiteY2" fmla="*/ 500867 h 530007"/>
                    <a:gd name="connsiteX3" fmla="*/ 7081935 w 7081935"/>
                    <a:gd name="connsiteY3" fmla="*/ 379570 h 530007"/>
                    <a:gd name="connsiteX0" fmla="*/ 0 w 7393085"/>
                    <a:gd name="connsiteY0" fmla="*/ 416091 h 508213"/>
                    <a:gd name="connsiteX1" fmla="*/ 2052346 w 7393085"/>
                    <a:gd name="connsiteY1" fmla="*/ 1657 h 508213"/>
                    <a:gd name="connsiteX2" fmla="*/ 4808505 w 7393085"/>
                    <a:gd name="connsiteY2" fmla="*/ 479073 h 508213"/>
                    <a:gd name="connsiteX3" fmla="*/ 7393085 w 7393085"/>
                    <a:gd name="connsiteY3" fmla="*/ 357776 h 508213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80850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58948"/>
                    <a:gd name="connsiteX1" fmla="*/ 2052346 w 7361335"/>
                    <a:gd name="connsiteY1" fmla="*/ 1657 h 558948"/>
                    <a:gd name="connsiteX2" fmla="*/ 4992655 w 7361335"/>
                    <a:gd name="connsiteY2" fmla="*/ 479073 h 558948"/>
                    <a:gd name="connsiteX3" fmla="*/ 7361335 w 7361335"/>
                    <a:gd name="connsiteY3" fmla="*/ 116476 h 558948"/>
                    <a:gd name="connsiteX0" fmla="*/ 0 w 7361335"/>
                    <a:gd name="connsiteY0" fmla="*/ 416091 h 522234"/>
                    <a:gd name="connsiteX1" fmla="*/ 2052346 w 7361335"/>
                    <a:gd name="connsiteY1" fmla="*/ 1657 h 522234"/>
                    <a:gd name="connsiteX2" fmla="*/ 4992655 w 7361335"/>
                    <a:gd name="connsiteY2" fmla="*/ 479073 h 522234"/>
                    <a:gd name="connsiteX3" fmla="*/ 7361335 w 7361335"/>
                    <a:gd name="connsiteY3" fmla="*/ 116476 h 522234"/>
                    <a:gd name="connsiteX0" fmla="*/ 0 w 7361335"/>
                    <a:gd name="connsiteY0" fmla="*/ 416091 h 501861"/>
                    <a:gd name="connsiteX1" fmla="*/ 2052346 w 7361335"/>
                    <a:gd name="connsiteY1" fmla="*/ 1657 h 501861"/>
                    <a:gd name="connsiteX2" fmla="*/ 4992655 w 7361335"/>
                    <a:gd name="connsiteY2" fmla="*/ 479073 h 501861"/>
                    <a:gd name="connsiteX3" fmla="*/ 7361335 w 7361335"/>
                    <a:gd name="connsiteY3" fmla="*/ 116476 h 501861"/>
                    <a:gd name="connsiteX0" fmla="*/ 0 w 7361335"/>
                    <a:gd name="connsiteY0" fmla="*/ 416091 h 488561"/>
                    <a:gd name="connsiteX1" fmla="*/ 2052346 w 7361335"/>
                    <a:gd name="connsiteY1" fmla="*/ 1657 h 488561"/>
                    <a:gd name="connsiteX2" fmla="*/ 4992655 w 7361335"/>
                    <a:gd name="connsiteY2" fmla="*/ 479073 h 488561"/>
                    <a:gd name="connsiteX3" fmla="*/ 7361335 w 7361335"/>
                    <a:gd name="connsiteY3" fmla="*/ 116476 h 488561"/>
                    <a:gd name="connsiteX0" fmla="*/ 0 w 7361335"/>
                    <a:gd name="connsiteY0" fmla="*/ 417442 h 521158"/>
                    <a:gd name="connsiteX1" fmla="*/ 2052346 w 7361335"/>
                    <a:gd name="connsiteY1" fmla="*/ 3008 h 521158"/>
                    <a:gd name="connsiteX2" fmla="*/ 4637055 w 7361335"/>
                    <a:gd name="connsiteY2" fmla="*/ 512174 h 521158"/>
                    <a:gd name="connsiteX3" fmla="*/ 7361335 w 7361335"/>
                    <a:gd name="connsiteY3" fmla="*/ 117827 h 521158"/>
                    <a:gd name="connsiteX0" fmla="*/ 0 w 7247035"/>
                    <a:gd name="connsiteY0" fmla="*/ 417442 h 512500"/>
                    <a:gd name="connsiteX1" fmla="*/ 2052346 w 7247035"/>
                    <a:gd name="connsiteY1" fmla="*/ 3008 h 512500"/>
                    <a:gd name="connsiteX2" fmla="*/ 4637055 w 7247035"/>
                    <a:gd name="connsiteY2" fmla="*/ 512174 h 512500"/>
                    <a:gd name="connsiteX3" fmla="*/ 7247035 w 7247035"/>
                    <a:gd name="connsiteY3" fmla="*/ 92427 h 512500"/>
                    <a:gd name="connsiteX0" fmla="*/ 0 w 7247035"/>
                    <a:gd name="connsiteY0" fmla="*/ 459518 h 510126"/>
                    <a:gd name="connsiteX1" fmla="*/ 2052346 w 7247035"/>
                    <a:gd name="connsiteY1" fmla="*/ 634 h 510126"/>
                    <a:gd name="connsiteX2" fmla="*/ 4637055 w 7247035"/>
                    <a:gd name="connsiteY2" fmla="*/ 509800 h 510126"/>
                    <a:gd name="connsiteX3" fmla="*/ 7247035 w 7247035"/>
                    <a:gd name="connsiteY3" fmla="*/ 90053 h 5101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47035" h="510126">
                      <a:moveTo>
                        <a:pt x="0" y="459518"/>
                      </a:moveTo>
                      <a:cubicBezTo>
                        <a:pt x="585495" y="62967"/>
                        <a:pt x="1279504" y="-7746"/>
                        <a:pt x="2052346" y="634"/>
                      </a:cubicBezTo>
                      <a:cubicBezTo>
                        <a:pt x="2825188" y="9014"/>
                        <a:pt x="3771274" y="494897"/>
                        <a:pt x="4637055" y="509800"/>
                      </a:cubicBezTo>
                      <a:cubicBezTo>
                        <a:pt x="5502836" y="524703"/>
                        <a:pt x="6598558" y="24739"/>
                        <a:pt x="7247035" y="90053"/>
                      </a:cubicBezTo>
                    </a:path>
                  </a:pathLst>
                </a:custGeom>
                <a:noFill/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16F880F9-DDB2-FA5E-6D68-30C775D4E290}"/>
                    </a:ext>
                  </a:extLst>
                </p:cNvPr>
                <p:cNvSpPr/>
                <p:nvPr/>
              </p:nvSpPr>
              <p:spPr>
                <a:xfrm>
                  <a:off x="2786981" y="1512108"/>
                  <a:ext cx="7247035" cy="463552"/>
                </a:xfrm>
                <a:custGeom>
                  <a:avLst/>
                  <a:gdLst>
                    <a:gd name="connsiteX0" fmla="*/ 0 w 7949681"/>
                    <a:gd name="connsiteY0" fmla="*/ 951722 h 1007848"/>
                    <a:gd name="connsiteX1" fmla="*/ 1912775 w 7949681"/>
                    <a:gd name="connsiteY1" fmla="*/ 167951 h 1007848"/>
                    <a:gd name="connsiteX2" fmla="*/ 4450702 w 7949681"/>
                    <a:gd name="connsiteY2" fmla="*/ 1007706 h 1007848"/>
                    <a:gd name="connsiteX3" fmla="*/ 6615404 w 7949681"/>
                    <a:gd name="connsiteY3" fmla="*/ 233265 h 1007848"/>
                    <a:gd name="connsiteX4" fmla="*/ 7949681 w 7949681"/>
                    <a:gd name="connsiteY4" fmla="*/ 0 h 1007848"/>
                    <a:gd name="connsiteX0" fmla="*/ 0 w 6615404"/>
                    <a:gd name="connsiteY0" fmla="*/ 783933 h 840059"/>
                    <a:gd name="connsiteX1" fmla="*/ 1912775 w 6615404"/>
                    <a:gd name="connsiteY1" fmla="*/ 162 h 840059"/>
                    <a:gd name="connsiteX2" fmla="*/ 4450702 w 6615404"/>
                    <a:gd name="connsiteY2" fmla="*/ 839917 h 840059"/>
                    <a:gd name="connsiteX3" fmla="*/ 6615404 w 6615404"/>
                    <a:gd name="connsiteY3" fmla="*/ 65476 h 840059"/>
                    <a:gd name="connsiteX0" fmla="*/ 0 w 6615404"/>
                    <a:gd name="connsiteY0" fmla="*/ 799754 h 855880"/>
                    <a:gd name="connsiteX1" fmla="*/ 1912775 w 6615404"/>
                    <a:gd name="connsiteY1" fmla="*/ 15983 h 855880"/>
                    <a:gd name="connsiteX2" fmla="*/ 4450702 w 6615404"/>
                    <a:gd name="connsiteY2" fmla="*/ 855738 h 855880"/>
                    <a:gd name="connsiteX3" fmla="*/ 6615404 w 6615404"/>
                    <a:gd name="connsiteY3" fmla="*/ 81297 h 855880"/>
                    <a:gd name="connsiteX0" fmla="*/ 0 w 6615404"/>
                    <a:gd name="connsiteY0" fmla="*/ 799754 h 913292"/>
                    <a:gd name="connsiteX1" fmla="*/ 1912775 w 6615404"/>
                    <a:gd name="connsiteY1" fmla="*/ 15983 h 913292"/>
                    <a:gd name="connsiteX2" fmla="*/ 4450702 w 6615404"/>
                    <a:gd name="connsiteY2" fmla="*/ 855738 h 913292"/>
                    <a:gd name="connsiteX3" fmla="*/ 6615404 w 6615404"/>
                    <a:gd name="connsiteY3" fmla="*/ 81297 h 913292"/>
                    <a:gd name="connsiteX0" fmla="*/ 0 w 7072604"/>
                    <a:gd name="connsiteY0" fmla="*/ 799754 h 865540"/>
                    <a:gd name="connsiteX1" fmla="*/ 1912775 w 7072604"/>
                    <a:gd name="connsiteY1" fmla="*/ 15983 h 865540"/>
                    <a:gd name="connsiteX2" fmla="*/ 4450702 w 7072604"/>
                    <a:gd name="connsiteY2" fmla="*/ 855738 h 865540"/>
                    <a:gd name="connsiteX3" fmla="*/ 7072604 w 7072604"/>
                    <a:gd name="connsiteY3" fmla="*/ 435861 h 865540"/>
                    <a:gd name="connsiteX0" fmla="*/ 0 w 7072604"/>
                    <a:gd name="connsiteY0" fmla="*/ 799754 h 869733"/>
                    <a:gd name="connsiteX1" fmla="*/ 1912775 w 7072604"/>
                    <a:gd name="connsiteY1" fmla="*/ 15983 h 869733"/>
                    <a:gd name="connsiteX2" fmla="*/ 4450702 w 7072604"/>
                    <a:gd name="connsiteY2" fmla="*/ 855738 h 869733"/>
                    <a:gd name="connsiteX3" fmla="*/ 7072604 w 7072604"/>
                    <a:gd name="connsiteY3" fmla="*/ 435861 h 869733"/>
                    <a:gd name="connsiteX0" fmla="*/ 0 w 7072604"/>
                    <a:gd name="connsiteY0" fmla="*/ 799754 h 909752"/>
                    <a:gd name="connsiteX1" fmla="*/ 1912775 w 7072604"/>
                    <a:gd name="connsiteY1" fmla="*/ 15983 h 909752"/>
                    <a:gd name="connsiteX2" fmla="*/ 4450702 w 7072604"/>
                    <a:gd name="connsiteY2" fmla="*/ 855738 h 909752"/>
                    <a:gd name="connsiteX3" fmla="*/ 7072604 w 7072604"/>
                    <a:gd name="connsiteY3" fmla="*/ 435861 h 909752"/>
                    <a:gd name="connsiteX0" fmla="*/ 0 w 7361853"/>
                    <a:gd name="connsiteY0" fmla="*/ 799754 h 969459"/>
                    <a:gd name="connsiteX1" fmla="*/ 1912775 w 7361853"/>
                    <a:gd name="connsiteY1" fmla="*/ 15983 h 969459"/>
                    <a:gd name="connsiteX2" fmla="*/ 4450702 w 7361853"/>
                    <a:gd name="connsiteY2" fmla="*/ 855738 h 969459"/>
                    <a:gd name="connsiteX3" fmla="*/ 7361853 w 7361853"/>
                    <a:gd name="connsiteY3" fmla="*/ 771763 h 969459"/>
                    <a:gd name="connsiteX0" fmla="*/ 0 w 7361853"/>
                    <a:gd name="connsiteY0" fmla="*/ 799754 h 889173"/>
                    <a:gd name="connsiteX1" fmla="*/ 1912775 w 7361853"/>
                    <a:gd name="connsiteY1" fmla="*/ 15983 h 889173"/>
                    <a:gd name="connsiteX2" fmla="*/ 4450702 w 7361853"/>
                    <a:gd name="connsiteY2" fmla="*/ 855738 h 889173"/>
                    <a:gd name="connsiteX3" fmla="*/ 7361853 w 7361853"/>
                    <a:gd name="connsiteY3" fmla="*/ 771763 h 889173"/>
                    <a:gd name="connsiteX0" fmla="*/ 0 w 7343192"/>
                    <a:gd name="connsiteY0" fmla="*/ 799754 h 875460"/>
                    <a:gd name="connsiteX1" fmla="*/ 1912775 w 7343192"/>
                    <a:gd name="connsiteY1" fmla="*/ 15983 h 875460"/>
                    <a:gd name="connsiteX2" fmla="*/ 4450702 w 7343192"/>
                    <a:gd name="connsiteY2" fmla="*/ 855738 h 875460"/>
                    <a:gd name="connsiteX3" fmla="*/ 7343192 w 7343192"/>
                    <a:gd name="connsiteY3" fmla="*/ 659796 h 875460"/>
                    <a:gd name="connsiteX0" fmla="*/ 0 w 7343192"/>
                    <a:gd name="connsiteY0" fmla="*/ 783782 h 788934"/>
                    <a:gd name="connsiteX1" fmla="*/ 1912775 w 7343192"/>
                    <a:gd name="connsiteY1" fmla="*/ 11 h 788934"/>
                    <a:gd name="connsiteX2" fmla="*/ 4758612 w 7343192"/>
                    <a:gd name="connsiteY2" fmla="*/ 765121 h 788934"/>
                    <a:gd name="connsiteX3" fmla="*/ 7343192 w 7343192"/>
                    <a:gd name="connsiteY3" fmla="*/ 643824 h 788934"/>
                    <a:gd name="connsiteX0" fmla="*/ 0 w 7343192"/>
                    <a:gd name="connsiteY0" fmla="*/ 877086 h 887565"/>
                    <a:gd name="connsiteX1" fmla="*/ 2332653 w 7343192"/>
                    <a:gd name="connsiteY1" fmla="*/ 9 h 887565"/>
                    <a:gd name="connsiteX2" fmla="*/ 4758612 w 7343192"/>
                    <a:gd name="connsiteY2" fmla="*/ 858425 h 887565"/>
                    <a:gd name="connsiteX3" fmla="*/ 7343192 w 7343192"/>
                    <a:gd name="connsiteY3" fmla="*/ 737128 h 887565"/>
                    <a:gd name="connsiteX0" fmla="*/ 0 w 7081935"/>
                    <a:gd name="connsiteY0" fmla="*/ 683060 h 889482"/>
                    <a:gd name="connsiteX1" fmla="*/ 2071396 w 7081935"/>
                    <a:gd name="connsiteY1" fmla="*/ 1926 h 889482"/>
                    <a:gd name="connsiteX2" fmla="*/ 4497355 w 7081935"/>
                    <a:gd name="connsiteY2" fmla="*/ 860342 h 889482"/>
                    <a:gd name="connsiteX3" fmla="*/ 7081935 w 7081935"/>
                    <a:gd name="connsiteY3" fmla="*/ 739045 h 889482"/>
                    <a:gd name="connsiteX0" fmla="*/ 0 w 7081935"/>
                    <a:gd name="connsiteY0" fmla="*/ 323585 h 530007"/>
                    <a:gd name="connsiteX1" fmla="*/ 1741196 w 7081935"/>
                    <a:gd name="connsiteY1" fmla="*/ 23451 h 530007"/>
                    <a:gd name="connsiteX2" fmla="*/ 4497355 w 7081935"/>
                    <a:gd name="connsiteY2" fmla="*/ 500867 h 530007"/>
                    <a:gd name="connsiteX3" fmla="*/ 7081935 w 7081935"/>
                    <a:gd name="connsiteY3" fmla="*/ 379570 h 530007"/>
                    <a:gd name="connsiteX0" fmla="*/ 0 w 7393085"/>
                    <a:gd name="connsiteY0" fmla="*/ 416091 h 508213"/>
                    <a:gd name="connsiteX1" fmla="*/ 2052346 w 7393085"/>
                    <a:gd name="connsiteY1" fmla="*/ 1657 h 508213"/>
                    <a:gd name="connsiteX2" fmla="*/ 4808505 w 7393085"/>
                    <a:gd name="connsiteY2" fmla="*/ 479073 h 508213"/>
                    <a:gd name="connsiteX3" fmla="*/ 7393085 w 7393085"/>
                    <a:gd name="connsiteY3" fmla="*/ 357776 h 508213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80850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58948"/>
                    <a:gd name="connsiteX1" fmla="*/ 2052346 w 7361335"/>
                    <a:gd name="connsiteY1" fmla="*/ 1657 h 558948"/>
                    <a:gd name="connsiteX2" fmla="*/ 4992655 w 7361335"/>
                    <a:gd name="connsiteY2" fmla="*/ 479073 h 558948"/>
                    <a:gd name="connsiteX3" fmla="*/ 7361335 w 7361335"/>
                    <a:gd name="connsiteY3" fmla="*/ 116476 h 558948"/>
                    <a:gd name="connsiteX0" fmla="*/ 0 w 7361335"/>
                    <a:gd name="connsiteY0" fmla="*/ 416091 h 522234"/>
                    <a:gd name="connsiteX1" fmla="*/ 2052346 w 7361335"/>
                    <a:gd name="connsiteY1" fmla="*/ 1657 h 522234"/>
                    <a:gd name="connsiteX2" fmla="*/ 4992655 w 7361335"/>
                    <a:gd name="connsiteY2" fmla="*/ 479073 h 522234"/>
                    <a:gd name="connsiteX3" fmla="*/ 7361335 w 7361335"/>
                    <a:gd name="connsiteY3" fmla="*/ 116476 h 522234"/>
                    <a:gd name="connsiteX0" fmla="*/ 0 w 7361335"/>
                    <a:gd name="connsiteY0" fmla="*/ 416091 h 501861"/>
                    <a:gd name="connsiteX1" fmla="*/ 2052346 w 7361335"/>
                    <a:gd name="connsiteY1" fmla="*/ 1657 h 501861"/>
                    <a:gd name="connsiteX2" fmla="*/ 4992655 w 7361335"/>
                    <a:gd name="connsiteY2" fmla="*/ 479073 h 501861"/>
                    <a:gd name="connsiteX3" fmla="*/ 7361335 w 7361335"/>
                    <a:gd name="connsiteY3" fmla="*/ 116476 h 501861"/>
                    <a:gd name="connsiteX0" fmla="*/ 0 w 7361335"/>
                    <a:gd name="connsiteY0" fmla="*/ 416091 h 488561"/>
                    <a:gd name="connsiteX1" fmla="*/ 2052346 w 7361335"/>
                    <a:gd name="connsiteY1" fmla="*/ 1657 h 488561"/>
                    <a:gd name="connsiteX2" fmla="*/ 4992655 w 7361335"/>
                    <a:gd name="connsiteY2" fmla="*/ 479073 h 488561"/>
                    <a:gd name="connsiteX3" fmla="*/ 7361335 w 7361335"/>
                    <a:gd name="connsiteY3" fmla="*/ 116476 h 488561"/>
                    <a:gd name="connsiteX0" fmla="*/ 0 w 7361335"/>
                    <a:gd name="connsiteY0" fmla="*/ 351037 h 414114"/>
                    <a:gd name="connsiteX1" fmla="*/ 2071396 w 7361335"/>
                    <a:gd name="connsiteY1" fmla="*/ 6453 h 414114"/>
                    <a:gd name="connsiteX2" fmla="*/ 4992655 w 7361335"/>
                    <a:gd name="connsiteY2" fmla="*/ 414019 h 414114"/>
                    <a:gd name="connsiteX3" fmla="*/ 7361335 w 7361335"/>
                    <a:gd name="connsiteY3" fmla="*/ 51422 h 414114"/>
                    <a:gd name="connsiteX0" fmla="*/ 0 w 7361335"/>
                    <a:gd name="connsiteY0" fmla="*/ 298252 h 437529"/>
                    <a:gd name="connsiteX1" fmla="*/ 2071396 w 7361335"/>
                    <a:gd name="connsiteY1" fmla="*/ 29868 h 437529"/>
                    <a:gd name="connsiteX2" fmla="*/ 4992655 w 7361335"/>
                    <a:gd name="connsiteY2" fmla="*/ 437434 h 437529"/>
                    <a:gd name="connsiteX3" fmla="*/ 7361335 w 7361335"/>
                    <a:gd name="connsiteY3" fmla="*/ 74837 h 437529"/>
                    <a:gd name="connsiteX0" fmla="*/ 0 w 7361335"/>
                    <a:gd name="connsiteY0" fmla="*/ 275880 h 415157"/>
                    <a:gd name="connsiteX1" fmla="*/ 2071396 w 7361335"/>
                    <a:gd name="connsiteY1" fmla="*/ 7496 h 415157"/>
                    <a:gd name="connsiteX2" fmla="*/ 4992655 w 7361335"/>
                    <a:gd name="connsiteY2" fmla="*/ 415062 h 415157"/>
                    <a:gd name="connsiteX3" fmla="*/ 7361335 w 7361335"/>
                    <a:gd name="connsiteY3" fmla="*/ 52465 h 415157"/>
                    <a:gd name="connsiteX0" fmla="*/ 0 w 7361335"/>
                    <a:gd name="connsiteY0" fmla="*/ 278721 h 462439"/>
                    <a:gd name="connsiteX1" fmla="*/ 2071396 w 7361335"/>
                    <a:gd name="connsiteY1" fmla="*/ 10337 h 462439"/>
                    <a:gd name="connsiteX2" fmla="*/ 4973605 w 7361335"/>
                    <a:gd name="connsiteY2" fmla="*/ 462353 h 462439"/>
                    <a:gd name="connsiteX3" fmla="*/ 7361335 w 7361335"/>
                    <a:gd name="connsiteY3" fmla="*/ 55306 h 462439"/>
                    <a:gd name="connsiteX0" fmla="*/ 0 w 7247035"/>
                    <a:gd name="connsiteY0" fmla="*/ 278721 h 463552"/>
                    <a:gd name="connsiteX1" fmla="*/ 2071396 w 7247035"/>
                    <a:gd name="connsiteY1" fmla="*/ 10337 h 463552"/>
                    <a:gd name="connsiteX2" fmla="*/ 4973605 w 7247035"/>
                    <a:gd name="connsiteY2" fmla="*/ 462353 h 463552"/>
                    <a:gd name="connsiteX3" fmla="*/ 7247035 w 7247035"/>
                    <a:gd name="connsiteY3" fmla="*/ 163256 h 463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47035" h="463552">
                      <a:moveTo>
                        <a:pt x="0" y="278721"/>
                      </a:moveTo>
                      <a:cubicBezTo>
                        <a:pt x="661695" y="2820"/>
                        <a:pt x="1242462" y="-20268"/>
                        <a:pt x="2071396" y="10337"/>
                      </a:cubicBezTo>
                      <a:cubicBezTo>
                        <a:pt x="2900330" y="40942"/>
                        <a:pt x="4110999" y="436867"/>
                        <a:pt x="4973605" y="462353"/>
                      </a:cubicBezTo>
                      <a:cubicBezTo>
                        <a:pt x="5836211" y="487839"/>
                        <a:pt x="6598558" y="97942"/>
                        <a:pt x="7247035" y="163256"/>
                      </a:cubicBezTo>
                    </a:path>
                  </a:pathLst>
                </a:custGeom>
                <a:noFill/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D2148092-AA61-93CD-A40C-56BF9A49DB22}"/>
                    </a:ext>
                  </a:extLst>
                </p:cNvPr>
                <p:cNvSpPr/>
                <p:nvPr/>
              </p:nvSpPr>
              <p:spPr>
                <a:xfrm>
                  <a:off x="2583781" y="2221937"/>
                  <a:ext cx="7386735" cy="478070"/>
                </a:xfrm>
                <a:custGeom>
                  <a:avLst/>
                  <a:gdLst>
                    <a:gd name="connsiteX0" fmla="*/ 0 w 7949681"/>
                    <a:gd name="connsiteY0" fmla="*/ 951722 h 1007848"/>
                    <a:gd name="connsiteX1" fmla="*/ 1912775 w 7949681"/>
                    <a:gd name="connsiteY1" fmla="*/ 167951 h 1007848"/>
                    <a:gd name="connsiteX2" fmla="*/ 4450702 w 7949681"/>
                    <a:gd name="connsiteY2" fmla="*/ 1007706 h 1007848"/>
                    <a:gd name="connsiteX3" fmla="*/ 6615404 w 7949681"/>
                    <a:gd name="connsiteY3" fmla="*/ 233265 h 1007848"/>
                    <a:gd name="connsiteX4" fmla="*/ 7949681 w 7949681"/>
                    <a:gd name="connsiteY4" fmla="*/ 0 h 1007848"/>
                    <a:gd name="connsiteX0" fmla="*/ 0 w 6615404"/>
                    <a:gd name="connsiteY0" fmla="*/ 783933 h 840059"/>
                    <a:gd name="connsiteX1" fmla="*/ 1912775 w 6615404"/>
                    <a:gd name="connsiteY1" fmla="*/ 162 h 840059"/>
                    <a:gd name="connsiteX2" fmla="*/ 4450702 w 6615404"/>
                    <a:gd name="connsiteY2" fmla="*/ 839917 h 840059"/>
                    <a:gd name="connsiteX3" fmla="*/ 6615404 w 6615404"/>
                    <a:gd name="connsiteY3" fmla="*/ 65476 h 840059"/>
                    <a:gd name="connsiteX0" fmla="*/ 0 w 6615404"/>
                    <a:gd name="connsiteY0" fmla="*/ 799754 h 855880"/>
                    <a:gd name="connsiteX1" fmla="*/ 1912775 w 6615404"/>
                    <a:gd name="connsiteY1" fmla="*/ 15983 h 855880"/>
                    <a:gd name="connsiteX2" fmla="*/ 4450702 w 6615404"/>
                    <a:gd name="connsiteY2" fmla="*/ 855738 h 855880"/>
                    <a:gd name="connsiteX3" fmla="*/ 6615404 w 6615404"/>
                    <a:gd name="connsiteY3" fmla="*/ 81297 h 855880"/>
                    <a:gd name="connsiteX0" fmla="*/ 0 w 6615404"/>
                    <a:gd name="connsiteY0" fmla="*/ 799754 h 913292"/>
                    <a:gd name="connsiteX1" fmla="*/ 1912775 w 6615404"/>
                    <a:gd name="connsiteY1" fmla="*/ 15983 h 913292"/>
                    <a:gd name="connsiteX2" fmla="*/ 4450702 w 6615404"/>
                    <a:gd name="connsiteY2" fmla="*/ 855738 h 913292"/>
                    <a:gd name="connsiteX3" fmla="*/ 6615404 w 6615404"/>
                    <a:gd name="connsiteY3" fmla="*/ 81297 h 913292"/>
                    <a:gd name="connsiteX0" fmla="*/ 0 w 7072604"/>
                    <a:gd name="connsiteY0" fmla="*/ 799754 h 865540"/>
                    <a:gd name="connsiteX1" fmla="*/ 1912775 w 7072604"/>
                    <a:gd name="connsiteY1" fmla="*/ 15983 h 865540"/>
                    <a:gd name="connsiteX2" fmla="*/ 4450702 w 7072604"/>
                    <a:gd name="connsiteY2" fmla="*/ 855738 h 865540"/>
                    <a:gd name="connsiteX3" fmla="*/ 7072604 w 7072604"/>
                    <a:gd name="connsiteY3" fmla="*/ 435861 h 865540"/>
                    <a:gd name="connsiteX0" fmla="*/ 0 w 7072604"/>
                    <a:gd name="connsiteY0" fmla="*/ 799754 h 869733"/>
                    <a:gd name="connsiteX1" fmla="*/ 1912775 w 7072604"/>
                    <a:gd name="connsiteY1" fmla="*/ 15983 h 869733"/>
                    <a:gd name="connsiteX2" fmla="*/ 4450702 w 7072604"/>
                    <a:gd name="connsiteY2" fmla="*/ 855738 h 869733"/>
                    <a:gd name="connsiteX3" fmla="*/ 7072604 w 7072604"/>
                    <a:gd name="connsiteY3" fmla="*/ 435861 h 869733"/>
                    <a:gd name="connsiteX0" fmla="*/ 0 w 7072604"/>
                    <a:gd name="connsiteY0" fmla="*/ 799754 h 909752"/>
                    <a:gd name="connsiteX1" fmla="*/ 1912775 w 7072604"/>
                    <a:gd name="connsiteY1" fmla="*/ 15983 h 909752"/>
                    <a:gd name="connsiteX2" fmla="*/ 4450702 w 7072604"/>
                    <a:gd name="connsiteY2" fmla="*/ 855738 h 909752"/>
                    <a:gd name="connsiteX3" fmla="*/ 7072604 w 7072604"/>
                    <a:gd name="connsiteY3" fmla="*/ 435861 h 909752"/>
                    <a:gd name="connsiteX0" fmla="*/ 0 w 7361853"/>
                    <a:gd name="connsiteY0" fmla="*/ 799754 h 969459"/>
                    <a:gd name="connsiteX1" fmla="*/ 1912775 w 7361853"/>
                    <a:gd name="connsiteY1" fmla="*/ 15983 h 969459"/>
                    <a:gd name="connsiteX2" fmla="*/ 4450702 w 7361853"/>
                    <a:gd name="connsiteY2" fmla="*/ 855738 h 969459"/>
                    <a:gd name="connsiteX3" fmla="*/ 7361853 w 7361853"/>
                    <a:gd name="connsiteY3" fmla="*/ 771763 h 969459"/>
                    <a:gd name="connsiteX0" fmla="*/ 0 w 7361853"/>
                    <a:gd name="connsiteY0" fmla="*/ 799754 h 889173"/>
                    <a:gd name="connsiteX1" fmla="*/ 1912775 w 7361853"/>
                    <a:gd name="connsiteY1" fmla="*/ 15983 h 889173"/>
                    <a:gd name="connsiteX2" fmla="*/ 4450702 w 7361853"/>
                    <a:gd name="connsiteY2" fmla="*/ 855738 h 889173"/>
                    <a:gd name="connsiteX3" fmla="*/ 7361853 w 7361853"/>
                    <a:gd name="connsiteY3" fmla="*/ 771763 h 889173"/>
                    <a:gd name="connsiteX0" fmla="*/ 0 w 7343192"/>
                    <a:gd name="connsiteY0" fmla="*/ 799754 h 875460"/>
                    <a:gd name="connsiteX1" fmla="*/ 1912775 w 7343192"/>
                    <a:gd name="connsiteY1" fmla="*/ 15983 h 875460"/>
                    <a:gd name="connsiteX2" fmla="*/ 4450702 w 7343192"/>
                    <a:gd name="connsiteY2" fmla="*/ 855738 h 875460"/>
                    <a:gd name="connsiteX3" fmla="*/ 7343192 w 7343192"/>
                    <a:gd name="connsiteY3" fmla="*/ 659796 h 875460"/>
                    <a:gd name="connsiteX0" fmla="*/ 0 w 7343192"/>
                    <a:gd name="connsiteY0" fmla="*/ 783782 h 788934"/>
                    <a:gd name="connsiteX1" fmla="*/ 1912775 w 7343192"/>
                    <a:gd name="connsiteY1" fmla="*/ 11 h 788934"/>
                    <a:gd name="connsiteX2" fmla="*/ 4758612 w 7343192"/>
                    <a:gd name="connsiteY2" fmla="*/ 765121 h 788934"/>
                    <a:gd name="connsiteX3" fmla="*/ 7343192 w 7343192"/>
                    <a:gd name="connsiteY3" fmla="*/ 643824 h 788934"/>
                    <a:gd name="connsiteX0" fmla="*/ 0 w 7343192"/>
                    <a:gd name="connsiteY0" fmla="*/ 877086 h 887565"/>
                    <a:gd name="connsiteX1" fmla="*/ 2332653 w 7343192"/>
                    <a:gd name="connsiteY1" fmla="*/ 9 h 887565"/>
                    <a:gd name="connsiteX2" fmla="*/ 4758612 w 7343192"/>
                    <a:gd name="connsiteY2" fmla="*/ 858425 h 887565"/>
                    <a:gd name="connsiteX3" fmla="*/ 7343192 w 7343192"/>
                    <a:gd name="connsiteY3" fmla="*/ 737128 h 887565"/>
                    <a:gd name="connsiteX0" fmla="*/ 0 w 7081935"/>
                    <a:gd name="connsiteY0" fmla="*/ 683060 h 889482"/>
                    <a:gd name="connsiteX1" fmla="*/ 2071396 w 7081935"/>
                    <a:gd name="connsiteY1" fmla="*/ 1926 h 889482"/>
                    <a:gd name="connsiteX2" fmla="*/ 4497355 w 7081935"/>
                    <a:gd name="connsiteY2" fmla="*/ 860342 h 889482"/>
                    <a:gd name="connsiteX3" fmla="*/ 7081935 w 7081935"/>
                    <a:gd name="connsiteY3" fmla="*/ 739045 h 889482"/>
                    <a:gd name="connsiteX0" fmla="*/ 0 w 7081935"/>
                    <a:gd name="connsiteY0" fmla="*/ 323585 h 530007"/>
                    <a:gd name="connsiteX1" fmla="*/ 1741196 w 7081935"/>
                    <a:gd name="connsiteY1" fmla="*/ 23451 h 530007"/>
                    <a:gd name="connsiteX2" fmla="*/ 4497355 w 7081935"/>
                    <a:gd name="connsiteY2" fmla="*/ 500867 h 530007"/>
                    <a:gd name="connsiteX3" fmla="*/ 7081935 w 7081935"/>
                    <a:gd name="connsiteY3" fmla="*/ 379570 h 530007"/>
                    <a:gd name="connsiteX0" fmla="*/ 0 w 7393085"/>
                    <a:gd name="connsiteY0" fmla="*/ 416091 h 508213"/>
                    <a:gd name="connsiteX1" fmla="*/ 2052346 w 7393085"/>
                    <a:gd name="connsiteY1" fmla="*/ 1657 h 508213"/>
                    <a:gd name="connsiteX2" fmla="*/ 4808505 w 7393085"/>
                    <a:gd name="connsiteY2" fmla="*/ 479073 h 508213"/>
                    <a:gd name="connsiteX3" fmla="*/ 7393085 w 7393085"/>
                    <a:gd name="connsiteY3" fmla="*/ 357776 h 508213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80850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58948"/>
                    <a:gd name="connsiteX1" fmla="*/ 2052346 w 7361335"/>
                    <a:gd name="connsiteY1" fmla="*/ 1657 h 558948"/>
                    <a:gd name="connsiteX2" fmla="*/ 4992655 w 7361335"/>
                    <a:gd name="connsiteY2" fmla="*/ 479073 h 558948"/>
                    <a:gd name="connsiteX3" fmla="*/ 7361335 w 7361335"/>
                    <a:gd name="connsiteY3" fmla="*/ 116476 h 558948"/>
                    <a:gd name="connsiteX0" fmla="*/ 0 w 7361335"/>
                    <a:gd name="connsiteY0" fmla="*/ 416091 h 522234"/>
                    <a:gd name="connsiteX1" fmla="*/ 2052346 w 7361335"/>
                    <a:gd name="connsiteY1" fmla="*/ 1657 h 522234"/>
                    <a:gd name="connsiteX2" fmla="*/ 4992655 w 7361335"/>
                    <a:gd name="connsiteY2" fmla="*/ 479073 h 522234"/>
                    <a:gd name="connsiteX3" fmla="*/ 7361335 w 7361335"/>
                    <a:gd name="connsiteY3" fmla="*/ 116476 h 522234"/>
                    <a:gd name="connsiteX0" fmla="*/ 0 w 7361335"/>
                    <a:gd name="connsiteY0" fmla="*/ 416091 h 501861"/>
                    <a:gd name="connsiteX1" fmla="*/ 2052346 w 7361335"/>
                    <a:gd name="connsiteY1" fmla="*/ 1657 h 501861"/>
                    <a:gd name="connsiteX2" fmla="*/ 4992655 w 7361335"/>
                    <a:gd name="connsiteY2" fmla="*/ 479073 h 501861"/>
                    <a:gd name="connsiteX3" fmla="*/ 7361335 w 7361335"/>
                    <a:gd name="connsiteY3" fmla="*/ 116476 h 501861"/>
                    <a:gd name="connsiteX0" fmla="*/ 0 w 7361335"/>
                    <a:gd name="connsiteY0" fmla="*/ 416091 h 488561"/>
                    <a:gd name="connsiteX1" fmla="*/ 2052346 w 7361335"/>
                    <a:gd name="connsiteY1" fmla="*/ 1657 h 488561"/>
                    <a:gd name="connsiteX2" fmla="*/ 4992655 w 7361335"/>
                    <a:gd name="connsiteY2" fmla="*/ 479073 h 488561"/>
                    <a:gd name="connsiteX3" fmla="*/ 7361335 w 7361335"/>
                    <a:gd name="connsiteY3" fmla="*/ 116476 h 488561"/>
                    <a:gd name="connsiteX0" fmla="*/ 0 w 7386735"/>
                    <a:gd name="connsiteY0" fmla="*/ 503369 h 503369"/>
                    <a:gd name="connsiteX1" fmla="*/ 2077746 w 7386735"/>
                    <a:gd name="connsiteY1" fmla="*/ 35 h 503369"/>
                    <a:gd name="connsiteX2" fmla="*/ 5018055 w 7386735"/>
                    <a:gd name="connsiteY2" fmla="*/ 477451 h 503369"/>
                    <a:gd name="connsiteX3" fmla="*/ 7386735 w 7386735"/>
                    <a:gd name="connsiteY3" fmla="*/ 114854 h 503369"/>
                    <a:gd name="connsiteX0" fmla="*/ 0 w 7386735"/>
                    <a:gd name="connsiteY0" fmla="*/ 477966 h 477966"/>
                    <a:gd name="connsiteX1" fmla="*/ 2084096 w 7386735"/>
                    <a:gd name="connsiteY1" fmla="*/ 32 h 477966"/>
                    <a:gd name="connsiteX2" fmla="*/ 5018055 w 7386735"/>
                    <a:gd name="connsiteY2" fmla="*/ 452048 h 477966"/>
                    <a:gd name="connsiteX3" fmla="*/ 7386735 w 7386735"/>
                    <a:gd name="connsiteY3" fmla="*/ 89451 h 477966"/>
                    <a:gd name="connsiteX0" fmla="*/ 0 w 7386735"/>
                    <a:gd name="connsiteY0" fmla="*/ 478098 h 478098"/>
                    <a:gd name="connsiteX1" fmla="*/ 2084096 w 7386735"/>
                    <a:gd name="connsiteY1" fmla="*/ 164 h 478098"/>
                    <a:gd name="connsiteX2" fmla="*/ 5024405 w 7386735"/>
                    <a:gd name="connsiteY2" fmla="*/ 420430 h 478098"/>
                    <a:gd name="connsiteX3" fmla="*/ 7386735 w 7386735"/>
                    <a:gd name="connsiteY3" fmla="*/ 89583 h 478098"/>
                    <a:gd name="connsiteX0" fmla="*/ 0 w 7386735"/>
                    <a:gd name="connsiteY0" fmla="*/ 478070 h 478070"/>
                    <a:gd name="connsiteX1" fmla="*/ 2084096 w 7386735"/>
                    <a:gd name="connsiteY1" fmla="*/ 136 h 478070"/>
                    <a:gd name="connsiteX2" fmla="*/ 5024405 w 7386735"/>
                    <a:gd name="connsiteY2" fmla="*/ 420402 h 478070"/>
                    <a:gd name="connsiteX3" fmla="*/ 7386735 w 7386735"/>
                    <a:gd name="connsiteY3" fmla="*/ 89555 h 478070"/>
                    <a:gd name="connsiteX0" fmla="*/ 0 w 7386735"/>
                    <a:gd name="connsiteY0" fmla="*/ 478070 h 478070"/>
                    <a:gd name="connsiteX1" fmla="*/ 2084096 w 7386735"/>
                    <a:gd name="connsiteY1" fmla="*/ 136 h 478070"/>
                    <a:gd name="connsiteX2" fmla="*/ 5024405 w 7386735"/>
                    <a:gd name="connsiteY2" fmla="*/ 420402 h 478070"/>
                    <a:gd name="connsiteX3" fmla="*/ 7386735 w 7386735"/>
                    <a:gd name="connsiteY3" fmla="*/ 89555 h 478070"/>
                    <a:gd name="connsiteX0" fmla="*/ 0 w 7386735"/>
                    <a:gd name="connsiteY0" fmla="*/ 478070 h 478070"/>
                    <a:gd name="connsiteX1" fmla="*/ 2084096 w 7386735"/>
                    <a:gd name="connsiteY1" fmla="*/ 136 h 478070"/>
                    <a:gd name="connsiteX2" fmla="*/ 5024405 w 7386735"/>
                    <a:gd name="connsiteY2" fmla="*/ 420402 h 478070"/>
                    <a:gd name="connsiteX3" fmla="*/ 7386735 w 7386735"/>
                    <a:gd name="connsiteY3" fmla="*/ 89555 h 4780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386735" h="478070">
                      <a:moveTo>
                        <a:pt x="0" y="478070"/>
                      </a:moveTo>
                      <a:cubicBezTo>
                        <a:pt x="585495" y="81519"/>
                        <a:pt x="1246695" y="9747"/>
                        <a:pt x="2084096" y="136"/>
                      </a:cubicBezTo>
                      <a:cubicBezTo>
                        <a:pt x="2921497" y="-9475"/>
                        <a:pt x="4140632" y="494399"/>
                        <a:pt x="5024405" y="420402"/>
                      </a:cubicBezTo>
                      <a:cubicBezTo>
                        <a:pt x="5908178" y="346405"/>
                        <a:pt x="6706508" y="106791"/>
                        <a:pt x="7386735" y="89555"/>
                      </a:cubicBezTo>
                    </a:path>
                  </a:pathLst>
                </a:custGeom>
                <a:noFill/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ECB780D1-E473-E9DB-EF09-16EE3827F27E}"/>
                    </a:ext>
                  </a:extLst>
                </p:cNvPr>
                <p:cNvSpPr/>
                <p:nvPr/>
              </p:nvSpPr>
              <p:spPr>
                <a:xfrm>
                  <a:off x="2475831" y="1240491"/>
                  <a:ext cx="7583585" cy="525571"/>
                </a:xfrm>
                <a:custGeom>
                  <a:avLst/>
                  <a:gdLst>
                    <a:gd name="connsiteX0" fmla="*/ 0 w 7949681"/>
                    <a:gd name="connsiteY0" fmla="*/ 951722 h 1007848"/>
                    <a:gd name="connsiteX1" fmla="*/ 1912775 w 7949681"/>
                    <a:gd name="connsiteY1" fmla="*/ 167951 h 1007848"/>
                    <a:gd name="connsiteX2" fmla="*/ 4450702 w 7949681"/>
                    <a:gd name="connsiteY2" fmla="*/ 1007706 h 1007848"/>
                    <a:gd name="connsiteX3" fmla="*/ 6615404 w 7949681"/>
                    <a:gd name="connsiteY3" fmla="*/ 233265 h 1007848"/>
                    <a:gd name="connsiteX4" fmla="*/ 7949681 w 7949681"/>
                    <a:gd name="connsiteY4" fmla="*/ 0 h 1007848"/>
                    <a:gd name="connsiteX0" fmla="*/ 0 w 6615404"/>
                    <a:gd name="connsiteY0" fmla="*/ 783933 h 840059"/>
                    <a:gd name="connsiteX1" fmla="*/ 1912775 w 6615404"/>
                    <a:gd name="connsiteY1" fmla="*/ 162 h 840059"/>
                    <a:gd name="connsiteX2" fmla="*/ 4450702 w 6615404"/>
                    <a:gd name="connsiteY2" fmla="*/ 839917 h 840059"/>
                    <a:gd name="connsiteX3" fmla="*/ 6615404 w 6615404"/>
                    <a:gd name="connsiteY3" fmla="*/ 65476 h 840059"/>
                    <a:gd name="connsiteX0" fmla="*/ 0 w 6615404"/>
                    <a:gd name="connsiteY0" fmla="*/ 799754 h 855880"/>
                    <a:gd name="connsiteX1" fmla="*/ 1912775 w 6615404"/>
                    <a:gd name="connsiteY1" fmla="*/ 15983 h 855880"/>
                    <a:gd name="connsiteX2" fmla="*/ 4450702 w 6615404"/>
                    <a:gd name="connsiteY2" fmla="*/ 855738 h 855880"/>
                    <a:gd name="connsiteX3" fmla="*/ 6615404 w 6615404"/>
                    <a:gd name="connsiteY3" fmla="*/ 81297 h 855880"/>
                    <a:gd name="connsiteX0" fmla="*/ 0 w 6615404"/>
                    <a:gd name="connsiteY0" fmla="*/ 799754 h 913292"/>
                    <a:gd name="connsiteX1" fmla="*/ 1912775 w 6615404"/>
                    <a:gd name="connsiteY1" fmla="*/ 15983 h 913292"/>
                    <a:gd name="connsiteX2" fmla="*/ 4450702 w 6615404"/>
                    <a:gd name="connsiteY2" fmla="*/ 855738 h 913292"/>
                    <a:gd name="connsiteX3" fmla="*/ 6615404 w 6615404"/>
                    <a:gd name="connsiteY3" fmla="*/ 81297 h 913292"/>
                    <a:gd name="connsiteX0" fmla="*/ 0 w 7072604"/>
                    <a:gd name="connsiteY0" fmla="*/ 799754 h 865540"/>
                    <a:gd name="connsiteX1" fmla="*/ 1912775 w 7072604"/>
                    <a:gd name="connsiteY1" fmla="*/ 15983 h 865540"/>
                    <a:gd name="connsiteX2" fmla="*/ 4450702 w 7072604"/>
                    <a:gd name="connsiteY2" fmla="*/ 855738 h 865540"/>
                    <a:gd name="connsiteX3" fmla="*/ 7072604 w 7072604"/>
                    <a:gd name="connsiteY3" fmla="*/ 435861 h 865540"/>
                    <a:gd name="connsiteX0" fmla="*/ 0 w 7072604"/>
                    <a:gd name="connsiteY0" fmla="*/ 799754 h 869733"/>
                    <a:gd name="connsiteX1" fmla="*/ 1912775 w 7072604"/>
                    <a:gd name="connsiteY1" fmla="*/ 15983 h 869733"/>
                    <a:gd name="connsiteX2" fmla="*/ 4450702 w 7072604"/>
                    <a:gd name="connsiteY2" fmla="*/ 855738 h 869733"/>
                    <a:gd name="connsiteX3" fmla="*/ 7072604 w 7072604"/>
                    <a:gd name="connsiteY3" fmla="*/ 435861 h 869733"/>
                    <a:gd name="connsiteX0" fmla="*/ 0 w 7072604"/>
                    <a:gd name="connsiteY0" fmla="*/ 799754 h 909752"/>
                    <a:gd name="connsiteX1" fmla="*/ 1912775 w 7072604"/>
                    <a:gd name="connsiteY1" fmla="*/ 15983 h 909752"/>
                    <a:gd name="connsiteX2" fmla="*/ 4450702 w 7072604"/>
                    <a:gd name="connsiteY2" fmla="*/ 855738 h 909752"/>
                    <a:gd name="connsiteX3" fmla="*/ 7072604 w 7072604"/>
                    <a:gd name="connsiteY3" fmla="*/ 435861 h 909752"/>
                    <a:gd name="connsiteX0" fmla="*/ 0 w 7361853"/>
                    <a:gd name="connsiteY0" fmla="*/ 799754 h 969459"/>
                    <a:gd name="connsiteX1" fmla="*/ 1912775 w 7361853"/>
                    <a:gd name="connsiteY1" fmla="*/ 15983 h 969459"/>
                    <a:gd name="connsiteX2" fmla="*/ 4450702 w 7361853"/>
                    <a:gd name="connsiteY2" fmla="*/ 855738 h 969459"/>
                    <a:gd name="connsiteX3" fmla="*/ 7361853 w 7361853"/>
                    <a:gd name="connsiteY3" fmla="*/ 771763 h 969459"/>
                    <a:gd name="connsiteX0" fmla="*/ 0 w 7361853"/>
                    <a:gd name="connsiteY0" fmla="*/ 799754 h 889173"/>
                    <a:gd name="connsiteX1" fmla="*/ 1912775 w 7361853"/>
                    <a:gd name="connsiteY1" fmla="*/ 15983 h 889173"/>
                    <a:gd name="connsiteX2" fmla="*/ 4450702 w 7361853"/>
                    <a:gd name="connsiteY2" fmla="*/ 855738 h 889173"/>
                    <a:gd name="connsiteX3" fmla="*/ 7361853 w 7361853"/>
                    <a:gd name="connsiteY3" fmla="*/ 771763 h 889173"/>
                    <a:gd name="connsiteX0" fmla="*/ 0 w 7343192"/>
                    <a:gd name="connsiteY0" fmla="*/ 799754 h 875460"/>
                    <a:gd name="connsiteX1" fmla="*/ 1912775 w 7343192"/>
                    <a:gd name="connsiteY1" fmla="*/ 15983 h 875460"/>
                    <a:gd name="connsiteX2" fmla="*/ 4450702 w 7343192"/>
                    <a:gd name="connsiteY2" fmla="*/ 855738 h 875460"/>
                    <a:gd name="connsiteX3" fmla="*/ 7343192 w 7343192"/>
                    <a:gd name="connsiteY3" fmla="*/ 659796 h 875460"/>
                    <a:gd name="connsiteX0" fmla="*/ 0 w 7343192"/>
                    <a:gd name="connsiteY0" fmla="*/ 783782 h 788934"/>
                    <a:gd name="connsiteX1" fmla="*/ 1912775 w 7343192"/>
                    <a:gd name="connsiteY1" fmla="*/ 11 h 788934"/>
                    <a:gd name="connsiteX2" fmla="*/ 4758612 w 7343192"/>
                    <a:gd name="connsiteY2" fmla="*/ 765121 h 788934"/>
                    <a:gd name="connsiteX3" fmla="*/ 7343192 w 7343192"/>
                    <a:gd name="connsiteY3" fmla="*/ 643824 h 788934"/>
                    <a:gd name="connsiteX0" fmla="*/ 0 w 7343192"/>
                    <a:gd name="connsiteY0" fmla="*/ 877086 h 887565"/>
                    <a:gd name="connsiteX1" fmla="*/ 2332653 w 7343192"/>
                    <a:gd name="connsiteY1" fmla="*/ 9 h 887565"/>
                    <a:gd name="connsiteX2" fmla="*/ 4758612 w 7343192"/>
                    <a:gd name="connsiteY2" fmla="*/ 858425 h 887565"/>
                    <a:gd name="connsiteX3" fmla="*/ 7343192 w 7343192"/>
                    <a:gd name="connsiteY3" fmla="*/ 737128 h 887565"/>
                    <a:gd name="connsiteX0" fmla="*/ 0 w 7081935"/>
                    <a:gd name="connsiteY0" fmla="*/ 683060 h 889482"/>
                    <a:gd name="connsiteX1" fmla="*/ 2071396 w 7081935"/>
                    <a:gd name="connsiteY1" fmla="*/ 1926 h 889482"/>
                    <a:gd name="connsiteX2" fmla="*/ 4497355 w 7081935"/>
                    <a:gd name="connsiteY2" fmla="*/ 860342 h 889482"/>
                    <a:gd name="connsiteX3" fmla="*/ 7081935 w 7081935"/>
                    <a:gd name="connsiteY3" fmla="*/ 739045 h 889482"/>
                    <a:gd name="connsiteX0" fmla="*/ 0 w 7081935"/>
                    <a:gd name="connsiteY0" fmla="*/ 323585 h 530007"/>
                    <a:gd name="connsiteX1" fmla="*/ 1741196 w 7081935"/>
                    <a:gd name="connsiteY1" fmla="*/ 23451 h 530007"/>
                    <a:gd name="connsiteX2" fmla="*/ 4497355 w 7081935"/>
                    <a:gd name="connsiteY2" fmla="*/ 500867 h 530007"/>
                    <a:gd name="connsiteX3" fmla="*/ 7081935 w 7081935"/>
                    <a:gd name="connsiteY3" fmla="*/ 379570 h 530007"/>
                    <a:gd name="connsiteX0" fmla="*/ 0 w 7393085"/>
                    <a:gd name="connsiteY0" fmla="*/ 416091 h 508213"/>
                    <a:gd name="connsiteX1" fmla="*/ 2052346 w 7393085"/>
                    <a:gd name="connsiteY1" fmla="*/ 1657 h 508213"/>
                    <a:gd name="connsiteX2" fmla="*/ 4808505 w 7393085"/>
                    <a:gd name="connsiteY2" fmla="*/ 479073 h 508213"/>
                    <a:gd name="connsiteX3" fmla="*/ 7393085 w 7393085"/>
                    <a:gd name="connsiteY3" fmla="*/ 357776 h 508213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80850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58948"/>
                    <a:gd name="connsiteX1" fmla="*/ 2052346 w 7361335"/>
                    <a:gd name="connsiteY1" fmla="*/ 1657 h 558948"/>
                    <a:gd name="connsiteX2" fmla="*/ 4992655 w 7361335"/>
                    <a:gd name="connsiteY2" fmla="*/ 479073 h 558948"/>
                    <a:gd name="connsiteX3" fmla="*/ 7361335 w 7361335"/>
                    <a:gd name="connsiteY3" fmla="*/ 116476 h 558948"/>
                    <a:gd name="connsiteX0" fmla="*/ 0 w 7361335"/>
                    <a:gd name="connsiteY0" fmla="*/ 416091 h 522234"/>
                    <a:gd name="connsiteX1" fmla="*/ 2052346 w 7361335"/>
                    <a:gd name="connsiteY1" fmla="*/ 1657 h 522234"/>
                    <a:gd name="connsiteX2" fmla="*/ 4992655 w 7361335"/>
                    <a:gd name="connsiteY2" fmla="*/ 479073 h 522234"/>
                    <a:gd name="connsiteX3" fmla="*/ 7361335 w 7361335"/>
                    <a:gd name="connsiteY3" fmla="*/ 116476 h 522234"/>
                    <a:gd name="connsiteX0" fmla="*/ 0 w 7361335"/>
                    <a:gd name="connsiteY0" fmla="*/ 416091 h 501861"/>
                    <a:gd name="connsiteX1" fmla="*/ 2052346 w 7361335"/>
                    <a:gd name="connsiteY1" fmla="*/ 1657 h 501861"/>
                    <a:gd name="connsiteX2" fmla="*/ 4992655 w 7361335"/>
                    <a:gd name="connsiteY2" fmla="*/ 479073 h 501861"/>
                    <a:gd name="connsiteX3" fmla="*/ 7361335 w 7361335"/>
                    <a:gd name="connsiteY3" fmla="*/ 116476 h 501861"/>
                    <a:gd name="connsiteX0" fmla="*/ 0 w 7361335"/>
                    <a:gd name="connsiteY0" fmla="*/ 416091 h 488561"/>
                    <a:gd name="connsiteX1" fmla="*/ 2052346 w 7361335"/>
                    <a:gd name="connsiteY1" fmla="*/ 1657 h 488561"/>
                    <a:gd name="connsiteX2" fmla="*/ 4992655 w 7361335"/>
                    <a:gd name="connsiteY2" fmla="*/ 479073 h 488561"/>
                    <a:gd name="connsiteX3" fmla="*/ 7361335 w 7361335"/>
                    <a:gd name="connsiteY3" fmla="*/ 116476 h 488561"/>
                    <a:gd name="connsiteX0" fmla="*/ 0 w 7615335"/>
                    <a:gd name="connsiteY0" fmla="*/ 416091 h 486221"/>
                    <a:gd name="connsiteX1" fmla="*/ 2052346 w 7615335"/>
                    <a:gd name="connsiteY1" fmla="*/ 1657 h 486221"/>
                    <a:gd name="connsiteX2" fmla="*/ 4992655 w 7615335"/>
                    <a:gd name="connsiteY2" fmla="*/ 479073 h 486221"/>
                    <a:gd name="connsiteX3" fmla="*/ 7615335 w 7615335"/>
                    <a:gd name="connsiteY3" fmla="*/ 326026 h 486221"/>
                    <a:gd name="connsiteX0" fmla="*/ 0 w 7615335"/>
                    <a:gd name="connsiteY0" fmla="*/ 417734 h 525170"/>
                    <a:gd name="connsiteX1" fmla="*/ 2052346 w 7615335"/>
                    <a:gd name="connsiteY1" fmla="*/ 3300 h 525170"/>
                    <a:gd name="connsiteX2" fmla="*/ 5100605 w 7615335"/>
                    <a:gd name="connsiteY2" fmla="*/ 518816 h 525170"/>
                    <a:gd name="connsiteX3" fmla="*/ 7615335 w 7615335"/>
                    <a:gd name="connsiteY3" fmla="*/ 327669 h 525170"/>
                    <a:gd name="connsiteX0" fmla="*/ 0 w 7583585"/>
                    <a:gd name="connsiteY0" fmla="*/ 368528 h 533114"/>
                    <a:gd name="connsiteX1" fmla="*/ 2020596 w 7583585"/>
                    <a:gd name="connsiteY1" fmla="*/ 11244 h 533114"/>
                    <a:gd name="connsiteX2" fmla="*/ 5068855 w 7583585"/>
                    <a:gd name="connsiteY2" fmla="*/ 526760 h 533114"/>
                    <a:gd name="connsiteX3" fmla="*/ 7583585 w 7583585"/>
                    <a:gd name="connsiteY3" fmla="*/ 335613 h 533114"/>
                    <a:gd name="connsiteX0" fmla="*/ 0 w 7583585"/>
                    <a:gd name="connsiteY0" fmla="*/ 361689 h 526275"/>
                    <a:gd name="connsiteX1" fmla="*/ 2020596 w 7583585"/>
                    <a:gd name="connsiteY1" fmla="*/ 4405 h 526275"/>
                    <a:gd name="connsiteX2" fmla="*/ 5068855 w 7583585"/>
                    <a:gd name="connsiteY2" fmla="*/ 519921 h 526275"/>
                    <a:gd name="connsiteX3" fmla="*/ 7583585 w 7583585"/>
                    <a:gd name="connsiteY3" fmla="*/ 328774 h 526275"/>
                    <a:gd name="connsiteX0" fmla="*/ 0 w 7583585"/>
                    <a:gd name="connsiteY0" fmla="*/ 360985 h 525571"/>
                    <a:gd name="connsiteX1" fmla="*/ 2020596 w 7583585"/>
                    <a:gd name="connsiteY1" fmla="*/ 3701 h 525571"/>
                    <a:gd name="connsiteX2" fmla="*/ 5068855 w 7583585"/>
                    <a:gd name="connsiteY2" fmla="*/ 519217 h 525571"/>
                    <a:gd name="connsiteX3" fmla="*/ 7583585 w 7583585"/>
                    <a:gd name="connsiteY3" fmla="*/ 328070 h 525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583585" h="525571">
                      <a:moveTo>
                        <a:pt x="0" y="360985"/>
                      </a:moveTo>
                      <a:cubicBezTo>
                        <a:pt x="623595" y="91434"/>
                        <a:pt x="1175787" y="-22671"/>
                        <a:pt x="2020596" y="3701"/>
                      </a:cubicBezTo>
                      <a:cubicBezTo>
                        <a:pt x="2865405" y="30073"/>
                        <a:pt x="4141690" y="465156"/>
                        <a:pt x="5068855" y="519217"/>
                      </a:cubicBezTo>
                      <a:cubicBezTo>
                        <a:pt x="5996020" y="573279"/>
                        <a:pt x="6935108" y="262756"/>
                        <a:pt x="7583585" y="328070"/>
                      </a:cubicBezTo>
                    </a:path>
                  </a:pathLst>
                </a:custGeom>
                <a:noFill/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F4C7E0D3-39B2-2E4C-1B76-90F8B6ED8C18}"/>
                    </a:ext>
                  </a:extLst>
                </p:cNvPr>
                <p:cNvSpPr/>
                <p:nvPr/>
              </p:nvSpPr>
              <p:spPr>
                <a:xfrm>
                  <a:off x="2801963" y="1189072"/>
                  <a:ext cx="7142480" cy="1890055"/>
                </a:xfrm>
                <a:custGeom>
                  <a:avLst/>
                  <a:gdLst>
                    <a:gd name="connsiteX0" fmla="*/ 0 w 7188200"/>
                    <a:gd name="connsiteY0" fmla="*/ 0 h 1871005"/>
                    <a:gd name="connsiteX1" fmla="*/ 1981200 w 7188200"/>
                    <a:gd name="connsiteY1" fmla="*/ 330200 h 1871005"/>
                    <a:gd name="connsiteX2" fmla="*/ 4457700 w 7188200"/>
                    <a:gd name="connsiteY2" fmla="*/ 1644650 h 1871005"/>
                    <a:gd name="connsiteX3" fmla="*/ 7188200 w 7188200"/>
                    <a:gd name="connsiteY3" fmla="*/ 1860550 h 1871005"/>
                    <a:gd name="connsiteX0" fmla="*/ 0 w 7142480"/>
                    <a:gd name="connsiteY0" fmla="*/ 0 h 1890055"/>
                    <a:gd name="connsiteX1" fmla="*/ 1935480 w 7142480"/>
                    <a:gd name="connsiteY1" fmla="*/ 349250 h 1890055"/>
                    <a:gd name="connsiteX2" fmla="*/ 4411980 w 7142480"/>
                    <a:gd name="connsiteY2" fmla="*/ 1663700 h 1890055"/>
                    <a:gd name="connsiteX3" fmla="*/ 7142480 w 7142480"/>
                    <a:gd name="connsiteY3" fmla="*/ 1879600 h 1890055"/>
                    <a:gd name="connsiteX0" fmla="*/ 0 w 7142480"/>
                    <a:gd name="connsiteY0" fmla="*/ 0 h 1890055"/>
                    <a:gd name="connsiteX1" fmla="*/ 1935480 w 7142480"/>
                    <a:gd name="connsiteY1" fmla="*/ 349250 h 1890055"/>
                    <a:gd name="connsiteX2" fmla="*/ 4411980 w 7142480"/>
                    <a:gd name="connsiteY2" fmla="*/ 1663700 h 1890055"/>
                    <a:gd name="connsiteX3" fmla="*/ 7142480 w 7142480"/>
                    <a:gd name="connsiteY3" fmla="*/ 1879600 h 1890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142480" h="1890055">
                      <a:moveTo>
                        <a:pt x="0" y="0"/>
                      </a:moveTo>
                      <a:cubicBezTo>
                        <a:pt x="624840" y="5186"/>
                        <a:pt x="1200150" y="71967"/>
                        <a:pt x="1935480" y="349250"/>
                      </a:cubicBezTo>
                      <a:cubicBezTo>
                        <a:pt x="2670810" y="626533"/>
                        <a:pt x="3544147" y="1408642"/>
                        <a:pt x="4411980" y="1663700"/>
                      </a:cubicBezTo>
                      <a:cubicBezTo>
                        <a:pt x="5279813" y="1918758"/>
                        <a:pt x="6211146" y="1899179"/>
                        <a:pt x="7142480" y="187960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F2F96486-4870-B505-7771-54B8181FBA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033460" y="1225731"/>
                  <a:ext cx="318770" cy="2093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Arrow Connector 67">
                  <a:extLst>
                    <a:ext uri="{FF2B5EF4-FFF2-40B4-BE49-F238E27FC236}">
                      <a16:creationId xmlns:a16="http://schemas.microsoft.com/office/drawing/2014/main" id="{96B7B48C-B315-B2EE-A602-5CD59BB303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51463" y="1547212"/>
                  <a:ext cx="261620" cy="2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Arrow Connector 68">
                  <a:extLst>
                    <a:ext uri="{FF2B5EF4-FFF2-40B4-BE49-F238E27FC236}">
                      <a16:creationId xmlns:a16="http://schemas.microsoft.com/office/drawing/2014/main" id="{A8548349-9731-7A5E-0A31-9431D957EF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21765" y="1943175"/>
                  <a:ext cx="292358" cy="6651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0B5E9C64-10C8-4119-79FF-5E2068B6A9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11438" y="2290120"/>
                  <a:ext cx="290365" cy="7751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Arrow Connector 70">
                  <a:extLst>
                    <a:ext uri="{FF2B5EF4-FFF2-40B4-BE49-F238E27FC236}">
                      <a16:creationId xmlns:a16="http://schemas.microsoft.com/office/drawing/2014/main" id="{47105687-820A-50A2-42FF-0CE3774B50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67233" y="2599033"/>
                  <a:ext cx="255270" cy="4854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CF3F615A-58C8-9119-C16A-87A661BFAB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5401" y="446667"/>
                <a:ext cx="0" cy="3466473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A627E44-6ADA-276E-1BDA-DE99FAFDAAE3}"/>
                  </a:ext>
                </a:extLst>
              </p:cNvPr>
              <p:cNvCxnSpPr/>
              <p:nvPr/>
            </p:nvCxnSpPr>
            <p:spPr>
              <a:xfrm flipH="1">
                <a:off x="2326943" y="955336"/>
                <a:ext cx="2929812" cy="292981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E07E9702-3558-F839-CBC7-CEFC3BD8C5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2077" y="3166690"/>
                <a:ext cx="7773961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FB870AFD-E154-97D9-C44E-09F1189048F6}"/>
                      </a:ext>
                    </a:extLst>
                  </p:cNvPr>
                  <p:cNvSpPr txBox="1"/>
                  <p:nvPr/>
                </p:nvSpPr>
                <p:spPr>
                  <a:xfrm>
                    <a:off x="2641073" y="446667"/>
                    <a:ext cx="36862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6" name="TextBox 155">
                    <a:extLst>
                      <a:ext uri="{FF2B5EF4-FFF2-40B4-BE49-F238E27FC236}">
                        <a16:creationId xmlns:a16="http://schemas.microsoft.com/office/drawing/2014/main" id="{051FFF04-2E44-4343-AC05-200159DE55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41073" y="446667"/>
                    <a:ext cx="36862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16279" b="-4772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34813527-2A91-FAD1-3405-1FEC3ED29A7F}"/>
                      </a:ext>
                    </a:extLst>
                  </p:cNvPr>
                  <p:cNvSpPr txBox="1"/>
                  <p:nvPr/>
                </p:nvSpPr>
                <p:spPr>
                  <a:xfrm>
                    <a:off x="9713989" y="3204310"/>
                    <a:ext cx="33457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7" name="TextBox 156">
                    <a:extLst>
                      <a:ext uri="{FF2B5EF4-FFF2-40B4-BE49-F238E27FC236}">
                        <a16:creationId xmlns:a16="http://schemas.microsoft.com/office/drawing/2014/main" id="{9B70D0F0-7D57-45AB-A3E4-CED51A7337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13989" y="3204310"/>
                    <a:ext cx="33457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7500" b="-2790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50D4AA0D-4848-E511-0B89-5D99CB389649}"/>
                      </a:ext>
                    </a:extLst>
                  </p:cNvPr>
                  <p:cNvSpPr txBox="1"/>
                  <p:nvPr/>
                </p:nvSpPr>
                <p:spPr>
                  <a:xfrm>
                    <a:off x="6130885" y="1679973"/>
                    <a:ext cx="36561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A83C4AA1-20B0-4A41-9E34-7710C07FAD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30885" y="1679973"/>
                    <a:ext cx="365613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11628" b="-465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C6115EDD-5356-DF47-3721-040229515211}"/>
                      </a:ext>
                    </a:extLst>
                  </p:cNvPr>
                  <p:cNvSpPr txBox="1"/>
                  <p:nvPr/>
                </p:nvSpPr>
                <p:spPr>
                  <a:xfrm>
                    <a:off x="6448529" y="2623910"/>
                    <a:ext cx="41870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9" name="TextBox 158">
                    <a:extLst>
                      <a:ext uri="{FF2B5EF4-FFF2-40B4-BE49-F238E27FC236}">
                        <a16:creationId xmlns:a16="http://schemas.microsoft.com/office/drawing/2014/main" id="{015A23EF-B586-40CF-B528-528684C522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8529" y="2623910"/>
                    <a:ext cx="418704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122" r="-30612" b="-5814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B1E7BEFC-8F3E-59E4-494D-D774A3865AAB}"/>
                  </a:ext>
                </a:extLst>
              </p:cNvPr>
              <p:cNvCxnSpPr/>
              <p:nvPr/>
            </p:nvCxnSpPr>
            <p:spPr>
              <a:xfrm flipV="1">
                <a:off x="5763016" y="1387762"/>
                <a:ext cx="166433" cy="43493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5F59DF4F-FDD5-E8C0-773C-FF2AB96F1B16}"/>
                      </a:ext>
                    </a:extLst>
                  </p:cNvPr>
                  <p:cNvSpPr txBox="1"/>
                  <p:nvPr/>
                </p:nvSpPr>
                <p:spPr>
                  <a:xfrm>
                    <a:off x="5846232" y="1089509"/>
                    <a:ext cx="36420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1" name="TextBox 160">
                    <a:extLst>
                      <a:ext uri="{FF2B5EF4-FFF2-40B4-BE49-F238E27FC236}">
                        <a16:creationId xmlns:a16="http://schemas.microsoft.com/office/drawing/2014/main" id="{9895BF88-B9C0-4E9E-8220-811ED66114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46232" y="1089509"/>
                    <a:ext cx="364202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6667" b="-302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B0DEDF01-DEBB-1EE6-B680-DEABA1154886}"/>
                      </a:ext>
                    </a:extLst>
                  </p:cNvPr>
                  <p:cNvSpPr txBox="1"/>
                  <p:nvPr/>
                </p:nvSpPr>
                <p:spPr>
                  <a:xfrm>
                    <a:off x="4868728" y="684019"/>
                    <a:ext cx="36958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2" name="TextBox 161">
                    <a:extLst>
                      <a:ext uri="{FF2B5EF4-FFF2-40B4-BE49-F238E27FC236}">
                        <a16:creationId xmlns:a16="http://schemas.microsoft.com/office/drawing/2014/main" id="{E3DA8E67-BB84-42F0-9C8A-3C590656EE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68728" y="684019"/>
                    <a:ext cx="36958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13953" b="-4772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9442F9D0-E46D-9CDE-C6C6-CB0AFD500DF6}"/>
                </a:ext>
              </a:extLst>
            </p:cNvPr>
            <p:cNvGrpSpPr/>
            <p:nvPr/>
          </p:nvGrpSpPr>
          <p:grpSpPr>
            <a:xfrm>
              <a:off x="10204302" y="3750499"/>
              <a:ext cx="1096194" cy="797225"/>
              <a:chOff x="10204301" y="3725841"/>
              <a:chExt cx="1330457" cy="1146342"/>
            </a:xfrm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60CF5B21-B2DB-9E8A-AA10-3ABE6988F6FE}"/>
                  </a:ext>
                </a:extLst>
              </p:cNvPr>
              <p:cNvSpPr/>
              <p:nvPr/>
            </p:nvSpPr>
            <p:spPr>
              <a:xfrm rot="4458677">
                <a:off x="10296359" y="3633783"/>
                <a:ext cx="1146342" cy="1330457"/>
              </a:xfrm>
              <a:custGeom>
                <a:avLst/>
                <a:gdLst>
                  <a:gd name="connsiteX0" fmla="*/ 543485 w 2015003"/>
                  <a:gd name="connsiteY0" fmla="*/ 57463 h 2116231"/>
                  <a:gd name="connsiteX1" fmla="*/ 1523199 w 2015003"/>
                  <a:gd name="connsiteY1" fmla="*/ 178761 h 2116231"/>
                  <a:gd name="connsiteX2" fmla="*/ 1560522 w 2015003"/>
                  <a:gd name="connsiteY2" fmla="*/ 943871 h 2116231"/>
                  <a:gd name="connsiteX3" fmla="*/ 1999060 w 2015003"/>
                  <a:gd name="connsiteY3" fmla="*/ 1643667 h 2116231"/>
                  <a:gd name="connsiteX4" fmla="*/ 916709 w 2015003"/>
                  <a:gd name="connsiteY4" fmla="*/ 2110198 h 2116231"/>
                  <a:gd name="connsiteX5" fmla="*/ 720766 w 2015003"/>
                  <a:gd name="connsiteY5" fmla="*/ 1317096 h 2116231"/>
                  <a:gd name="connsiteX6" fmla="*/ 2309 w 2015003"/>
                  <a:gd name="connsiteY6" fmla="*/ 934541 h 2116231"/>
                  <a:gd name="connsiteX7" fmla="*/ 543485 w 2015003"/>
                  <a:gd name="connsiteY7" fmla="*/ 57463 h 2116231"/>
                  <a:gd name="connsiteX0" fmla="*/ 543485 w 2014235"/>
                  <a:gd name="connsiteY0" fmla="*/ 57463 h 2119110"/>
                  <a:gd name="connsiteX1" fmla="*/ 1523199 w 2014235"/>
                  <a:gd name="connsiteY1" fmla="*/ 178761 h 2119110"/>
                  <a:gd name="connsiteX2" fmla="*/ 1560522 w 2014235"/>
                  <a:gd name="connsiteY2" fmla="*/ 943871 h 2119110"/>
                  <a:gd name="connsiteX3" fmla="*/ 1999060 w 2014235"/>
                  <a:gd name="connsiteY3" fmla="*/ 1643667 h 2119110"/>
                  <a:gd name="connsiteX4" fmla="*/ 916709 w 2014235"/>
                  <a:gd name="connsiteY4" fmla="*/ 2110198 h 2119110"/>
                  <a:gd name="connsiteX5" fmla="*/ 720766 w 2014235"/>
                  <a:gd name="connsiteY5" fmla="*/ 1317096 h 2119110"/>
                  <a:gd name="connsiteX6" fmla="*/ 2309 w 2014235"/>
                  <a:gd name="connsiteY6" fmla="*/ 934541 h 2119110"/>
                  <a:gd name="connsiteX7" fmla="*/ 543485 w 2014235"/>
                  <a:gd name="connsiteY7" fmla="*/ 57463 h 2119110"/>
                  <a:gd name="connsiteX0" fmla="*/ 543485 w 1980874"/>
                  <a:gd name="connsiteY0" fmla="*/ 57463 h 2128421"/>
                  <a:gd name="connsiteX1" fmla="*/ 1523199 w 1980874"/>
                  <a:gd name="connsiteY1" fmla="*/ 178761 h 2128421"/>
                  <a:gd name="connsiteX2" fmla="*/ 1560522 w 1980874"/>
                  <a:gd name="connsiteY2" fmla="*/ 943871 h 2128421"/>
                  <a:gd name="connsiteX3" fmla="*/ 1964847 w 1980874"/>
                  <a:gd name="connsiteY3" fmla="*/ 1730974 h 2128421"/>
                  <a:gd name="connsiteX4" fmla="*/ 916709 w 1980874"/>
                  <a:gd name="connsiteY4" fmla="*/ 2110198 h 2128421"/>
                  <a:gd name="connsiteX5" fmla="*/ 720766 w 1980874"/>
                  <a:gd name="connsiteY5" fmla="*/ 1317096 h 2128421"/>
                  <a:gd name="connsiteX6" fmla="*/ 2309 w 1980874"/>
                  <a:gd name="connsiteY6" fmla="*/ 934541 h 2128421"/>
                  <a:gd name="connsiteX7" fmla="*/ 543485 w 1980874"/>
                  <a:gd name="connsiteY7" fmla="*/ 57463 h 2128421"/>
                  <a:gd name="connsiteX0" fmla="*/ 543485 w 1975539"/>
                  <a:gd name="connsiteY0" fmla="*/ 57463 h 2163482"/>
                  <a:gd name="connsiteX1" fmla="*/ 1523199 w 1975539"/>
                  <a:gd name="connsiteY1" fmla="*/ 178761 h 2163482"/>
                  <a:gd name="connsiteX2" fmla="*/ 1560522 w 1975539"/>
                  <a:gd name="connsiteY2" fmla="*/ 943871 h 2163482"/>
                  <a:gd name="connsiteX3" fmla="*/ 1964847 w 1975539"/>
                  <a:gd name="connsiteY3" fmla="*/ 1730974 h 2163482"/>
                  <a:gd name="connsiteX4" fmla="*/ 1069419 w 1975539"/>
                  <a:gd name="connsiteY4" fmla="*/ 2153091 h 2163482"/>
                  <a:gd name="connsiteX5" fmla="*/ 720766 w 1975539"/>
                  <a:gd name="connsiteY5" fmla="*/ 1317096 h 2163482"/>
                  <a:gd name="connsiteX6" fmla="*/ 2309 w 1975539"/>
                  <a:gd name="connsiteY6" fmla="*/ 934541 h 2163482"/>
                  <a:gd name="connsiteX7" fmla="*/ 543485 w 1975539"/>
                  <a:gd name="connsiteY7" fmla="*/ 57463 h 2163482"/>
                  <a:gd name="connsiteX0" fmla="*/ 543485 w 1975539"/>
                  <a:gd name="connsiteY0" fmla="*/ 57463 h 2170997"/>
                  <a:gd name="connsiteX1" fmla="*/ 1523199 w 1975539"/>
                  <a:gd name="connsiteY1" fmla="*/ 178761 h 2170997"/>
                  <a:gd name="connsiteX2" fmla="*/ 1560522 w 1975539"/>
                  <a:gd name="connsiteY2" fmla="*/ 943871 h 2170997"/>
                  <a:gd name="connsiteX3" fmla="*/ 1964847 w 1975539"/>
                  <a:gd name="connsiteY3" fmla="*/ 1730974 h 2170997"/>
                  <a:gd name="connsiteX4" fmla="*/ 1069419 w 1975539"/>
                  <a:gd name="connsiteY4" fmla="*/ 2153091 h 2170997"/>
                  <a:gd name="connsiteX5" fmla="*/ 720766 w 1975539"/>
                  <a:gd name="connsiteY5" fmla="*/ 1317096 h 2170997"/>
                  <a:gd name="connsiteX6" fmla="*/ 2309 w 1975539"/>
                  <a:gd name="connsiteY6" fmla="*/ 934541 h 2170997"/>
                  <a:gd name="connsiteX7" fmla="*/ 543485 w 1975539"/>
                  <a:gd name="connsiteY7" fmla="*/ 57463 h 2170997"/>
                  <a:gd name="connsiteX0" fmla="*/ 543485 w 1986971"/>
                  <a:gd name="connsiteY0" fmla="*/ 57463 h 2188674"/>
                  <a:gd name="connsiteX1" fmla="*/ 1523199 w 1986971"/>
                  <a:gd name="connsiteY1" fmla="*/ 178761 h 2188674"/>
                  <a:gd name="connsiteX2" fmla="*/ 1560522 w 1986971"/>
                  <a:gd name="connsiteY2" fmla="*/ 943871 h 2188674"/>
                  <a:gd name="connsiteX3" fmla="*/ 1964847 w 1986971"/>
                  <a:gd name="connsiteY3" fmla="*/ 1730974 h 2188674"/>
                  <a:gd name="connsiteX4" fmla="*/ 1069419 w 1986971"/>
                  <a:gd name="connsiteY4" fmla="*/ 2153091 h 2188674"/>
                  <a:gd name="connsiteX5" fmla="*/ 720766 w 1986971"/>
                  <a:gd name="connsiteY5" fmla="*/ 1317096 h 2188674"/>
                  <a:gd name="connsiteX6" fmla="*/ 2309 w 1986971"/>
                  <a:gd name="connsiteY6" fmla="*/ 934541 h 2188674"/>
                  <a:gd name="connsiteX7" fmla="*/ 543485 w 1986971"/>
                  <a:gd name="connsiteY7" fmla="*/ 57463 h 2188674"/>
                  <a:gd name="connsiteX0" fmla="*/ 554169 w 1997655"/>
                  <a:gd name="connsiteY0" fmla="*/ 57463 h 2203770"/>
                  <a:gd name="connsiteX1" fmla="*/ 1533883 w 1997655"/>
                  <a:gd name="connsiteY1" fmla="*/ 178761 h 2203770"/>
                  <a:gd name="connsiteX2" fmla="*/ 1571206 w 1997655"/>
                  <a:gd name="connsiteY2" fmla="*/ 943871 h 2203770"/>
                  <a:gd name="connsiteX3" fmla="*/ 1975531 w 1997655"/>
                  <a:gd name="connsiteY3" fmla="*/ 1730974 h 2203770"/>
                  <a:gd name="connsiteX4" fmla="*/ 1080103 w 1997655"/>
                  <a:gd name="connsiteY4" fmla="*/ 2153091 h 2203770"/>
                  <a:gd name="connsiteX5" fmla="*/ 12993 w 1997655"/>
                  <a:gd name="connsiteY5" fmla="*/ 934541 h 2203770"/>
                  <a:gd name="connsiteX6" fmla="*/ 554169 w 1997655"/>
                  <a:gd name="connsiteY6" fmla="*/ 57463 h 2203770"/>
                  <a:gd name="connsiteX0" fmla="*/ 554169 w 1989255"/>
                  <a:gd name="connsiteY0" fmla="*/ 54327 h 2179975"/>
                  <a:gd name="connsiteX1" fmla="*/ 1533883 w 1989255"/>
                  <a:gd name="connsiteY1" fmla="*/ 175625 h 2179975"/>
                  <a:gd name="connsiteX2" fmla="*/ 1616926 w 1989255"/>
                  <a:gd name="connsiteY2" fmla="*/ 846968 h 2179975"/>
                  <a:gd name="connsiteX3" fmla="*/ 1975531 w 1989255"/>
                  <a:gd name="connsiteY3" fmla="*/ 1727838 h 2179975"/>
                  <a:gd name="connsiteX4" fmla="*/ 1080103 w 1989255"/>
                  <a:gd name="connsiteY4" fmla="*/ 2149955 h 2179975"/>
                  <a:gd name="connsiteX5" fmla="*/ 12993 w 1989255"/>
                  <a:gd name="connsiteY5" fmla="*/ 931405 h 2179975"/>
                  <a:gd name="connsiteX6" fmla="*/ 554169 w 1989255"/>
                  <a:gd name="connsiteY6" fmla="*/ 54327 h 2179975"/>
                  <a:gd name="connsiteX0" fmla="*/ 305977 w 1741063"/>
                  <a:gd name="connsiteY0" fmla="*/ 90459 h 2192681"/>
                  <a:gd name="connsiteX1" fmla="*/ 1285691 w 1741063"/>
                  <a:gd name="connsiteY1" fmla="*/ 211757 h 2192681"/>
                  <a:gd name="connsiteX2" fmla="*/ 1368734 w 1741063"/>
                  <a:gd name="connsiteY2" fmla="*/ 883100 h 2192681"/>
                  <a:gd name="connsiteX3" fmla="*/ 1727339 w 1741063"/>
                  <a:gd name="connsiteY3" fmla="*/ 1763970 h 2192681"/>
                  <a:gd name="connsiteX4" fmla="*/ 831911 w 1741063"/>
                  <a:gd name="connsiteY4" fmla="*/ 2186087 h 2192681"/>
                  <a:gd name="connsiteX5" fmla="*/ 24611 w 1741063"/>
                  <a:gd name="connsiteY5" fmla="*/ 1457254 h 2192681"/>
                  <a:gd name="connsiteX6" fmla="*/ 305977 w 1741063"/>
                  <a:gd name="connsiteY6" fmla="*/ 90459 h 2192681"/>
                  <a:gd name="connsiteX0" fmla="*/ 193443 w 1780632"/>
                  <a:gd name="connsiteY0" fmla="*/ 113292 h 2122552"/>
                  <a:gd name="connsiteX1" fmla="*/ 1325260 w 1780632"/>
                  <a:gd name="connsiteY1" fmla="*/ 141628 h 2122552"/>
                  <a:gd name="connsiteX2" fmla="*/ 1408303 w 1780632"/>
                  <a:gd name="connsiteY2" fmla="*/ 812971 h 2122552"/>
                  <a:gd name="connsiteX3" fmla="*/ 1766908 w 1780632"/>
                  <a:gd name="connsiteY3" fmla="*/ 1693841 h 2122552"/>
                  <a:gd name="connsiteX4" fmla="*/ 871480 w 1780632"/>
                  <a:gd name="connsiteY4" fmla="*/ 2115958 h 2122552"/>
                  <a:gd name="connsiteX5" fmla="*/ 64180 w 1780632"/>
                  <a:gd name="connsiteY5" fmla="*/ 1387125 h 2122552"/>
                  <a:gd name="connsiteX6" fmla="*/ 193443 w 1780632"/>
                  <a:gd name="connsiteY6" fmla="*/ 113292 h 2122552"/>
                  <a:gd name="connsiteX0" fmla="*/ 193443 w 1780632"/>
                  <a:gd name="connsiteY0" fmla="*/ 113292 h 2126761"/>
                  <a:gd name="connsiteX1" fmla="*/ 1325260 w 1780632"/>
                  <a:gd name="connsiteY1" fmla="*/ 141628 h 2126761"/>
                  <a:gd name="connsiteX2" fmla="*/ 1408303 w 1780632"/>
                  <a:gd name="connsiteY2" fmla="*/ 812971 h 2126761"/>
                  <a:gd name="connsiteX3" fmla="*/ 1766908 w 1780632"/>
                  <a:gd name="connsiteY3" fmla="*/ 1693841 h 2126761"/>
                  <a:gd name="connsiteX4" fmla="*/ 871480 w 1780632"/>
                  <a:gd name="connsiteY4" fmla="*/ 2115958 h 2126761"/>
                  <a:gd name="connsiteX5" fmla="*/ 64180 w 1780632"/>
                  <a:gd name="connsiteY5" fmla="*/ 1387125 h 2126761"/>
                  <a:gd name="connsiteX6" fmla="*/ 193443 w 1780632"/>
                  <a:gd name="connsiteY6" fmla="*/ 113292 h 21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80632" h="2126761">
                    <a:moveTo>
                      <a:pt x="193443" y="113292"/>
                    </a:moveTo>
                    <a:cubicBezTo>
                      <a:pt x="403623" y="-94291"/>
                      <a:pt x="1122783" y="25015"/>
                      <a:pt x="1325260" y="141628"/>
                    </a:cubicBezTo>
                    <a:cubicBezTo>
                      <a:pt x="1527737" y="258241"/>
                      <a:pt x="1334695" y="554269"/>
                      <a:pt x="1408303" y="812971"/>
                    </a:cubicBezTo>
                    <a:cubicBezTo>
                      <a:pt x="1481911" y="1071673"/>
                      <a:pt x="1856378" y="1476677"/>
                      <a:pt x="1766908" y="1693841"/>
                    </a:cubicBezTo>
                    <a:cubicBezTo>
                      <a:pt x="1677438" y="1911005"/>
                      <a:pt x="1218149" y="2184739"/>
                      <a:pt x="871480" y="2115958"/>
                    </a:cubicBezTo>
                    <a:cubicBezTo>
                      <a:pt x="524811" y="2047177"/>
                      <a:pt x="177186" y="1720903"/>
                      <a:pt x="64180" y="1387125"/>
                    </a:cubicBezTo>
                    <a:cubicBezTo>
                      <a:pt x="-48826" y="1053347"/>
                      <a:pt x="-16737" y="320875"/>
                      <a:pt x="193443" y="113292"/>
                    </a:cubicBezTo>
                    <a:close/>
                  </a:path>
                </a:pathLst>
              </a:custGeom>
              <a:noFill/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B169C78D-F698-9341-FE89-77E9CE88F72E}"/>
                  </a:ext>
                </a:extLst>
              </p:cNvPr>
              <p:cNvSpPr/>
              <p:nvPr/>
            </p:nvSpPr>
            <p:spPr>
              <a:xfrm>
                <a:off x="10286879" y="3818850"/>
                <a:ext cx="1160665" cy="904703"/>
              </a:xfrm>
              <a:custGeom>
                <a:avLst/>
                <a:gdLst>
                  <a:gd name="connsiteX0" fmla="*/ 57178 w 1829995"/>
                  <a:gd name="connsiteY0" fmla="*/ 1404604 h 1404604"/>
                  <a:gd name="connsiteX1" fmla="*/ 85170 w 1829995"/>
                  <a:gd name="connsiteY1" fmla="*/ 882089 h 1404604"/>
                  <a:gd name="connsiteX2" fmla="*/ 868942 w 1829995"/>
                  <a:gd name="connsiteY2" fmla="*/ 79657 h 1404604"/>
                  <a:gd name="connsiteX3" fmla="*/ 1829995 w 1829995"/>
                  <a:gd name="connsiteY3" fmla="*/ 79657 h 1404604"/>
                  <a:gd name="connsiteX0" fmla="*/ 57178 w 1829995"/>
                  <a:gd name="connsiteY0" fmla="*/ 1435711 h 1435711"/>
                  <a:gd name="connsiteX1" fmla="*/ 85170 w 1829995"/>
                  <a:gd name="connsiteY1" fmla="*/ 913196 h 1435711"/>
                  <a:gd name="connsiteX2" fmla="*/ 868942 w 1829995"/>
                  <a:gd name="connsiteY2" fmla="*/ 110764 h 1435711"/>
                  <a:gd name="connsiteX3" fmla="*/ 1829995 w 1829995"/>
                  <a:gd name="connsiteY3" fmla="*/ 110764 h 1435711"/>
                  <a:gd name="connsiteX0" fmla="*/ 57178 w 1829995"/>
                  <a:gd name="connsiteY0" fmla="*/ 1416085 h 1416085"/>
                  <a:gd name="connsiteX1" fmla="*/ 85170 w 1829995"/>
                  <a:gd name="connsiteY1" fmla="*/ 893570 h 1416085"/>
                  <a:gd name="connsiteX2" fmla="*/ 868942 w 1829995"/>
                  <a:gd name="connsiteY2" fmla="*/ 91138 h 1416085"/>
                  <a:gd name="connsiteX3" fmla="*/ 1829995 w 1829995"/>
                  <a:gd name="connsiteY3" fmla="*/ 131778 h 1416085"/>
                  <a:gd name="connsiteX0" fmla="*/ 75158 w 1847975"/>
                  <a:gd name="connsiteY0" fmla="*/ 1416085 h 1416085"/>
                  <a:gd name="connsiteX1" fmla="*/ 103150 w 1847975"/>
                  <a:gd name="connsiteY1" fmla="*/ 893570 h 1416085"/>
                  <a:gd name="connsiteX2" fmla="*/ 886922 w 1847975"/>
                  <a:gd name="connsiteY2" fmla="*/ 91138 h 1416085"/>
                  <a:gd name="connsiteX3" fmla="*/ 1847975 w 1847975"/>
                  <a:gd name="connsiteY3" fmla="*/ 131778 h 1416085"/>
                  <a:gd name="connsiteX0" fmla="*/ 71180 w 1854157"/>
                  <a:gd name="connsiteY0" fmla="*/ 1411005 h 1411005"/>
                  <a:gd name="connsiteX1" fmla="*/ 109332 w 1854157"/>
                  <a:gd name="connsiteY1" fmla="*/ 893570 h 1411005"/>
                  <a:gd name="connsiteX2" fmla="*/ 893104 w 1854157"/>
                  <a:gd name="connsiteY2" fmla="*/ 91138 h 1411005"/>
                  <a:gd name="connsiteX3" fmla="*/ 1854157 w 1854157"/>
                  <a:gd name="connsiteY3" fmla="*/ 131778 h 1411005"/>
                  <a:gd name="connsiteX0" fmla="*/ 70463 w 1855345"/>
                  <a:gd name="connsiteY0" fmla="*/ 1405290 h 1405290"/>
                  <a:gd name="connsiteX1" fmla="*/ 110520 w 1855345"/>
                  <a:gd name="connsiteY1" fmla="*/ 893570 h 1405290"/>
                  <a:gd name="connsiteX2" fmla="*/ 894292 w 1855345"/>
                  <a:gd name="connsiteY2" fmla="*/ 91138 h 1405290"/>
                  <a:gd name="connsiteX3" fmla="*/ 1855345 w 1855345"/>
                  <a:gd name="connsiteY3" fmla="*/ 131778 h 1405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55345" h="1405290">
                    <a:moveTo>
                      <a:pt x="70463" y="1405290"/>
                    </a:moveTo>
                    <a:cubicBezTo>
                      <a:pt x="-31448" y="1254444"/>
                      <a:pt x="-26785" y="1112595"/>
                      <a:pt x="110520" y="893570"/>
                    </a:cubicBezTo>
                    <a:cubicBezTo>
                      <a:pt x="247825" y="674545"/>
                      <a:pt x="603488" y="224877"/>
                      <a:pt x="894292" y="91138"/>
                    </a:cubicBezTo>
                    <a:cubicBezTo>
                      <a:pt x="1185096" y="-42601"/>
                      <a:pt x="1796821" y="-29227"/>
                      <a:pt x="1855345" y="131778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D5EB64FE-14C0-327C-B77D-5A96CE687094}"/>
                  </a:ext>
                </a:extLst>
              </p:cNvPr>
              <p:cNvSpPr/>
              <p:nvPr/>
            </p:nvSpPr>
            <p:spPr>
              <a:xfrm>
                <a:off x="10342204" y="3910829"/>
                <a:ext cx="1126233" cy="875590"/>
              </a:xfrm>
              <a:custGeom>
                <a:avLst/>
                <a:gdLst>
                  <a:gd name="connsiteX0" fmla="*/ 1782147 w 1782147"/>
                  <a:gd name="connsiteY0" fmla="*/ 0 h 1335438"/>
                  <a:gd name="connsiteX1" fmla="*/ 1642188 w 1782147"/>
                  <a:gd name="connsiteY1" fmla="*/ 587828 h 1335438"/>
                  <a:gd name="connsiteX2" fmla="*/ 1035698 w 1782147"/>
                  <a:gd name="connsiteY2" fmla="*/ 746449 h 1335438"/>
                  <a:gd name="connsiteX3" fmla="*/ 597159 w 1782147"/>
                  <a:gd name="connsiteY3" fmla="*/ 1231641 h 1335438"/>
                  <a:gd name="connsiteX4" fmla="*/ 0 w 1782147"/>
                  <a:gd name="connsiteY4" fmla="*/ 1278294 h 1335438"/>
                  <a:gd name="connsiteX0" fmla="*/ 1766907 w 1766907"/>
                  <a:gd name="connsiteY0" fmla="*/ 0 h 1342602"/>
                  <a:gd name="connsiteX1" fmla="*/ 1626948 w 1766907"/>
                  <a:gd name="connsiteY1" fmla="*/ 587828 h 1342602"/>
                  <a:gd name="connsiteX2" fmla="*/ 1020458 w 1766907"/>
                  <a:gd name="connsiteY2" fmla="*/ 746449 h 1342602"/>
                  <a:gd name="connsiteX3" fmla="*/ 581919 w 1766907"/>
                  <a:gd name="connsiteY3" fmla="*/ 1231641 h 1342602"/>
                  <a:gd name="connsiteX4" fmla="*/ 0 w 1766907"/>
                  <a:gd name="connsiteY4" fmla="*/ 1288454 h 1342602"/>
                  <a:gd name="connsiteX0" fmla="*/ 1766907 w 1766907"/>
                  <a:gd name="connsiteY0" fmla="*/ 0 h 1362894"/>
                  <a:gd name="connsiteX1" fmla="*/ 1626948 w 1766907"/>
                  <a:gd name="connsiteY1" fmla="*/ 587828 h 1362894"/>
                  <a:gd name="connsiteX2" fmla="*/ 1020458 w 1766907"/>
                  <a:gd name="connsiteY2" fmla="*/ 746449 h 1362894"/>
                  <a:gd name="connsiteX3" fmla="*/ 581919 w 1766907"/>
                  <a:gd name="connsiteY3" fmla="*/ 1231641 h 1362894"/>
                  <a:gd name="connsiteX4" fmla="*/ 0 w 1766907"/>
                  <a:gd name="connsiteY4" fmla="*/ 1288454 h 1362894"/>
                  <a:gd name="connsiteX0" fmla="*/ 1766907 w 1766907"/>
                  <a:gd name="connsiteY0" fmla="*/ 0 h 1365149"/>
                  <a:gd name="connsiteX1" fmla="*/ 1626948 w 1766907"/>
                  <a:gd name="connsiteY1" fmla="*/ 587828 h 1365149"/>
                  <a:gd name="connsiteX2" fmla="*/ 1020458 w 1766907"/>
                  <a:gd name="connsiteY2" fmla="*/ 746449 h 1365149"/>
                  <a:gd name="connsiteX3" fmla="*/ 581919 w 1766907"/>
                  <a:gd name="connsiteY3" fmla="*/ 1231641 h 1365149"/>
                  <a:gd name="connsiteX4" fmla="*/ 0 w 1766907"/>
                  <a:gd name="connsiteY4" fmla="*/ 1288454 h 1365149"/>
                  <a:gd name="connsiteX0" fmla="*/ 1766907 w 1766907"/>
                  <a:gd name="connsiteY0" fmla="*/ 0 h 1365149"/>
                  <a:gd name="connsiteX1" fmla="*/ 1626948 w 1766907"/>
                  <a:gd name="connsiteY1" fmla="*/ 587828 h 1365149"/>
                  <a:gd name="connsiteX2" fmla="*/ 1020458 w 1766907"/>
                  <a:gd name="connsiteY2" fmla="*/ 746449 h 1365149"/>
                  <a:gd name="connsiteX3" fmla="*/ 642879 w 1766907"/>
                  <a:gd name="connsiteY3" fmla="*/ 1231641 h 1365149"/>
                  <a:gd name="connsiteX4" fmla="*/ 0 w 1766907"/>
                  <a:gd name="connsiteY4" fmla="*/ 1288454 h 1365149"/>
                  <a:gd name="connsiteX0" fmla="*/ 1787227 w 1787227"/>
                  <a:gd name="connsiteY0" fmla="*/ 0 h 1362609"/>
                  <a:gd name="connsiteX1" fmla="*/ 1626948 w 1787227"/>
                  <a:gd name="connsiteY1" fmla="*/ 585288 h 1362609"/>
                  <a:gd name="connsiteX2" fmla="*/ 1020458 w 1787227"/>
                  <a:gd name="connsiteY2" fmla="*/ 743909 h 1362609"/>
                  <a:gd name="connsiteX3" fmla="*/ 642879 w 1787227"/>
                  <a:gd name="connsiteY3" fmla="*/ 1229101 h 1362609"/>
                  <a:gd name="connsiteX4" fmla="*/ 0 w 1787227"/>
                  <a:gd name="connsiteY4" fmla="*/ 1285914 h 1362609"/>
                  <a:gd name="connsiteX0" fmla="*/ 1787227 w 1809320"/>
                  <a:gd name="connsiteY0" fmla="*/ 0 h 1362609"/>
                  <a:gd name="connsiteX1" fmla="*/ 1626948 w 1809320"/>
                  <a:gd name="connsiteY1" fmla="*/ 585288 h 1362609"/>
                  <a:gd name="connsiteX2" fmla="*/ 1020458 w 1809320"/>
                  <a:gd name="connsiteY2" fmla="*/ 743909 h 1362609"/>
                  <a:gd name="connsiteX3" fmla="*/ 642879 w 1809320"/>
                  <a:gd name="connsiteY3" fmla="*/ 1229101 h 1362609"/>
                  <a:gd name="connsiteX4" fmla="*/ 0 w 1809320"/>
                  <a:gd name="connsiteY4" fmla="*/ 1285914 h 1362609"/>
                  <a:gd name="connsiteX0" fmla="*/ 1777067 w 1800305"/>
                  <a:gd name="connsiteY0" fmla="*/ 0 h 1360069"/>
                  <a:gd name="connsiteX1" fmla="*/ 1626948 w 1800305"/>
                  <a:gd name="connsiteY1" fmla="*/ 582748 h 1360069"/>
                  <a:gd name="connsiteX2" fmla="*/ 1020458 w 1800305"/>
                  <a:gd name="connsiteY2" fmla="*/ 741369 h 1360069"/>
                  <a:gd name="connsiteX3" fmla="*/ 642879 w 1800305"/>
                  <a:gd name="connsiteY3" fmla="*/ 1226561 h 1360069"/>
                  <a:gd name="connsiteX4" fmla="*/ 0 w 1800305"/>
                  <a:gd name="connsiteY4" fmla="*/ 1283374 h 1360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0305" h="1360069">
                    <a:moveTo>
                      <a:pt x="1777067" y="0"/>
                    </a:moveTo>
                    <a:cubicBezTo>
                      <a:pt x="1845491" y="236790"/>
                      <a:pt x="1753050" y="459186"/>
                      <a:pt x="1626948" y="582748"/>
                    </a:cubicBezTo>
                    <a:cubicBezTo>
                      <a:pt x="1500846" y="706310"/>
                      <a:pt x="1184470" y="634067"/>
                      <a:pt x="1020458" y="741369"/>
                    </a:cubicBezTo>
                    <a:cubicBezTo>
                      <a:pt x="856446" y="848671"/>
                      <a:pt x="815495" y="1137920"/>
                      <a:pt x="642879" y="1226561"/>
                    </a:cubicBezTo>
                    <a:cubicBezTo>
                      <a:pt x="470263" y="1315202"/>
                      <a:pt x="152918" y="1444586"/>
                      <a:pt x="0" y="128337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DCB1D70-262D-529F-762D-B814F1961098}"/>
                  </a:ext>
                </a:extLst>
              </p:cNvPr>
              <p:cNvSpPr txBox="1"/>
              <p:nvPr/>
            </p:nvSpPr>
            <p:spPr>
              <a:xfrm>
                <a:off x="658105" y="1171823"/>
                <a:ext cx="1600695" cy="5783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DCB1D70-262D-529F-762D-B814F1961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05" y="1171823"/>
                <a:ext cx="1600695" cy="5783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54CC92D-2410-2AB2-3DAF-0C7A734675AF}"/>
                  </a:ext>
                </a:extLst>
              </p:cNvPr>
              <p:cNvSpPr txBox="1"/>
              <p:nvPr/>
            </p:nvSpPr>
            <p:spPr>
              <a:xfrm>
                <a:off x="3389121" y="1181977"/>
                <a:ext cx="2037609" cy="58201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54CC92D-2410-2AB2-3DAF-0C7A73467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9121" y="1181977"/>
                <a:ext cx="2037609" cy="58201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5E8687B3-009D-B36E-A5F8-ED1A7B96452E}"/>
              </a:ext>
            </a:extLst>
          </p:cNvPr>
          <p:cNvSpPr txBox="1"/>
          <p:nvPr/>
        </p:nvSpPr>
        <p:spPr>
          <a:xfrm>
            <a:off x="400010" y="1737555"/>
            <a:ext cx="2811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state is “lost” or “created” as time evolves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A2BE8D6-1184-1ECC-959C-B6C60F8DC5DC}"/>
              </a:ext>
            </a:extLst>
          </p:cNvPr>
          <p:cNvSpPr txBox="1"/>
          <p:nvPr/>
        </p:nvSpPr>
        <p:spPr>
          <a:xfrm>
            <a:off x="3269725" y="1774598"/>
            <a:ext cx="3323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(Minus sign to match convention)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9103C69-0175-AC6D-3FCB-5ED7085B7AF9}"/>
                  </a:ext>
                </a:extLst>
              </p:cNvPr>
              <p:cNvSpPr txBox="1"/>
              <p:nvPr/>
            </p:nvSpPr>
            <p:spPr>
              <a:xfrm>
                <a:off x="655695" y="5598703"/>
                <a:ext cx="79238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Variation of the action measures the flow of states (physical).  Variation = 0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sym typeface="Wingdings" panose="05000000000000000000" pitchFamily="2" charset="2"/>
                  </a:rPr>
                  <a:t> flow of states tangent to the path.</a:t>
                </a:r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9103C69-0175-AC6D-3FCB-5ED7085B7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95" y="5598703"/>
                <a:ext cx="7923890" cy="830997"/>
              </a:xfrm>
              <a:prstGeom prst="rect">
                <a:avLst/>
              </a:prstGeom>
              <a:blipFill>
                <a:blip r:embed="rId13"/>
                <a:stretch>
                  <a:fillRect t="-5839" r="-1617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E53F46-2123-1EB9-599C-3EE41770C73F}"/>
              </a:ext>
            </a:extLst>
          </p:cNvPr>
          <p:cNvCxnSpPr/>
          <p:nvPr/>
        </p:nvCxnSpPr>
        <p:spPr>
          <a:xfrm>
            <a:off x="941033" y="861134"/>
            <a:ext cx="159798" cy="320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4824AE-7318-20A3-81B5-1B182F67022A}"/>
              </a:ext>
            </a:extLst>
          </p:cNvPr>
          <p:cNvSpPr txBox="1"/>
          <p:nvPr/>
        </p:nvSpPr>
        <p:spPr>
          <a:xfrm>
            <a:off x="645786" y="561491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09A9D8-0457-B65C-1D1F-951CAF4130B4}"/>
              </a:ext>
            </a:extLst>
          </p:cNvPr>
          <p:cNvCxnSpPr>
            <a:cxnSpLocks/>
          </p:cNvCxnSpPr>
          <p:nvPr/>
        </p:nvCxnSpPr>
        <p:spPr>
          <a:xfrm flipH="1">
            <a:off x="9037468" y="1090853"/>
            <a:ext cx="271386" cy="208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D11ECEE-0F64-E313-BE68-E8A47D1ED4CB}"/>
              </a:ext>
            </a:extLst>
          </p:cNvPr>
          <p:cNvSpPr txBox="1"/>
          <p:nvPr/>
        </p:nvSpPr>
        <p:spPr>
          <a:xfrm>
            <a:off x="9308854" y="75663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B84CFF-C5D6-8115-EE07-128E78434608}"/>
              </a:ext>
            </a:extLst>
          </p:cNvPr>
          <p:cNvSpPr txBox="1"/>
          <p:nvPr/>
        </p:nvSpPr>
        <p:spPr>
          <a:xfrm>
            <a:off x="9369322" y="1853037"/>
            <a:ext cx="24857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i="1" dirty="0"/>
              <a:t>Sci Rep</a:t>
            </a:r>
            <a:r>
              <a:rPr lang="en-US" dirty="0"/>
              <a:t> </a:t>
            </a:r>
            <a:r>
              <a:rPr lang="en-US" b="1" dirty="0"/>
              <a:t>13</a:t>
            </a:r>
            <a:r>
              <a:rPr lang="en-US" dirty="0"/>
              <a:t>, 12138 (2023)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A8FD656-7F20-C065-5636-B21CD0F63A65}"/>
                  </a:ext>
                </a:extLst>
              </p:cNvPr>
              <p:cNvSpPr txBox="1"/>
              <p:nvPr/>
            </p:nvSpPr>
            <p:spPr>
              <a:xfrm>
                <a:off x="5358726" y="843455"/>
                <a:ext cx="11784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,0,−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A8FD656-7F20-C065-5636-B21CD0F63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726" y="843455"/>
                <a:ext cx="1178464" cy="369332"/>
              </a:xfrm>
              <a:prstGeom prst="rect">
                <a:avLst/>
              </a:prstGeom>
              <a:blipFill>
                <a:blip r:embed="rId1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69E213-B74F-520A-9979-6C8EF39D44C9}"/>
              </a:ext>
            </a:extLst>
          </p:cNvPr>
          <p:cNvCxnSpPr>
            <a:cxnSpLocks/>
          </p:cNvCxnSpPr>
          <p:nvPr/>
        </p:nvCxnSpPr>
        <p:spPr>
          <a:xfrm flipH="1">
            <a:off x="5384132" y="1188811"/>
            <a:ext cx="284398" cy="200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4B759F-D103-33ED-9411-DFB5C6A479F9}"/>
                  </a:ext>
                </a:extLst>
              </p:cNvPr>
              <p:cNvSpPr txBox="1"/>
              <p:nvPr/>
            </p:nvSpPr>
            <p:spPr>
              <a:xfrm>
                <a:off x="9834582" y="757228"/>
                <a:ext cx="2245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4B759F-D103-33ED-9411-DFB5C6A47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582" y="757228"/>
                <a:ext cx="2245936" cy="369332"/>
              </a:xfrm>
              <a:prstGeom prst="rect">
                <a:avLst/>
              </a:prstGeom>
              <a:blipFill>
                <a:blip r:embed="rId1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E8EE0C4-4B1B-C99C-0646-50422CB3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63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09967D-5EB2-D97B-F403-D522E0097C2C}"/>
              </a:ext>
            </a:extLst>
          </p:cNvPr>
          <p:cNvSpPr txBox="1"/>
          <p:nvPr/>
        </p:nvSpPr>
        <p:spPr>
          <a:xfrm>
            <a:off x="2401667" y="144379"/>
            <a:ext cx="73886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Counting states and configurations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6A4835-06C6-210C-1D80-C67DB82F8786}"/>
              </a:ext>
            </a:extLst>
          </p:cNvPr>
          <p:cNvSpPr/>
          <p:nvPr/>
        </p:nvSpPr>
        <p:spPr>
          <a:xfrm>
            <a:off x="885853" y="1500454"/>
            <a:ext cx="91440" cy="914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B47848CB-7DC3-9F03-6653-87003E1C1157}"/>
              </a:ext>
            </a:extLst>
          </p:cNvPr>
          <p:cNvSpPr>
            <a:spLocks noChangeAspect="1"/>
          </p:cNvSpPr>
          <p:nvPr/>
        </p:nvSpPr>
        <p:spPr>
          <a:xfrm>
            <a:off x="667050" y="1500454"/>
            <a:ext cx="106070" cy="9144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EB149263-C4F6-986F-28FE-CD938934631C}"/>
              </a:ext>
            </a:extLst>
          </p:cNvPr>
          <p:cNvSpPr>
            <a:spLocks noChangeAspect="1"/>
          </p:cNvSpPr>
          <p:nvPr/>
        </p:nvSpPr>
        <p:spPr>
          <a:xfrm>
            <a:off x="1090026" y="1500454"/>
            <a:ext cx="96012" cy="91440"/>
          </a:xfrm>
          <a:prstGeom prst="pent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2DA41E-630F-CD95-E77B-C9FC594115EC}"/>
              </a:ext>
            </a:extLst>
          </p:cNvPr>
          <p:cNvSpPr/>
          <p:nvPr/>
        </p:nvSpPr>
        <p:spPr>
          <a:xfrm>
            <a:off x="885853" y="1300496"/>
            <a:ext cx="91440" cy="914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9C43EA1E-7527-9FBA-7FDA-068E7ED036F3}"/>
              </a:ext>
            </a:extLst>
          </p:cNvPr>
          <p:cNvSpPr>
            <a:spLocks noChangeAspect="1"/>
          </p:cNvSpPr>
          <p:nvPr/>
        </p:nvSpPr>
        <p:spPr>
          <a:xfrm>
            <a:off x="667050" y="1300496"/>
            <a:ext cx="106070" cy="9144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E70C9886-4EDC-AAC8-7EE0-D1818A6D9268}"/>
              </a:ext>
            </a:extLst>
          </p:cNvPr>
          <p:cNvSpPr>
            <a:spLocks noChangeAspect="1"/>
          </p:cNvSpPr>
          <p:nvPr/>
        </p:nvSpPr>
        <p:spPr>
          <a:xfrm>
            <a:off x="1090026" y="1300496"/>
            <a:ext cx="96012" cy="91440"/>
          </a:xfrm>
          <a:prstGeom prst="pentagon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389272-594D-1035-51B0-AD4AE691C8CE}"/>
              </a:ext>
            </a:extLst>
          </p:cNvPr>
          <p:cNvSpPr/>
          <p:nvPr/>
        </p:nvSpPr>
        <p:spPr>
          <a:xfrm>
            <a:off x="885853" y="1100539"/>
            <a:ext cx="91440" cy="91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E4176736-D40E-0F6B-DBE9-7D90ACC6483A}"/>
              </a:ext>
            </a:extLst>
          </p:cNvPr>
          <p:cNvSpPr>
            <a:spLocks noChangeAspect="1"/>
          </p:cNvSpPr>
          <p:nvPr/>
        </p:nvSpPr>
        <p:spPr>
          <a:xfrm>
            <a:off x="667050" y="1100019"/>
            <a:ext cx="106070" cy="9144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F5A23B2D-71D8-E4FE-C2E0-3CAE81715240}"/>
              </a:ext>
            </a:extLst>
          </p:cNvPr>
          <p:cNvSpPr>
            <a:spLocks noChangeAspect="1"/>
          </p:cNvSpPr>
          <p:nvPr/>
        </p:nvSpPr>
        <p:spPr>
          <a:xfrm>
            <a:off x="1090026" y="1098328"/>
            <a:ext cx="96012" cy="91440"/>
          </a:xfrm>
          <a:prstGeom prst="pentagon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BDC87B3-8964-FDC4-ABE0-4D3E79032505}"/>
              </a:ext>
            </a:extLst>
          </p:cNvPr>
          <p:cNvSpPr/>
          <p:nvPr/>
        </p:nvSpPr>
        <p:spPr>
          <a:xfrm>
            <a:off x="546562" y="1044846"/>
            <a:ext cx="770021" cy="19840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41E5F22-E970-4566-EA13-E395B7AA0F06}"/>
              </a:ext>
            </a:extLst>
          </p:cNvPr>
          <p:cNvSpPr/>
          <p:nvPr/>
        </p:nvSpPr>
        <p:spPr>
          <a:xfrm>
            <a:off x="773120" y="1222080"/>
            <a:ext cx="543463" cy="47598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70E08DF-FC85-A545-2BAC-B6028BBB5B5B}"/>
                  </a:ext>
                </a:extLst>
              </p:cNvPr>
              <p:cNvSpPr/>
              <p:nvPr/>
            </p:nvSpPr>
            <p:spPr>
              <a:xfrm>
                <a:off x="1860047" y="1068770"/>
                <a:ext cx="277223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600" b="0" dirty="0"/>
                  <a:t>#conf(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3600" b="0" dirty="0"/>
                  <a:t>)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=#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70E08DF-FC85-A545-2BAC-B6028BBB5B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047" y="1068770"/>
                <a:ext cx="2772234" cy="646331"/>
              </a:xfrm>
              <a:prstGeom prst="rect">
                <a:avLst/>
              </a:prstGeom>
              <a:blipFill>
                <a:blip r:embed="rId4"/>
                <a:stretch>
                  <a:fillRect l="-6593"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9034364-63BF-1933-8ADD-3DDD07AC6FEF}"/>
                  </a:ext>
                </a:extLst>
              </p:cNvPr>
              <p:cNvSpPr/>
              <p:nvPr/>
            </p:nvSpPr>
            <p:spPr>
              <a:xfrm>
                <a:off x="5137322" y="1068769"/>
                <a:ext cx="315791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600" b="0" dirty="0"/>
                  <a:t>#</a:t>
                </a:r>
                <a:r>
                  <a:rPr lang="en-US" sz="3600" dirty="0"/>
                  <a:t>states</a:t>
                </a:r>
                <a:r>
                  <a:rPr lang="en-US" sz="3600" b="0" dirty="0"/>
                  <a:t>(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3600" b="0" dirty="0"/>
                  <a:t>)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=#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9034364-63BF-1933-8ADD-3DDD07AC6F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322" y="1068769"/>
                <a:ext cx="3157916" cy="646331"/>
              </a:xfrm>
              <a:prstGeom prst="rect">
                <a:avLst/>
              </a:prstGeom>
              <a:blipFill>
                <a:blip r:embed="rId5"/>
                <a:stretch>
                  <a:fillRect l="-5985"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D861D67C-F3F0-0445-D671-4EE93F469145}"/>
              </a:ext>
            </a:extLst>
          </p:cNvPr>
          <p:cNvGrpSpPr/>
          <p:nvPr/>
        </p:nvGrpSpPr>
        <p:grpSpPr>
          <a:xfrm>
            <a:off x="602882" y="3046882"/>
            <a:ext cx="3258807" cy="2129455"/>
            <a:chOff x="590905" y="2242959"/>
            <a:chExt cx="4587092" cy="2997418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C8EB8BB-A7B5-A205-AB47-75F703C6FE27}"/>
                </a:ext>
              </a:extLst>
            </p:cNvPr>
            <p:cNvCxnSpPr/>
            <p:nvPr/>
          </p:nvCxnSpPr>
          <p:spPr>
            <a:xfrm>
              <a:off x="2007133" y="2943023"/>
              <a:ext cx="0" cy="22973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7745200-DA6A-9D27-2BCE-93A41B65FBDA}"/>
                </a:ext>
              </a:extLst>
            </p:cNvPr>
            <p:cNvCxnSpPr/>
            <p:nvPr/>
          </p:nvCxnSpPr>
          <p:spPr>
            <a:xfrm>
              <a:off x="590905" y="4120417"/>
              <a:ext cx="29865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D5EABBC-7089-7F49-00DE-D43C5DF8D733}"/>
                    </a:ext>
                  </a:extLst>
                </p:cNvPr>
                <p:cNvSpPr txBox="1"/>
                <p:nvPr/>
              </p:nvSpPr>
              <p:spPr>
                <a:xfrm>
                  <a:off x="1335893" y="2242959"/>
                  <a:ext cx="1385240" cy="5198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D5EABBC-7089-7F49-00DE-D43C5DF8D7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5893" y="2242959"/>
                  <a:ext cx="1385240" cy="519871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9D3D3F0-BE75-E887-D6CB-E31840E8E7AA}"/>
                    </a:ext>
                  </a:extLst>
                </p:cNvPr>
                <p:cNvSpPr txBox="1"/>
                <p:nvPr/>
              </p:nvSpPr>
              <p:spPr>
                <a:xfrm>
                  <a:off x="3807199" y="3842042"/>
                  <a:ext cx="1370798" cy="5198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9D3D3F0-BE75-E887-D6CB-E31840E8E7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7199" y="3842042"/>
                  <a:ext cx="1370798" cy="519871"/>
                </a:xfrm>
                <a:prstGeom prst="rect">
                  <a:avLst/>
                </a:prstGeom>
                <a:blipFill>
                  <a:blip r:embed="rId7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A71828E-61A6-29FD-E374-714A999B6C0A}"/>
              </a:ext>
            </a:extLst>
          </p:cNvPr>
          <p:cNvSpPr/>
          <p:nvPr/>
        </p:nvSpPr>
        <p:spPr>
          <a:xfrm>
            <a:off x="737937" y="3665621"/>
            <a:ext cx="1876927" cy="433137"/>
          </a:xfrm>
          <a:custGeom>
            <a:avLst/>
            <a:gdLst>
              <a:gd name="connsiteX0" fmla="*/ 0 w 1876927"/>
              <a:gd name="connsiteY0" fmla="*/ 433137 h 433137"/>
              <a:gd name="connsiteX1" fmla="*/ 625642 w 1876927"/>
              <a:gd name="connsiteY1" fmla="*/ 136358 h 433137"/>
              <a:gd name="connsiteX2" fmla="*/ 1387642 w 1876927"/>
              <a:gd name="connsiteY2" fmla="*/ 264695 h 433137"/>
              <a:gd name="connsiteX3" fmla="*/ 1876927 w 1876927"/>
              <a:gd name="connsiteY3" fmla="*/ 0 h 433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6927" h="433137">
                <a:moveTo>
                  <a:pt x="0" y="433137"/>
                </a:moveTo>
                <a:cubicBezTo>
                  <a:pt x="197184" y="298784"/>
                  <a:pt x="394368" y="164432"/>
                  <a:pt x="625642" y="136358"/>
                </a:cubicBezTo>
                <a:cubicBezTo>
                  <a:pt x="856916" y="108284"/>
                  <a:pt x="1179094" y="287421"/>
                  <a:pt x="1387642" y="264695"/>
                </a:cubicBezTo>
                <a:cubicBezTo>
                  <a:pt x="1596190" y="241969"/>
                  <a:pt x="1736558" y="120984"/>
                  <a:pt x="1876927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1A21C4F0-D04E-A522-241E-1F3E40273899}"/>
              </a:ext>
            </a:extLst>
          </p:cNvPr>
          <p:cNvSpPr/>
          <p:nvPr/>
        </p:nvSpPr>
        <p:spPr>
          <a:xfrm>
            <a:off x="1668422" y="4111610"/>
            <a:ext cx="513461" cy="661991"/>
          </a:xfrm>
          <a:custGeom>
            <a:avLst/>
            <a:gdLst>
              <a:gd name="connsiteX0" fmla="*/ 152413 w 513461"/>
              <a:gd name="connsiteY0" fmla="*/ 33888 h 661991"/>
              <a:gd name="connsiteX1" fmla="*/ 13 w 513461"/>
              <a:gd name="connsiteY1" fmla="*/ 218372 h 661991"/>
              <a:gd name="connsiteX2" fmla="*/ 160434 w 513461"/>
              <a:gd name="connsiteY2" fmla="*/ 410878 h 661991"/>
              <a:gd name="connsiteX3" fmla="*/ 176476 w 513461"/>
              <a:gd name="connsiteY3" fmla="*/ 619425 h 661991"/>
              <a:gd name="connsiteX4" fmla="*/ 409087 w 513461"/>
              <a:gd name="connsiteY4" fmla="*/ 643488 h 661991"/>
              <a:gd name="connsiteX5" fmla="*/ 513360 w 513461"/>
              <a:gd name="connsiteY5" fmla="*/ 402857 h 661991"/>
              <a:gd name="connsiteX6" fmla="*/ 393045 w 513461"/>
              <a:gd name="connsiteY6" fmla="*/ 298583 h 661991"/>
              <a:gd name="connsiteX7" fmla="*/ 481276 w 513461"/>
              <a:gd name="connsiteY7" fmla="*/ 162225 h 661991"/>
              <a:gd name="connsiteX8" fmla="*/ 328876 w 513461"/>
              <a:gd name="connsiteY8" fmla="*/ 9825 h 661991"/>
              <a:gd name="connsiteX9" fmla="*/ 152413 w 513461"/>
              <a:gd name="connsiteY9" fmla="*/ 33888 h 661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3461" h="661991">
                <a:moveTo>
                  <a:pt x="152413" y="33888"/>
                </a:moveTo>
                <a:cubicBezTo>
                  <a:pt x="97602" y="68646"/>
                  <a:pt x="-1324" y="155540"/>
                  <a:pt x="13" y="218372"/>
                </a:cubicBezTo>
                <a:cubicBezTo>
                  <a:pt x="1350" y="281204"/>
                  <a:pt x="131023" y="344036"/>
                  <a:pt x="160434" y="410878"/>
                </a:cubicBezTo>
                <a:cubicBezTo>
                  <a:pt x="189845" y="477720"/>
                  <a:pt x="135034" y="580657"/>
                  <a:pt x="176476" y="619425"/>
                </a:cubicBezTo>
                <a:cubicBezTo>
                  <a:pt x="217918" y="658193"/>
                  <a:pt x="352940" y="679583"/>
                  <a:pt x="409087" y="643488"/>
                </a:cubicBezTo>
                <a:cubicBezTo>
                  <a:pt x="465234" y="607393"/>
                  <a:pt x="516034" y="460341"/>
                  <a:pt x="513360" y="402857"/>
                </a:cubicBezTo>
                <a:cubicBezTo>
                  <a:pt x="510686" y="345373"/>
                  <a:pt x="398392" y="338688"/>
                  <a:pt x="393045" y="298583"/>
                </a:cubicBezTo>
                <a:cubicBezTo>
                  <a:pt x="387698" y="258478"/>
                  <a:pt x="491971" y="210351"/>
                  <a:pt x="481276" y="162225"/>
                </a:cubicBezTo>
                <a:cubicBezTo>
                  <a:pt x="470581" y="114099"/>
                  <a:pt x="382350" y="28541"/>
                  <a:pt x="328876" y="9825"/>
                </a:cubicBezTo>
                <a:cubicBezTo>
                  <a:pt x="275402" y="-8891"/>
                  <a:pt x="207224" y="-870"/>
                  <a:pt x="152413" y="3388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C315463-3096-3376-5BF8-4B18F50499AC}"/>
                  </a:ext>
                </a:extLst>
              </p:cNvPr>
              <p:cNvSpPr txBox="1"/>
              <p:nvPr/>
            </p:nvSpPr>
            <p:spPr>
              <a:xfrm>
                <a:off x="2571966" y="3420979"/>
                <a:ext cx="3638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C315463-3096-3376-5BF8-4B18F5049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966" y="3420979"/>
                <a:ext cx="36388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10A5923-7650-24DE-FB8E-F081753B248E}"/>
                  </a:ext>
                </a:extLst>
              </p:cNvPr>
              <p:cNvSpPr txBox="1"/>
              <p:nvPr/>
            </p:nvSpPr>
            <p:spPr>
              <a:xfrm>
                <a:off x="1196312" y="790051"/>
                <a:ext cx="3638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10A5923-7650-24DE-FB8E-F081753B2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312" y="790051"/>
                <a:ext cx="36388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C273FEF-76DA-207B-0302-6147A5C631DD}"/>
                  </a:ext>
                </a:extLst>
              </p:cNvPr>
              <p:cNvSpPr txBox="1"/>
              <p:nvPr/>
            </p:nvSpPr>
            <p:spPr>
              <a:xfrm>
                <a:off x="2089371" y="4563883"/>
                <a:ext cx="3891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C273FEF-76DA-207B-0302-6147A5C63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371" y="4563883"/>
                <a:ext cx="38914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468928E-C134-850B-2D85-27EACD98E6EF}"/>
                  </a:ext>
                </a:extLst>
              </p:cNvPr>
              <p:cNvSpPr txBox="1"/>
              <p:nvPr/>
            </p:nvSpPr>
            <p:spPr>
              <a:xfrm>
                <a:off x="1251454" y="1522610"/>
                <a:ext cx="3891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468928E-C134-850B-2D85-27EACD98E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454" y="1522610"/>
                <a:ext cx="38914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2DAC775-A2D2-655C-DB32-D9A3D7E41736}"/>
                  </a:ext>
                </a:extLst>
              </p:cNvPr>
              <p:cNvSpPr txBox="1"/>
              <p:nvPr/>
            </p:nvSpPr>
            <p:spPr>
              <a:xfrm>
                <a:off x="4215171" y="3396358"/>
                <a:ext cx="5995628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Ham Mech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Correct count of configurations/states on finitely many dense (i.e. continuous) DOFs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2DAC775-A2D2-655C-DB32-D9A3D7E41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171" y="3396358"/>
                <a:ext cx="5995628" cy="1384995"/>
              </a:xfrm>
              <a:prstGeom prst="rect">
                <a:avLst/>
              </a:prstGeom>
              <a:blipFill>
                <a:blip r:embed="rId12"/>
                <a:stretch>
                  <a:fillRect l="-2033" t="-3965" b="-11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046DAE0-8C42-DACD-61F9-43A7C92D48F9}"/>
                  </a:ext>
                </a:extLst>
              </p:cNvPr>
              <p:cNvSpPr txBox="1"/>
              <p:nvPr/>
            </p:nvSpPr>
            <p:spPr>
              <a:xfrm>
                <a:off x="546562" y="5347224"/>
                <a:ext cx="88507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Field theory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/>
                  <a:t> DOFs themselves are dense (i.e. continuous)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046DAE0-8C42-DACD-61F9-43A7C92D4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62" y="5347224"/>
                <a:ext cx="8850756" cy="523220"/>
              </a:xfrm>
              <a:prstGeom prst="rect">
                <a:avLst/>
              </a:prstGeom>
              <a:blipFill>
                <a:blip r:embed="rId13"/>
                <a:stretch>
                  <a:fillRect l="-1446" t="-10465" r="-27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203632B-C984-AE9A-958D-845BC759E3A1}"/>
                  </a:ext>
                </a:extLst>
              </p:cNvPr>
              <p:cNvSpPr/>
              <p:nvPr/>
            </p:nvSpPr>
            <p:spPr>
              <a:xfrm>
                <a:off x="2999963" y="5907378"/>
                <a:ext cx="263136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600" b="0" dirty="0"/>
                  <a:t>#DOF(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3600" b="0" dirty="0"/>
                  <a:t>)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≠#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203632B-C984-AE9A-958D-845BC759E3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963" y="5907378"/>
                <a:ext cx="2631361" cy="646331"/>
              </a:xfrm>
              <a:prstGeom prst="rect">
                <a:avLst/>
              </a:prstGeom>
              <a:blipFill>
                <a:blip r:embed="rId14"/>
                <a:stretch>
                  <a:fillRect l="-6944"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7AE6304-EE62-55B6-DC2F-D356D78503EA}"/>
              </a:ext>
            </a:extLst>
          </p:cNvPr>
          <p:cNvSpPr txBox="1"/>
          <p:nvPr/>
        </p:nvSpPr>
        <p:spPr>
          <a:xfrm>
            <a:off x="210157" y="430393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Discrete case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CB7927F-2AC0-71A3-5053-730521275AD9}"/>
              </a:ext>
            </a:extLst>
          </p:cNvPr>
          <p:cNvGrpSpPr/>
          <p:nvPr/>
        </p:nvGrpSpPr>
        <p:grpSpPr>
          <a:xfrm>
            <a:off x="184295" y="1876967"/>
            <a:ext cx="11957050" cy="1250599"/>
            <a:chOff x="184295" y="1597042"/>
            <a:chExt cx="11957050" cy="12505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62B6F6B9-479B-E91B-8FA4-45E579D43707}"/>
                    </a:ext>
                  </a:extLst>
                </p:cNvPr>
                <p:cNvSpPr/>
                <p:nvPr/>
              </p:nvSpPr>
              <p:spPr>
                <a:xfrm>
                  <a:off x="367211" y="2100192"/>
                  <a:ext cx="5083251" cy="74744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3600" b="0" dirty="0"/>
                    <a:t>#conf(</a:t>
                  </a:r>
                  <a14:m>
                    <m:oMath xmlns:m="http://schemas.openxmlformats.org/officeDocument/2006/math">
                      <m:r>
                        <a:rPr lang="en-US" sz="3600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en-US" sz="3600" b="0" dirty="0"/>
                    <a:t>)</a:t>
                  </a:r>
                  <a14:m>
                    <m:oMath xmlns:m="http://schemas.openxmlformats.org/officeDocument/2006/math">
                      <m:r>
                        <a:rPr lang="en-US" sz="36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b>
                          </m:s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e>
                      </m:nary>
                    </m:oMath>
                  </a14:m>
                  <a:r>
                    <a:rPr lang="en-US" sz="3600" dirty="0"/>
                    <a:t> </a:t>
                  </a:r>
                </a:p>
              </p:txBody>
            </p:sp>
          </mc:Choice>
          <mc:Fallback xmlns="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62B6F6B9-479B-E91B-8FA4-45E579D437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211" y="2100192"/>
                  <a:ext cx="5083251" cy="747449"/>
                </a:xfrm>
                <a:prstGeom prst="rect">
                  <a:avLst/>
                </a:prstGeom>
                <a:blipFill>
                  <a:blip r:embed="rId15"/>
                  <a:stretch>
                    <a:fillRect l="-3597" t="-8130" b="-203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BA37474D-8117-61EB-FD49-39BAE2783E6E}"/>
                    </a:ext>
                  </a:extLst>
                </p:cNvPr>
                <p:cNvSpPr/>
                <p:nvPr/>
              </p:nvSpPr>
              <p:spPr>
                <a:xfrm>
                  <a:off x="5725614" y="2100770"/>
                  <a:ext cx="6415731" cy="7349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3600" b="0" dirty="0"/>
                    <a:t>#states(</a:t>
                  </a:r>
                  <a14:m>
                    <m:oMath xmlns:m="http://schemas.openxmlformats.org/officeDocument/2006/math">
                      <m:r>
                        <a:rPr lang="en-US" sz="36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a14:m>
                  <a:r>
                    <a:rPr lang="en-US" sz="3600" b="0" dirty="0"/>
                    <a:t>)</a:t>
                  </a:r>
                  <a14:m>
                    <m:oMath xmlns:m="http://schemas.openxmlformats.org/officeDocument/2006/math">
                      <m:r>
                        <a:rPr lang="en-US" sz="36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nary>
                            <m:naryPr>
                              <m:chr m:val="⋀"/>
                              <m:subHide m:val="on"/>
                              <m:supHide m:val="on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nary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a14:m>
                  <a:r>
                    <a:rPr lang="en-US" sz="3600" dirty="0"/>
                    <a:t> </a:t>
                  </a: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BA37474D-8117-61EB-FD49-39BAE2783E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5614" y="2100770"/>
                  <a:ext cx="6415731" cy="734945"/>
                </a:xfrm>
                <a:prstGeom prst="rect">
                  <a:avLst/>
                </a:prstGeom>
                <a:blipFill>
                  <a:blip r:embed="rId16"/>
                  <a:stretch>
                    <a:fillRect l="-2849" t="-10833" b="-2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AC5389D2-6E86-1CE0-1424-44695FADA7DF}"/>
                </a:ext>
              </a:extLst>
            </p:cNvPr>
            <p:cNvCxnSpPr/>
            <p:nvPr/>
          </p:nvCxnSpPr>
          <p:spPr>
            <a:xfrm flipH="1">
              <a:off x="3449053" y="1997242"/>
              <a:ext cx="412636" cy="3449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8CAC3B9-EFFB-0650-E1CF-50AACE4CC649}"/>
                </a:ext>
              </a:extLst>
            </p:cNvPr>
            <p:cNvSpPr txBox="1"/>
            <p:nvPr/>
          </p:nvSpPr>
          <p:spPr>
            <a:xfrm>
              <a:off x="3433264" y="1671506"/>
              <a:ext cx="21978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Configuration density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10A08405-4DDA-168F-369F-1E1D9C4D3C59}"/>
                </a:ext>
              </a:extLst>
            </p:cNvPr>
            <p:cNvCxnSpPr>
              <a:cxnSpLocks/>
            </p:cNvCxnSpPr>
            <p:nvPr/>
          </p:nvCxnSpPr>
          <p:spPr>
            <a:xfrm>
              <a:off x="8467237" y="1966480"/>
              <a:ext cx="559116" cy="3415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728FCA0-8431-EA7F-04B3-F1067089FA7A}"/>
                </a:ext>
              </a:extLst>
            </p:cNvPr>
            <p:cNvSpPr txBox="1"/>
            <p:nvPr/>
          </p:nvSpPr>
          <p:spPr>
            <a:xfrm>
              <a:off x="7788164" y="1597042"/>
              <a:ext cx="1398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State density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2F0B903-8450-304F-093C-32F42BA8B53C}"/>
                </a:ext>
              </a:extLst>
            </p:cNvPr>
            <p:cNvSpPr txBox="1"/>
            <p:nvPr/>
          </p:nvSpPr>
          <p:spPr>
            <a:xfrm>
              <a:off x="184295" y="1835290"/>
              <a:ext cx="1721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</a:rPr>
                <a:t>Continuous case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69F2741-1971-90E5-D47D-22D2A4C5257B}"/>
                  </a:ext>
                </a:extLst>
              </p:cNvPr>
              <p:cNvSpPr/>
              <p:nvPr/>
            </p:nvSpPr>
            <p:spPr>
              <a:xfrm>
                <a:off x="10141745" y="2016573"/>
                <a:ext cx="186596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≠#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=∞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69F2741-1971-90E5-D47D-22D2A4C52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1745" y="2016573"/>
                <a:ext cx="1865960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65DE198-BEE1-0BA3-F5F8-08F0EA8C7EFD}"/>
                  </a:ext>
                </a:extLst>
              </p:cNvPr>
              <p:cNvSpPr txBox="1"/>
              <p:nvPr/>
            </p:nvSpPr>
            <p:spPr>
              <a:xfrm>
                <a:off x="796010" y="1726840"/>
                <a:ext cx="40530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65DE198-BEE1-0BA3-F5F8-08F0EA8C7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010" y="1726840"/>
                <a:ext cx="405304" cy="307777"/>
              </a:xfrm>
              <a:prstGeom prst="rect">
                <a:avLst/>
              </a:prstGeom>
              <a:blipFill>
                <a:blip r:embed="rId18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5136665-C7B7-5E47-6F1C-4228C5737947}"/>
                  </a:ext>
                </a:extLst>
              </p:cNvPr>
              <p:cNvSpPr txBox="1"/>
              <p:nvPr/>
            </p:nvSpPr>
            <p:spPr>
              <a:xfrm>
                <a:off x="154321" y="1180930"/>
                <a:ext cx="4091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5136665-C7B7-5E47-6F1C-4228C5737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21" y="1180930"/>
                <a:ext cx="409150" cy="307777"/>
              </a:xfrm>
              <a:prstGeom prst="rect">
                <a:avLst/>
              </a:prstGeom>
              <a:blipFill>
                <a:blip r:embed="rId1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FFB97F0-0AFA-2FAC-FCBB-E7FF8A548F51}"/>
                  </a:ext>
                </a:extLst>
              </p:cNvPr>
              <p:cNvSpPr/>
              <p:nvPr/>
            </p:nvSpPr>
            <p:spPr>
              <a:xfrm>
                <a:off x="8487522" y="1043998"/>
                <a:ext cx="263136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600" b="0" dirty="0"/>
                  <a:t>#</a:t>
                </a:r>
                <a:r>
                  <a:rPr lang="en-US" sz="3600" dirty="0"/>
                  <a:t>DOF</a:t>
                </a:r>
                <a:r>
                  <a:rPr lang="en-US" sz="3600" b="0" dirty="0"/>
                  <a:t>(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3600" b="0" dirty="0"/>
                  <a:t>)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=#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FFB97F0-0AFA-2FAC-FCBB-E7FF8A548F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7522" y="1043998"/>
                <a:ext cx="2631361" cy="646331"/>
              </a:xfrm>
              <a:prstGeom prst="rect">
                <a:avLst/>
              </a:prstGeom>
              <a:blipFill>
                <a:blip r:embed="rId20"/>
                <a:stretch>
                  <a:fillRect l="-6944"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A007565-FA6D-4791-BD13-3DC7998BB806}"/>
                  </a:ext>
                </a:extLst>
              </p:cNvPr>
              <p:cNvSpPr/>
              <p:nvPr/>
            </p:nvSpPr>
            <p:spPr>
              <a:xfrm>
                <a:off x="8858761" y="3071923"/>
                <a:ext cx="263136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600" b="0" dirty="0"/>
                  <a:t>#</a:t>
                </a:r>
                <a:r>
                  <a:rPr lang="en-US" sz="3600" dirty="0"/>
                  <a:t>DOF</a:t>
                </a:r>
                <a:r>
                  <a:rPr lang="en-US" sz="3600" b="0" dirty="0"/>
                  <a:t>(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3600" b="0" dirty="0"/>
                  <a:t>)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=#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A007565-FA6D-4791-BD13-3DC7998BB8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761" y="3071923"/>
                <a:ext cx="2631361" cy="646331"/>
              </a:xfrm>
              <a:prstGeom prst="rect">
                <a:avLst/>
              </a:prstGeom>
              <a:blipFill>
                <a:blip r:embed="rId21"/>
                <a:stretch>
                  <a:fillRect l="-6944" t="-1509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CEFF03EF-3B7F-648F-6419-14FB3D99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892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F758F7-55A5-DCE3-D8CF-45F27814CAF7}"/>
                  </a:ext>
                </a:extLst>
              </p:cNvPr>
              <p:cNvSpPr txBox="1"/>
              <p:nvPr/>
            </p:nvSpPr>
            <p:spPr>
              <a:xfrm>
                <a:off x="1014096" y="144379"/>
                <a:ext cx="10163873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000" dirty="0"/>
                  <a:t>Conjecture: </a:t>
                </a:r>
                <a:r>
                  <a:rPr lang="en-US" sz="4000" dirty="0" err="1"/>
                  <a:t>GR</a:t>
                </a:r>
                <a:r>
                  <a:rPr lang="en-US" sz="4000" dirty="0"/>
                  <a:t> </a:t>
                </a:r>
                <a14:m>
                  <m:oMath xmlns:m="http://schemas.openxmlformats.org/officeDocument/2006/math">
                    <m:r>
                      <a:rPr lang="en-US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4000" dirty="0"/>
                  <a:t> det/rev + DOF independence</a:t>
                </a:r>
                <a:br>
                  <a:rPr lang="en-US" sz="4000" dirty="0"/>
                </a:br>
                <a:r>
                  <a:rPr lang="en-US" sz="4000" dirty="0"/>
                  <a:t>for infinitely many (dense) DOFs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F758F7-55A5-DCE3-D8CF-45F27814C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096" y="144379"/>
                <a:ext cx="10163873" cy="1323439"/>
              </a:xfrm>
              <a:prstGeom prst="rect">
                <a:avLst/>
              </a:prstGeom>
              <a:blipFill>
                <a:blip r:embed="rId2"/>
                <a:stretch>
                  <a:fillRect l="-1619" t="-8295" r="-1619" b="-18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36EEC5-3E9C-2722-9ACB-70FF4B446E54}"/>
                  </a:ext>
                </a:extLst>
              </p:cNvPr>
              <p:cNvSpPr txBox="1"/>
              <p:nvPr/>
            </p:nvSpPr>
            <p:spPr>
              <a:xfrm>
                <a:off x="662003" y="1684700"/>
                <a:ext cx="6260165" cy="649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𝛿</m:t>
                    </m:r>
                    <m:nary>
                      <m:naryPr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  <m:sup/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𝐿𝑑𝑡</m:t>
                        </m:r>
                      </m:e>
                    </m:nary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∮"/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e>
                    </m:nary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∬"/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b>
                        </m:s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36EEC5-3E9C-2722-9ACB-70FF4B446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03" y="1684700"/>
                <a:ext cx="6260165" cy="6497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BD4FC61-9D0B-D59B-5DFD-B125BEAA42D9}"/>
              </a:ext>
            </a:extLst>
          </p:cNvPr>
          <p:cNvCxnSpPr/>
          <p:nvPr/>
        </p:nvCxnSpPr>
        <p:spPr>
          <a:xfrm flipH="1" flipV="1">
            <a:off x="6858000" y="2045368"/>
            <a:ext cx="1171074" cy="393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B6A5AA2-7935-6361-994F-F59A2E6E689C}"/>
              </a:ext>
            </a:extLst>
          </p:cNvPr>
          <p:cNvSpPr txBox="1"/>
          <p:nvPr/>
        </p:nvSpPr>
        <p:spPr>
          <a:xfrm>
            <a:off x="8029074" y="2253734"/>
            <a:ext cx="147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Flow of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50831A-E13E-EA4F-085E-8D372F5B4496}"/>
                  </a:ext>
                </a:extLst>
              </p:cNvPr>
              <p:cNvSpPr txBox="1"/>
              <p:nvPr/>
            </p:nvSpPr>
            <p:spPr>
              <a:xfrm>
                <a:off x="662003" y="2518611"/>
                <a:ext cx="6260165" cy="640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𝛿</m:t>
                    </m:r>
                    <m:nary>
                      <m:naryPr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  <m:sup/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ℒ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???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50831A-E13E-EA4F-085E-8D372F5B4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03" y="2518611"/>
                <a:ext cx="6260165" cy="6404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92AE0A-B003-B42F-B393-855AD48C5868}"/>
              </a:ext>
            </a:extLst>
          </p:cNvPr>
          <p:cNvCxnSpPr>
            <a:cxnSpLocks/>
          </p:cNvCxnSpPr>
          <p:nvPr/>
        </p:nvCxnSpPr>
        <p:spPr>
          <a:xfrm flipH="1">
            <a:off x="5735053" y="2518611"/>
            <a:ext cx="2109536" cy="176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56000D-4BE4-ABE6-42D8-36D6B0D0E3BA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1483895" y="3015950"/>
            <a:ext cx="2354191" cy="208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E83D0FE-6E35-1A69-5EDE-2779D72314B2}"/>
              </a:ext>
            </a:extLst>
          </p:cNvPr>
          <p:cNvSpPr txBox="1"/>
          <p:nvPr/>
        </p:nvSpPr>
        <p:spPr>
          <a:xfrm>
            <a:off x="3838086" y="3039650"/>
            <a:ext cx="6168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 integral of the vector potential of the flow of state </a:t>
            </a:r>
            <a:r>
              <a:rPr lang="en-US" b="1" dirty="0"/>
              <a:t>density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DA69BD-9046-1455-057E-90477DCC5B6C}"/>
                  </a:ext>
                </a:extLst>
              </p:cNvPr>
              <p:cNvSpPr txBox="1"/>
              <p:nvPr/>
            </p:nvSpPr>
            <p:spPr>
              <a:xfrm>
                <a:off x="662003" y="3735623"/>
                <a:ext cx="1997278" cy="976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rad>
                        </m:e>
                      </m:nary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DA69BD-9046-1455-057E-90477DCC5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03" y="3735623"/>
                <a:ext cx="1997278" cy="9761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DD58BB-8DC7-C55D-1C45-169F57096E86}"/>
              </a:ext>
            </a:extLst>
          </p:cNvPr>
          <p:cNvCxnSpPr/>
          <p:nvPr/>
        </p:nvCxnSpPr>
        <p:spPr>
          <a:xfrm flipH="1">
            <a:off x="2534654" y="4119431"/>
            <a:ext cx="802105" cy="104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D3B9EC9-D922-3CEE-756F-06B5EA44D9A6}"/>
              </a:ext>
            </a:extLst>
          </p:cNvPr>
          <p:cNvSpPr txBox="1"/>
          <p:nvPr/>
        </p:nvSpPr>
        <p:spPr>
          <a:xfrm>
            <a:off x="3457712" y="3842502"/>
            <a:ext cx="1129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#DOFs?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48BA1C-E479-EDD2-463F-C32F08D75A3F}"/>
                  </a:ext>
                </a:extLst>
              </p:cNvPr>
              <p:cNvSpPr txBox="1"/>
              <p:nvPr/>
            </p:nvSpPr>
            <p:spPr>
              <a:xfrm>
                <a:off x="5306498" y="3962095"/>
                <a:ext cx="2945935" cy="5582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𝑚𝑎𝑡𝑡𝑒𝑟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48BA1C-E479-EDD2-463F-C32F08D75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498" y="3962095"/>
                <a:ext cx="2945935" cy="5582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42CC2C6-94E0-DC1F-8F4D-89B6366DB872}"/>
              </a:ext>
            </a:extLst>
          </p:cNvPr>
          <p:cNvCxnSpPr/>
          <p:nvPr/>
        </p:nvCxnSpPr>
        <p:spPr>
          <a:xfrm flipH="1" flipV="1">
            <a:off x="7194884" y="4596063"/>
            <a:ext cx="248653" cy="465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3609BDF-DCEE-AD30-AD72-C02E69C2401C}"/>
              </a:ext>
            </a:extLst>
          </p:cNvPr>
          <p:cNvSpPr txBox="1"/>
          <p:nvPr/>
        </p:nvSpPr>
        <p:spPr>
          <a:xfrm>
            <a:off x="6476490" y="5061284"/>
            <a:ext cx="2427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Flow of configurations? 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57CDC7F-E0BF-C264-166D-F1B57CB389E1}"/>
              </a:ext>
            </a:extLst>
          </p:cNvPr>
          <p:cNvCxnSpPr/>
          <p:nvPr/>
        </p:nvCxnSpPr>
        <p:spPr>
          <a:xfrm flipV="1">
            <a:off x="5911516" y="4485315"/>
            <a:ext cx="320842" cy="3433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8230774-C584-50F7-3A52-15BC1763D1E1}"/>
              </a:ext>
            </a:extLst>
          </p:cNvPr>
          <p:cNvSpPr txBox="1"/>
          <p:nvPr/>
        </p:nvSpPr>
        <p:spPr>
          <a:xfrm>
            <a:off x="4997117" y="4884360"/>
            <a:ext cx="1521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Flow of DOFs?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86674CD-D090-8F92-D156-E01AC4CEABEB}"/>
              </a:ext>
            </a:extLst>
          </p:cNvPr>
          <p:cNvSpPr/>
          <p:nvPr/>
        </p:nvSpPr>
        <p:spPr>
          <a:xfrm>
            <a:off x="585537" y="5380009"/>
            <a:ext cx="3264568" cy="810798"/>
          </a:xfrm>
          <a:custGeom>
            <a:avLst/>
            <a:gdLst>
              <a:gd name="connsiteX0" fmla="*/ 0 w 3264568"/>
              <a:gd name="connsiteY0" fmla="*/ 2117 h 810798"/>
              <a:gd name="connsiteX1" fmla="*/ 762000 w 3264568"/>
              <a:gd name="connsiteY1" fmla="*/ 122433 h 810798"/>
              <a:gd name="connsiteX2" fmla="*/ 1235242 w 3264568"/>
              <a:gd name="connsiteY2" fmla="*/ 788180 h 810798"/>
              <a:gd name="connsiteX3" fmla="*/ 2486526 w 3264568"/>
              <a:gd name="connsiteY3" fmla="*/ 667865 h 810798"/>
              <a:gd name="connsiteX4" fmla="*/ 3264568 w 3264568"/>
              <a:gd name="connsiteY4" fmla="*/ 796202 h 810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568" h="810798">
                <a:moveTo>
                  <a:pt x="0" y="2117"/>
                </a:moveTo>
                <a:cubicBezTo>
                  <a:pt x="278063" y="-3230"/>
                  <a:pt x="556126" y="-8577"/>
                  <a:pt x="762000" y="122433"/>
                </a:cubicBezTo>
                <a:cubicBezTo>
                  <a:pt x="967874" y="253443"/>
                  <a:pt x="947821" y="697275"/>
                  <a:pt x="1235242" y="788180"/>
                </a:cubicBezTo>
                <a:cubicBezTo>
                  <a:pt x="1522663" y="879085"/>
                  <a:pt x="2148305" y="666528"/>
                  <a:pt x="2486526" y="667865"/>
                </a:cubicBezTo>
                <a:cubicBezTo>
                  <a:pt x="2824747" y="669202"/>
                  <a:pt x="3044657" y="732702"/>
                  <a:pt x="3264568" y="79620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B3AEAF7-C779-8983-1918-30E5DDE40EDA}"/>
              </a:ext>
            </a:extLst>
          </p:cNvPr>
          <p:cNvSpPr/>
          <p:nvPr/>
        </p:nvSpPr>
        <p:spPr>
          <a:xfrm>
            <a:off x="758138" y="5149434"/>
            <a:ext cx="3368842" cy="842731"/>
          </a:xfrm>
          <a:custGeom>
            <a:avLst/>
            <a:gdLst>
              <a:gd name="connsiteX0" fmla="*/ 0 w 3264568"/>
              <a:gd name="connsiteY0" fmla="*/ 2117 h 810798"/>
              <a:gd name="connsiteX1" fmla="*/ 762000 w 3264568"/>
              <a:gd name="connsiteY1" fmla="*/ 122433 h 810798"/>
              <a:gd name="connsiteX2" fmla="*/ 1235242 w 3264568"/>
              <a:gd name="connsiteY2" fmla="*/ 788180 h 810798"/>
              <a:gd name="connsiteX3" fmla="*/ 2486526 w 3264568"/>
              <a:gd name="connsiteY3" fmla="*/ 667865 h 810798"/>
              <a:gd name="connsiteX4" fmla="*/ 3264568 w 3264568"/>
              <a:gd name="connsiteY4" fmla="*/ 796202 h 810798"/>
              <a:gd name="connsiteX0" fmla="*/ 0 w 3264568"/>
              <a:gd name="connsiteY0" fmla="*/ 520 h 806827"/>
              <a:gd name="connsiteX1" fmla="*/ 705853 w 3264568"/>
              <a:gd name="connsiteY1" fmla="*/ 160941 h 806827"/>
              <a:gd name="connsiteX2" fmla="*/ 1235242 w 3264568"/>
              <a:gd name="connsiteY2" fmla="*/ 786583 h 806827"/>
              <a:gd name="connsiteX3" fmla="*/ 2486526 w 3264568"/>
              <a:gd name="connsiteY3" fmla="*/ 666268 h 806827"/>
              <a:gd name="connsiteX4" fmla="*/ 3264568 w 3264568"/>
              <a:gd name="connsiteY4" fmla="*/ 794605 h 806827"/>
              <a:gd name="connsiteX0" fmla="*/ 0 w 3264568"/>
              <a:gd name="connsiteY0" fmla="*/ 520 h 800452"/>
              <a:gd name="connsiteX1" fmla="*/ 705853 w 3264568"/>
              <a:gd name="connsiteY1" fmla="*/ 160941 h 800452"/>
              <a:gd name="connsiteX2" fmla="*/ 1235242 w 3264568"/>
              <a:gd name="connsiteY2" fmla="*/ 786583 h 800452"/>
              <a:gd name="connsiteX3" fmla="*/ 2679031 w 3264568"/>
              <a:gd name="connsiteY3" fmla="*/ 610121 h 800452"/>
              <a:gd name="connsiteX4" fmla="*/ 3264568 w 3264568"/>
              <a:gd name="connsiteY4" fmla="*/ 794605 h 800452"/>
              <a:gd name="connsiteX0" fmla="*/ 0 w 3368842"/>
              <a:gd name="connsiteY0" fmla="*/ 520 h 842731"/>
              <a:gd name="connsiteX1" fmla="*/ 705853 w 3368842"/>
              <a:gd name="connsiteY1" fmla="*/ 160941 h 842731"/>
              <a:gd name="connsiteX2" fmla="*/ 1235242 w 3368842"/>
              <a:gd name="connsiteY2" fmla="*/ 786583 h 842731"/>
              <a:gd name="connsiteX3" fmla="*/ 2679031 w 3368842"/>
              <a:gd name="connsiteY3" fmla="*/ 610121 h 842731"/>
              <a:gd name="connsiteX4" fmla="*/ 3368842 w 3368842"/>
              <a:gd name="connsiteY4" fmla="*/ 842731 h 842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68842" h="842731">
                <a:moveTo>
                  <a:pt x="0" y="520"/>
                </a:moveTo>
                <a:cubicBezTo>
                  <a:pt x="278063" y="-4827"/>
                  <a:pt x="499979" y="29931"/>
                  <a:pt x="705853" y="160941"/>
                </a:cubicBezTo>
                <a:cubicBezTo>
                  <a:pt x="911727" y="291951"/>
                  <a:pt x="906379" y="711720"/>
                  <a:pt x="1235242" y="786583"/>
                </a:cubicBezTo>
                <a:cubicBezTo>
                  <a:pt x="1564105" y="861446"/>
                  <a:pt x="2340810" y="608784"/>
                  <a:pt x="2679031" y="610121"/>
                </a:cubicBezTo>
                <a:cubicBezTo>
                  <a:pt x="3017252" y="611458"/>
                  <a:pt x="3148931" y="779231"/>
                  <a:pt x="3368842" y="84273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7699611-C4C5-1CD9-A76B-65C7FA24B9B2}"/>
              </a:ext>
            </a:extLst>
          </p:cNvPr>
          <p:cNvCxnSpPr/>
          <p:nvPr/>
        </p:nvCxnSpPr>
        <p:spPr>
          <a:xfrm flipV="1">
            <a:off x="882316" y="5149434"/>
            <a:ext cx="0" cy="230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0C4844E-0A12-2DD3-1626-8EC7CEBBD89B}"/>
              </a:ext>
            </a:extLst>
          </p:cNvPr>
          <p:cNvCxnSpPr>
            <a:stCxn id="30" idx="1"/>
            <a:endCxn id="31" idx="1"/>
          </p:cNvCxnSpPr>
          <p:nvPr/>
        </p:nvCxnSpPr>
        <p:spPr>
          <a:xfrm flipV="1">
            <a:off x="1347537" y="5310375"/>
            <a:ext cx="116454" cy="192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6609761-D257-CDB1-0AA0-1BB5C5D4F983}"/>
              </a:ext>
            </a:extLst>
          </p:cNvPr>
          <p:cNvCxnSpPr>
            <a:cxnSpLocks/>
          </p:cNvCxnSpPr>
          <p:nvPr/>
        </p:nvCxnSpPr>
        <p:spPr>
          <a:xfrm flipV="1">
            <a:off x="2413701" y="5924550"/>
            <a:ext cx="19937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1EE1912-5807-E37B-1879-E2021BBBED97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3205163" y="5759555"/>
            <a:ext cx="232006" cy="288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6B99F1E-D8BC-4F1B-D591-D4A1C606F32A}"/>
              </a:ext>
            </a:extLst>
          </p:cNvPr>
          <p:cNvSpPr txBox="1"/>
          <p:nvPr/>
        </p:nvSpPr>
        <p:spPr>
          <a:xfrm>
            <a:off x="4261802" y="5613332"/>
            <a:ext cx="50716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We are mapping values between Cauchy surfaces, #DOFs are the points on the Cauchy surface, 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#conf are the possible field values at each point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148B07-A46B-3C48-E348-947A42B6F3CE}"/>
              </a:ext>
            </a:extLst>
          </p:cNvPr>
          <p:cNvGrpSpPr/>
          <p:nvPr/>
        </p:nvGrpSpPr>
        <p:grpSpPr>
          <a:xfrm>
            <a:off x="10076943" y="2060082"/>
            <a:ext cx="1072088" cy="906821"/>
            <a:chOff x="10172061" y="2694328"/>
            <a:chExt cx="1072088" cy="90682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3C41DD5-184E-7A60-F0C4-D0643FEA2ED8}"/>
                </a:ext>
              </a:extLst>
            </p:cNvPr>
            <p:cNvSpPr txBox="1"/>
            <p:nvPr/>
          </p:nvSpPr>
          <p:spPr>
            <a:xfrm>
              <a:off x="10172061" y="2694328"/>
              <a:ext cx="8824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#conf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50D6175-6AE2-C530-C5C6-34D1E02D8FB0}"/>
                </a:ext>
              </a:extLst>
            </p:cNvPr>
            <p:cNvSpPr txBox="1"/>
            <p:nvPr/>
          </p:nvSpPr>
          <p:spPr>
            <a:xfrm>
              <a:off x="10214444" y="3139484"/>
              <a:ext cx="9873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#DOFs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1E80C22-0BEB-0A69-F11E-B0492692EC0D}"/>
                </a:ext>
              </a:extLst>
            </p:cNvPr>
            <p:cNvCxnSpPr>
              <a:cxnSpLocks/>
            </p:cNvCxnSpPr>
            <p:nvPr/>
          </p:nvCxnSpPr>
          <p:spPr>
            <a:xfrm>
              <a:off x="10172061" y="3159107"/>
              <a:ext cx="1072088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8C1015-F1F7-7C25-6236-88559C460DFF}"/>
                  </a:ext>
                </a:extLst>
              </p:cNvPr>
              <p:cNvSpPr txBox="1"/>
              <p:nvPr/>
            </p:nvSpPr>
            <p:spPr>
              <a:xfrm>
                <a:off x="11151528" y="2241884"/>
                <a:ext cx="75693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8C1015-F1F7-7C25-6236-88559C460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1528" y="2241884"/>
                <a:ext cx="756937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BC81A5-8309-E242-5215-911C838D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85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E1E7B-71F2-9675-5A41-FB5E5BF1D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46B45-966C-6C32-375C-FC0376290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798B0-D681-6F76-BC3C-5106E91CD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34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A7BBF-6079-B8C8-AD49-F40BD924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7E389-6121-DFCD-D38E-ED667B51A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4FB49-2A06-FA00-59BF-9FBB3075A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Actively looking for someone to help generalize Reverse Physics to classical field theory (from finitely many DOFs to continuously many DOFs)</a:t>
            </a:r>
          </a:p>
          <a:p>
            <a:pPr lvl="1"/>
            <a:r>
              <a:rPr lang="en-US" dirty="0"/>
              <a:t>Main conjecture: volumes in space provide a count of DOFs, in the same way that volumes in phase space provide a count of states/configurations</a:t>
            </a:r>
          </a:p>
          <a:p>
            <a:r>
              <a:rPr lang="en-US" dirty="0"/>
              <a:t>Need to</a:t>
            </a:r>
          </a:p>
          <a:p>
            <a:pPr lvl="1"/>
            <a:r>
              <a:rPr lang="en-US" dirty="0"/>
              <a:t>Find a suitable Hamiltonian/symplectic formulation of field theory</a:t>
            </a:r>
            <a:br>
              <a:rPr lang="en-US" dirty="0"/>
            </a:br>
            <a:r>
              <a:rPr lang="en-US" dirty="0"/>
              <a:t>(starting with electromagnetism)</a:t>
            </a:r>
          </a:p>
          <a:p>
            <a:pPr lvl="1"/>
            <a:r>
              <a:rPr lang="en-US" dirty="0"/>
              <a:t>Understand how to generalize count of states/entropy/… to field theory</a:t>
            </a:r>
          </a:p>
          <a:p>
            <a:pPr lvl="1"/>
            <a:r>
              <a:rPr lang="en-US" dirty="0"/>
              <a:t>Adapt the arguments from classical mechanics to field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D2F52-9B08-386E-E991-DFF76069469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37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8AE0-9F1D-F991-15D1-485C0AC72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7D0E39-3284-1E2D-D448-4BDD5D3581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Key ideas (probably) identified</a:t>
                </a:r>
              </a:p>
              <a:p>
                <a:pPr lvl="1"/>
                <a:r>
                  <a:rPr lang="en-US" dirty="0"/>
                  <a:t>Define physical entropy as logarithm of the count of evolutions (fluctuations)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Equilibrium maximizes entropy, thermodynamic equilibrium all parts are in equilibrium with each other</a:t>
                </a:r>
              </a:p>
              <a:p>
                <a:r>
                  <a:rPr lang="en-US" dirty="0"/>
                  <a:t>Equilibrium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dynamics of the system does not depend on the internal</a:t>
                </a:r>
                <a:br>
                  <a:rPr lang="en-US" dirty="0"/>
                </a:br>
                <a:r>
                  <a:rPr lang="en-US" dirty="0"/>
                  <a:t>dynamics or the environment</a:t>
                </a:r>
              </a:p>
              <a:p>
                <a:pPr lvl="1"/>
                <a:r>
                  <a:rPr lang="en-US" dirty="0"/>
                  <a:t>Required to define physical system: thermodynamics is a more fundamental</a:t>
                </a:r>
                <a:br>
                  <a:rPr lang="en-US" dirty="0"/>
                </a:br>
                <a:r>
                  <a:rPr lang="en-US" dirty="0"/>
                  <a:t>theory than classical or quantum mechanics</a:t>
                </a:r>
              </a:p>
              <a:p>
                <a:r>
                  <a:rPr lang="en-US" dirty="0"/>
                  <a:t>Need to</a:t>
                </a:r>
              </a:p>
              <a:p>
                <a:pPr lvl="1"/>
                <a:r>
                  <a:rPr lang="en-US" dirty="0"/>
                  <a:t>Create a consistent theory out of these ideas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7D0E39-3284-1E2D-D448-4BDD5D3581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6" t="-1812" r="-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E9EAF-68E9-A54B-8BCE-5A2A8AEA35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1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B6E5A-B53C-0A93-2971-3E2E30348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as logarithm of</a:t>
            </a:r>
            <a:br>
              <a:rPr lang="en-US" dirty="0"/>
            </a:br>
            <a:r>
              <a:rPr lang="en-US" dirty="0"/>
              <a:t>the count of evolutions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D5DE5-257A-DC88-EDA4-BF8CE93E9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9FA8A-6D38-BE6E-E367-89EC7A48D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881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A75CD59-8464-456C-8CFD-D56EA3933B96}"/>
              </a:ext>
            </a:extLst>
          </p:cNvPr>
          <p:cNvGrpSpPr/>
          <p:nvPr/>
        </p:nvGrpSpPr>
        <p:grpSpPr>
          <a:xfrm>
            <a:off x="279054" y="2657669"/>
            <a:ext cx="2127380" cy="3079102"/>
            <a:chOff x="1564432" y="2657669"/>
            <a:chExt cx="2127380" cy="30791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DEB0314-B0BD-44F3-8D17-02C2FD1BD9A9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627801C-6413-424E-8C7F-C28D24719436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B56161B-C5E4-4519-8E70-43FC008FAFF9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0E9E0C6-ECE7-4BD3-BBFC-56DAFC8B7E09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59E2AC7-2942-4DBA-9B18-588E36C9AD97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B3EDEBE-F6A8-43E9-9C94-7E3C5B1B9302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591CD53-9DFF-4191-9191-5F3907D33EFB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84A56A6-C18E-4B32-80EB-FC6D252D0DF5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1E34C6C-D1B5-4AC4-8741-A81364F7FFB4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85B5D16-9695-456F-B699-9D42714FDDB4}"/>
              </a:ext>
            </a:extLst>
          </p:cNvPr>
          <p:cNvSpPr txBox="1"/>
          <p:nvPr/>
        </p:nvSpPr>
        <p:spPr>
          <a:xfrm>
            <a:off x="600863" y="1146082"/>
            <a:ext cx="40545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State space of a system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9E7CFB-6F8C-45B5-BC54-2D2F5658F1F5}"/>
              </a:ext>
            </a:extLst>
          </p:cNvPr>
          <p:cNvCxnSpPr>
            <a:cxnSpLocks/>
          </p:cNvCxnSpPr>
          <p:nvPr/>
        </p:nvCxnSpPr>
        <p:spPr>
          <a:xfrm flipH="1">
            <a:off x="1731519" y="1822185"/>
            <a:ext cx="591799" cy="754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1992E53-6D27-C3CE-B1C6-CC9D71183F30}"/>
              </a:ext>
            </a:extLst>
          </p:cNvPr>
          <p:cNvSpPr txBox="1"/>
          <p:nvPr/>
        </p:nvSpPr>
        <p:spPr>
          <a:xfrm>
            <a:off x="3886200" y="622862"/>
            <a:ext cx="3217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(e.g. classical microstates, quantum state,</a:t>
            </a:r>
            <a:br>
              <a:rPr lang="en-US" sz="1400" dirty="0"/>
            </a:br>
            <a:r>
              <a:rPr lang="en-US" sz="1400" dirty="0"/>
              <a:t>state of a dynamical system, …)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84C0B6-DD7A-147D-D29D-EEFF7B819BE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95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14F31FE-0AB2-4E59-B3A3-4EBB34AF7A33}"/>
              </a:ext>
            </a:extLst>
          </p:cNvPr>
          <p:cNvGrpSpPr/>
          <p:nvPr/>
        </p:nvGrpSpPr>
        <p:grpSpPr>
          <a:xfrm>
            <a:off x="279055" y="2657669"/>
            <a:ext cx="2127380" cy="3079102"/>
            <a:chOff x="1564432" y="2657669"/>
            <a:chExt cx="2127380" cy="307910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002B062-2121-48A4-8AF3-53D3221B6BB0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3DD234C-D8CC-4DE9-80F8-8531017B6780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807EBEB-7506-46A6-B2CF-4B34510BE93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7D8B6C9-60EE-4A63-9A65-68B477BABF80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12F012A-C25A-4758-BE8F-679E11714043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7464F50-863B-4A13-BB5E-5D43E4FF5A2F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ED6A104-963C-4037-B42C-824E3C0F59F2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2E23D35-4A4E-4181-AE0A-7B26488F4DC8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BFEFAC-8C9A-4035-BCA3-07CCAA7396BF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0DBE89-37C6-4F18-8982-B2F20C1DA4FC}"/>
              </a:ext>
            </a:extLst>
          </p:cNvPr>
          <p:cNvGrpSpPr/>
          <p:nvPr/>
        </p:nvGrpSpPr>
        <p:grpSpPr>
          <a:xfrm>
            <a:off x="3830912" y="2657669"/>
            <a:ext cx="2127380" cy="3079102"/>
            <a:chOff x="1564432" y="2657669"/>
            <a:chExt cx="2127380" cy="30791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D37F9F3-43CD-4C93-B60A-73C2E29A2538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7A83A5E-8CA0-4142-A5A5-1B943DA4D757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35DABEC-9E48-4829-B632-DC763DECEEDB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49669D2-5806-42E8-80CA-995F1D655DBE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897362-A20D-4F77-AB88-8FAA9E03E0F0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484266-A32E-4E1A-97B3-347FE677236C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88C7B8B-3E61-41B5-8FB7-532C7D555A15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891DF9-5F3C-4D10-9B63-EA1D151F7BAE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71F8F01-8140-431F-ABC5-B29FD6C90896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55D46B-BF6D-4B81-90E3-4A5097A227A5}"/>
              </a:ext>
            </a:extLst>
          </p:cNvPr>
          <p:cNvGrpSpPr/>
          <p:nvPr/>
        </p:nvGrpSpPr>
        <p:grpSpPr>
          <a:xfrm>
            <a:off x="7382769" y="2657669"/>
            <a:ext cx="2127380" cy="3079102"/>
            <a:chOff x="1564432" y="2657669"/>
            <a:chExt cx="2127380" cy="307910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B66B345-8E90-4369-AEFE-CC2C9B199823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3DD01E2-B6B7-433D-992C-111DABF3C411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2429EFE-73FE-4FBA-BFD5-8C3A5A6F408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166C752-3AB8-45AF-B05D-3306D761ED2F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2BF787-19E7-4F21-BBCB-FE875426920B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ADFE790-1A46-4687-9E45-57EDF18E2AF0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81072AD-0C19-40B2-8415-61E0FC73302D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6E4CDA3-7819-4B73-922E-E0A4DA83179A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ACC90AC-893D-42CB-B680-732B3C6FE99A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/>
              <p:nvPr/>
            </p:nvSpPr>
            <p:spPr>
              <a:xfrm>
                <a:off x="5459103" y="5756394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103" y="5756394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F48161A-38F3-4FD7-9184-46CE4223278A}"/>
                  </a:ext>
                </a:extLst>
              </p:cNvPr>
              <p:cNvSpPr txBox="1"/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F48161A-38F3-4FD7-9184-46CE42232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/>
              <p:nvPr/>
            </p:nvSpPr>
            <p:spPr>
              <a:xfrm>
                <a:off x="1907246" y="5756394"/>
                <a:ext cx="8451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246" y="5756394"/>
                <a:ext cx="84516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79AE698B-A5E3-4AA6-9394-5E8BCE834E4B}"/>
              </a:ext>
            </a:extLst>
          </p:cNvPr>
          <p:cNvSpPr txBox="1"/>
          <p:nvPr/>
        </p:nvSpPr>
        <p:spPr>
          <a:xfrm>
            <a:off x="1533296" y="552833"/>
            <a:ext cx="70313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State space of a system at different times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DA2539C-714B-4418-A275-A332656A0595}"/>
              </a:ext>
            </a:extLst>
          </p:cNvPr>
          <p:cNvCxnSpPr>
            <a:cxnSpLocks/>
          </p:cNvCxnSpPr>
          <p:nvPr/>
        </p:nvCxnSpPr>
        <p:spPr>
          <a:xfrm flipH="1">
            <a:off x="1249972" y="1277566"/>
            <a:ext cx="2302213" cy="1240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5F31BC0-6918-42C2-93CD-B0172ED4F42C}"/>
              </a:ext>
            </a:extLst>
          </p:cNvPr>
          <p:cNvCxnSpPr>
            <a:cxnSpLocks/>
          </p:cNvCxnSpPr>
          <p:nvPr/>
        </p:nvCxnSpPr>
        <p:spPr>
          <a:xfrm>
            <a:off x="4673777" y="1322832"/>
            <a:ext cx="84638" cy="1174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E1FF50C-2263-4E2E-ACB7-E8DE6F0FF153}"/>
              </a:ext>
            </a:extLst>
          </p:cNvPr>
          <p:cNvCxnSpPr>
            <a:cxnSpLocks/>
          </p:cNvCxnSpPr>
          <p:nvPr/>
        </p:nvCxnSpPr>
        <p:spPr>
          <a:xfrm>
            <a:off x="6055436" y="1277566"/>
            <a:ext cx="1673157" cy="1360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9B5784-21EE-E2BB-5AE7-6913AA94F8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10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14F31FE-0AB2-4E59-B3A3-4EBB34AF7A33}"/>
              </a:ext>
            </a:extLst>
          </p:cNvPr>
          <p:cNvGrpSpPr/>
          <p:nvPr/>
        </p:nvGrpSpPr>
        <p:grpSpPr>
          <a:xfrm>
            <a:off x="279054" y="2657669"/>
            <a:ext cx="2127380" cy="3079102"/>
            <a:chOff x="1564432" y="2657669"/>
            <a:chExt cx="2127380" cy="307910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002B062-2121-48A4-8AF3-53D3221B6BB0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3DD234C-D8CC-4DE9-80F8-8531017B6780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807EBEB-7506-46A6-B2CF-4B34510BE93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7D8B6C9-60EE-4A63-9A65-68B477BABF80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12F012A-C25A-4758-BE8F-679E11714043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7464F50-863B-4A13-BB5E-5D43E4FF5A2F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ED6A104-963C-4037-B42C-824E3C0F59F2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2E23D35-4A4E-4181-AE0A-7B26488F4DC8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BFEFAC-8C9A-4035-BCA3-07CCAA7396BF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0DBE89-37C6-4F18-8982-B2F20C1DA4FC}"/>
              </a:ext>
            </a:extLst>
          </p:cNvPr>
          <p:cNvGrpSpPr/>
          <p:nvPr/>
        </p:nvGrpSpPr>
        <p:grpSpPr>
          <a:xfrm>
            <a:off x="3830911" y="2657669"/>
            <a:ext cx="2127380" cy="3079102"/>
            <a:chOff x="1564432" y="2657669"/>
            <a:chExt cx="2127380" cy="30791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D37F9F3-43CD-4C93-B60A-73C2E29A2538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7A83A5E-8CA0-4142-A5A5-1B943DA4D757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35DABEC-9E48-4829-B632-DC763DECEEDB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49669D2-5806-42E8-80CA-995F1D655DBE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897362-A20D-4F77-AB88-8FAA9E03E0F0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484266-A32E-4E1A-97B3-347FE677236C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88C7B8B-3E61-41B5-8FB7-532C7D555A15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891DF9-5F3C-4D10-9B63-EA1D151F7BAE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71F8F01-8140-431F-ABC5-B29FD6C90896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55D46B-BF6D-4B81-90E3-4A5097A227A5}"/>
              </a:ext>
            </a:extLst>
          </p:cNvPr>
          <p:cNvGrpSpPr/>
          <p:nvPr/>
        </p:nvGrpSpPr>
        <p:grpSpPr>
          <a:xfrm>
            <a:off x="7382768" y="2657669"/>
            <a:ext cx="2127380" cy="3079102"/>
            <a:chOff x="1564432" y="2657669"/>
            <a:chExt cx="2127380" cy="307910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B66B345-8E90-4369-AEFE-CC2C9B199823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3DD01E2-B6B7-433D-992C-111DABF3C411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2429EFE-73FE-4FBA-BFD5-8C3A5A6F408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166C752-3AB8-45AF-B05D-3306D761ED2F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2BF787-19E7-4F21-BBCB-FE875426920B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ADFE790-1A46-4687-9E45-57EDF18E2AF0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81072AD-0C19-40B2-8415-61E0FC73302D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6E4CDA3-7819-4B73-922E-E0A4DA83179A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ACC90AC-893D-42CB-B680-732B3C6FE99A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/>
              <p:nvPr/>
            </p:nvSpPr>
            <p:spPr>
              <a:xfrm>
                <a:off x="5459102" y="5756394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102" y="5756394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/>
              <p:nvPr/>
            </p:nvSpPr>
            <p:spPr>
              <a:xfrm>
                <a:off x="1907245" y="5756394"/>
                <a:ext cx="845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245" y="5756394"/>
                <a:ext cx="8451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48F0B15-3931-4956-A022-E19B8B5D6B03}"/>
              </a:ext>
            </a:extLst>
          </p:cNvPr>
          <p:cNvSpPr/>
          <p:nvPr/>
        </p:nvSpPr>
        <p:spPr>
          <a:xfrm>
            <a:off x="-565859" y="3670570"/>
            <a:ext cx="10648545" cy="1083013"/>
          </a:xfrm>
          <a:custGeom>
            <a:avLst/>
            <a:gdLst>
              <a:gd name="connsiteX0" fmla="*/ 0 w 10648545"/>
              <a:gd name="connsiteY0" fmla="*/ 1083013 h 1083013"/>
              <a:gd name="connsiteX1" fmla="*/ 2075234 w 10648545"/>
              <a:gd name="connsiteY1" fmla="*/ 661481 h 1083013"/>
              <a:gd name="connsiteX2" fmla="*/ 4961107 w 10648545"/>
              <a:gd name="connsiteY2" fmla="*/ 337226 h 1083013"/>
              <a:gd name="connsiteX3" fmla="*/ 8508460 w 10648545"/>
              <a:gd name="connsiteY3" fmla="*/ 337226 h 1083013"/>
              <a:gd name="connsiteX4" fmla="*/ 10648545 w 10648545"/>
              <a:gd name="connsiteY4" fmla="*/ 0 h 108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48545" h="1083013">
                <a:moveTo>
                  <a:pt x="0" y="1083013"/>
                </a:moveTo>
                <a:cubicBezTo>
                  <a:pt x="624191" y="934396"/>
                  <a:pt x="1248383" y="785779"/>
                  <a:pt x="2075234" y="661481"/>
                </a:cubicBezTo>
                <a:cubicBezTo>
                  <a:pt x="2902085" y="537183"/>
                  <a:pt x="3888903" y="391268"/>
                  <a:pt x="4961107" y="337226"/>
                </a:cubicBezTo>
                <a:cubicBezTo>
                  <a:pt x="6033311" y="283184"/>
                  <a:pt x="7560554" y="393430"/>
                  <a:pt x="8508460" y="337226"/>
                </a:cubicBezTo>
                <a:cubicBezTo>
                  <a:pt x="9456366" y="281022"/>
                  <a:pt x="10052455" y="140511"/>
                  <a:pt x="10648545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9D71D87-32EB-4331-8753-2FB90B443EE9}"/>
              </a:ext>
            </a:extLst>
          </p:cNvPr>
          <p:cNvCxnSpPr/>
          <p:nvPr/>
        </p:nvCxnSpPr>
        <p:spPr>
          <a:xfrm>
            <a:off x="2942584" y="2024743"/>
            <a:ext cx="278860" cy="1954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FC295FE-D5ED-47F4-AAAF-B7B371B5CA70}"/>
              </a:ext>
            </a:extLst>
          </p:cNvPr>
          <p:cNvSpPr txBox="1"/>
          <p:nvPr/>
        </p:nvSpPr>
        <p:spPr>
          <a:xfrm>
            <a:off x="580372" y="1309575"/>
            <a:ext cx="97374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Evolution: complete description of the system at all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AB0868B4-6B6C-161F-9E7C-144B3CD178FB}"/>
                  </a:ext>
                </a:extLst>
              </p:cNvPr>
              <p:cNvSpPr txBox="1"/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AB0868B4-6B6C-161F-9E7C-144B3CD17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110BC0-9D06-A16E-9231-E630F6D0461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741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14F31FE-0AB2-4E59-B3A3-4EBB34AF7A33}"/>
              </a:ext>
            </a:extLst>
          </p:cNvPr>
          <p:cNvGrpSpPr/>
          <p:nvPr/>
        </p:nvGrpSpPr>
        <p:grpSpPr>
          <a:xfrm>
            <a:off x="279054" y="2657669"/>
            <a:ext cx="2127380" cy="3079102"/>
            <a:chOff x="1564432" y="2657669"/>
            <a:chExt cx="2127380" cy="307910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002B062-2121-48A4-8AF3-53D3221B6BB0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3DD234C-D8CC-4DE9-80F8-8531017B6780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807EBEB-7506-46A6-B2CF-4B34510BE93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7D8B6C9-60EE-4A63-9A65-68B477BABF80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12F012A-C25A-4758-BE8F-679E11714043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7464F50-863B-4A13-BB5E-5D43E4FF5A2F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ED6A104-963C-4037-B42C-824E3C0F59F2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2E23D35-4A4E-4181-AE0A-7B26488F4DC8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BFEFAC-8C9A-4035-BCA3-07CCAA7396BF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0DBE89-37C6-4F18-8982-B2F20C1DA4FC}"/>
              </a:ext>
            </a:extLst>
          </p:cNvPr>
          <p:cNvGrpSpPr/>
          <p:nvPr/>
        </p:nvGrpSpPr>
        <p:grpSpPr>
          <a:xfrm>
            <a:off x="3830911" y="2657669"/>
            <a:ext cx="2127380" cy="3079102"/>
            <a:chOff x="1564432" y="2657669"/>
            <a:chExt cx="2127380" cy="30791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D37F9F3-43CD-4C93-B60A-73C2E29A2538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7A83A5E-8CA0-4142-A5A5-1B943DA4D757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35DABEC-9E48-4829-B632-DC763DECEEDB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49669D2-5806-42E8-80CA-995F1D655DBE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897362-A20D-4F77-AB88-8FAA9E03E0F0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484266-A32E-4E1A-97B3-347FE677236C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88C7B8B-3E61-41B5-8FB7-532C7D555A15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891DF9-5F3C-4D10-9B63-EA1D151F7BAE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71F8F01-8140-431F-ABC5-B29FD6C90896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55D46B-BF6D-4B81-90E3-4A5097A227A5}"/>
              </a:ext>
            </a:extLst>
          </p:cNvPr>
          <p:cNvGrpSpPr/>
          <p:nvPr/>
        </p:nvGrpSpPr>
        <p:grpSpPr>
          <a:xfrm>
            <a:off x="7382768" y="2657669"/>
            <a:ext cx="2127380" cy="3079102"/>
            <a:chOff x="1564432" y="2657669"/>
            <a:chExt cx="2127380" cy="307910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B66B345-8E90-4369-AEFE-CC2C9B199823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3DD01E2-B6B7-433D-992C-111DABF3C411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2429EFE-73FE-4FBA-BFD5-8C3A5A6F408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166C752-3AB8-45AF-B05D-3306D761ED2F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2BF787-19E7-4F21-BBCB-FE875426920B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ADFE790-1A46-4687-9E45-57EDF18E2AF0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81072AD-0C19-40B2-8415-61E0FC73302D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6E4CDA3-7819-4B73-922E-E0A4DA83179A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ACC90AC-893D-42CB-B680-732B3C6FE99A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/>
              <p:nvPr/>
            </p:nvSpPr>
            <p:spPr>
              <a:xfrm>
                <a:off x="5459102" y="5756394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102" y="5756394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/>
              <p:nvPr/>
            </p:nvSpPr>
            <p:spPr>
              <a:xfrm>
                <a:off x="1907245" y="5756394"/>
                <a:ext cx="845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245" y="5756394"/>
                <a:ext cx="8451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C7BC6F3D-85B4-4583-B5B2-0CF8E39C9DB4}"/>
              </a:ext>
            </a:extLst>
          </p:cNvPr>
          <p:cNvSpPr/>
          <p:nvPr/>
        </p:nvSpPr>
        <p:spPr>
          <a:xfrm>
            <a:off x="-214637" y="3175466"/>
            <a:ext cx="10439949" cy="916012"/>
          </a:xfrm>
          <a:custGeom>
            <a:avLst/>
            <a:gdLst>
              <a:gd name="connsiteX0" fmla="*/ 0 w 10538625"/>
              <a:gd name="connsiteY0" fmla="*/ 652264 h 915103"/>
              <a:gd name="connsiteX1" fmla="*/ 2177456 w 10538625"/>
              <a:gd name="connsiteY1" fmla="*/ 336500 h 915103"/>
              <a:gd name="connsiteX2" fmla="*/ 5282469 w 10538625"/>
              <a:gd name="connsiteY2" fmla="*/ 14157 h 915103"/>
              <a:gd name="connsiteX3" fmla="*/ 8262492 w 10538625"/>
              <a:gd name="connsiteY3" fmla="*/ 829881 h 915103"/>
              <a:gd name="connsiteX4" fmla="*/ 10538625 w 10538625"/>
              <a:gd name="connsiteY4" fmla="*/ 849616 h 915103"/>
              <a:gd name="connsiteX0" fmla="*/ 0 w 10439949"/>
              <a:gd name="connsiteY0" fmla="*/ 791320 h 916012"/>
              <a:gd name="connsiteX1" fmla="*/ 2078780 w 10439949"/>
              <a:gd name="connsiteY1" fmla="*/ 337409 h 916012"/>
              <a:gd name="connsiteX2" fmla="*/ 5183793 w 10439949"/>
              <a:gd name="connsiteY2" fmla="*/ 15066 h 916012"/>
              <a:gd name="connsiteX3" fmla="*/ 8163816 w 10439949"/>
              <a:gd name="connsiteY3" fmla="*/ 830790 h 916012"/>
              <a:gd name="connsiteX4" fmla="*/ 10439949 w 10439949"/>
              <a:gd name="connsiteY4" fmla="*/ 850525 h 916012"/>
              <a:gd name="connsiteX0" fmla="*/ 0 w 10439949"/>
              <a:gd name="connsiteY0" fmla="*/ 791320 h 916012"/>
              <a:gd name="connsiteX1" fmla="*/ 2078780 w 10439949"/>
              <a:gd name="connsiteY1" fmla="*/ 337409 h 916012"/>
              <a:gd name="connsiteX2" fmla="*/ 5183793 w 10439949"/>
              <a:gd name="connsiteY2" fmla="*/ 15066 h 916012"/>
              <a:gd name="connsiteX3" fmla="*/ 8163816 w 10439949"/>
              <a:gd name="connsiteY3" fmla="*/ 830790 h 916012"/>
              <a:gd name="connsiteX4" fmla="*/ 10439949 w 10439949"/>
              <a:gd name="connsiteY4" fmla="*/ 850525 h 916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39949" h="916012">
                <a:moveTo>
                  <a:pt x="0" y="791320"/>
                </a:moveTo>
                <a:cubicBezTo>
                  <a:pt x="694571" y="791867"/>
                  <a:pt x="1214815" y="466785"/>
                  <a:pt x="2078780" y="337409"/>
                </a:cubicBezTo>
                <a:cubicBezTo>
                  <a:pt x="2942746" y="208033"/>
                  <a:pt x="4169620" y="-67164"/>
                  <a:pt x="5183793" y="15066"/>
                </a:cubicBezTo>
                <a:cubicBezTo>
                  <a:pt x="6197966" y="97296"/>
                  <a:pt x="7287790" y="691547"/>
                  <a:pt x="8163816" y="830790"/>
                </a:cubicBezTo>
                <a:cubicBezTo>
                  <a:pt x="9039842" y="970033"/>
                  <a:pt x="9739895" y="910279"/>
                  <a:pt x="10439949" y="85052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8D08C880-F348-4A0C-A4CC-E37B91202CA9}"/>
              </a:ext>
            </a:extLst>
          </p:cNvPr>
          <p:cNvSpPr/>
          <p:nvPr/>
        </p:nvSpPr>
        <p:spPr>
          <a:xfrm>
            <a:off x="-122632" y="3177024"/>
            <a:ext cx="10216375" cy="469730"/>
          </a:xfrm>
          <a:custGeom>
            <a:avLst/>
            <a:gdLst>
              <a:gd name="connsiteX0" fmla="*/ 0 w 10222860"/>
              <a:gd name="connsiteY0" fmla="*/ 362180 h 469745"/>
              <a:gd name="connsiteX1" fmla="*/ 1986682 w 10222860"/>
              <a:gd name="connsiteY1" fmla="*/ 335867 h 469745"/>
              <a:gd name="connsiteX2" fmla="*/ 5098273 w 10222860"/>
              <a:gd name="connsiteY2" fmla="*/ 368 h 469745"/>
              <a:gd name="connsiteX3" fmla="*/ 8308541 w 10222860"/>
              <a:gd name="connsiteY3" fmla="*/ 408229 h 469745"/>
              <a:gd name="connsiteX4" fmla="*/ 10222860 w 10222860"/>
              <a:gd name="connsiteY4" fmla="*/ 460857 h 469745"/>
              <a:gd name="connsiteX0" fmla="*/ 0 w 10216375"/>
              <a:gd name="connsiteY0" fmla="*/ 277859 h 469730"/>
              <a:gd name="connsiteX1" fmla="*/ 1980197 w 10216375"/>
              <a:gd name="connsiteY1" fmla="*/ 335852 h 469730"/>
              <a:gd name="connsiteX2" fmla="*/ 5091788 w 10216375"/>
              <a:gd name="connsiteY2" fmla="*/ 353 h 469730"/>
              <a:gd name="connsiteX3" fmla="*/ 8302056 w 10216375"/>
              <a:gd name="connsiteY3" fmla="*/ 408214 h 469730"/>
              <a:gd name="connsiteX4" fmla="*/ 10216375 w 10216375"/>
              <a:gd name="connsiteY4" fmla="*/ 460842 h 469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375" h="469730">
                <a:moveTo>
                  <a:pt x="0" y="277859"/>
                </a:moveTo>
                <a:cubicBezTo>
                  <a:pt x="568485" y="294853"/>
                  <a:pt x="1131566" y="382103"/>
                  <a:pt x="1980197" y="335852"/>
                </a:cubicBezTo>
                <a:cubicBezTo>
                  <a:pt x="2828828" y="289601"/>
                  <a:pt x="4038145" y="-11707"/>
                  <a:pt x="5091788" y="353"/>
                </a:cubicBezTo>
                <a:cubicBezTo>
                  <a:pt x="6145431" y="12413"/>
                  <a:pt x="7447958" y="331466"/>
                  <a:pt x="8302056" y="408214"/>
                </a:cubicBezTo>
                <a:cubicBezTo>
                  <a:pt x="9156154" y="484962"/>
                  <a:pt x="9686264" y="472902"/>
                  <a:pt x="10216375" y="46084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FBF93F3E-0524-433E-8677-66F65EEABE11}"/>
              </a:ext>
            </a:extLst>
          </p:cNvPr>
          <p:cNvSpPr/>
          <p:nvPr/>
        </p:nvSpPr>
        <p:spPr>
          <a:xfrm>
            <a:off x="-188323" y="3887845"/>
            <a:ext cx="10321537" cy="572322"/>
          </a:xfrm>
          <a:custGeom>
            <a:avLst/>
            <a:gdLst>
              <a:gd name="connsiteX0" fmla="*/ 0 w 10321537"/>
              <a:gd name="connsiteY0" fmla="*/ 572322 h 572322"/>
              <a:gd name="connsiteX1" fmla="*/ 1657761 w 10321537"/>
              <a:gd name="connsiteY1" fmla="*/ 434175 h 572322"/>
              <a:gd name="connsiteX2" fmla="*/ 4585157 w 10321537"/>
              <a:gd name="connsiteY2" fmla="*/ 111833 h 572322"/>
              <a:gd name="connsiteX3" fmla="*/ 8144081 w 10321537"/>
              <a:gd name="connsiteY3" fmla="*/ 98676 h 572322"/>
              <a:gd name="connsiteX4" fmla="*/ 10321537 w 10321537"/>
              <a:gd name="connsiteY4" fmla="*/ 0 h 572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21537" h="572322">
                <a:moveTo>
                  <a:pt x="0" y="572322"/>
                </a:moveTo>
                <a:lnTo>
                  <a:pt x="1657761" y="434175"/>
                </a:lnTo>
                <a:cubicBezTo>
                  <a:pt x="2421954" y="357427"/>
                  <a:pt x="3504104" y="167750"/>
                  <a:pt x="4585157" y="111833"/>
                </a:cubicBezTo>
                <a:cubicBezTo>
                  <a:pt x="5666210" y="55916"/>
                  <a:pt x="7188018" y="117315"/>
                  <a:pt x="8144081" y="98676"/>
                </a:cubicBezTo>
                <a:cubicBezTo>
                  <a:pt x="9100144" y="80037"/>
                  <a:pt x="9710840" y="40018"/>
                  <a:pt x="10321537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1094C4CF-9F21-4A99-860E-F9CB56BDE7F2}"/>
              </a:ext>
            </a:extLst>
          </p:cNvPr>
          <p:cNvSpPr/>
          <p:nvPr/>
        </p:nvSpPr>
        <p:spPr>
          <a:xfrm>
            <a:off x="55079" y="4314728"/>
            <a:ext cx="10091292" cy="691448"/>
          </a:xfrm>
          <a:custGeom>
            <a:avLst/>
            <a:gdLst>
              <a:gd name="connsiteX0" fmla="*/ 0 w 10091292"/>
              <a:gd name="connsiteY0" fmla="*/ 684869 h 691448"/>
              <a:gd name="connsiteX1" fmla="*/ 1723545 w 10091292"/>
              <a:gd name="connsiteY1" fmla="*/ 428311 h 691448"/>
              <a:gd name="connsiteX2" fmla="*/ 4999597 w 10091292"/>
              <a:gd name="connsiteY2" fmla="*/ 714 h 691448"/>
              <a:gd name="connsiteX3" fmla="*/ 7769110 w 10091292"/>
              <a:gd name="connsiteY3" fmla="*/ 336213 h 691448"/>
              <a:gd name="connsiteX4" fmla="*/ 10091292 w 10091292"/>
              <a:gd name="connsiteY4" fmla="*/ 691448 h 691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91292" h="691448">
                <a:moveTo>
                  <a:pt x="0" y="684869"/>
                </a:moveTo>
                <a:cubicBezTo>
                  <a:pt x="445139" y="613603"/>
                  <a:pt x="1723545" y="428311"/>
                  <a:pt x="1723545" y="428311"/>
                </a:cubicBezTo>
                <a:cubicBezTo>
                  <a:pt x="2556811" y="314285"/>
                  <a:pt x="3992003" y="16064"/>
                  <a:pt x="4999597" y="714"/>
                </a:cubicBezTo>
                <a:cubicBezTo>
                  <a:pt x="6007191" y="-14636"/>
                  <a:pt x="6920494" y="221091"/>
                  <a:pt x="7769110" y="336213"/>
                </a:cubicBezTo>
                <a:cubicBezTo>
                  <a:pt x="8617726" y="451335"/>
                  <a:pt x="9354509" y="571391"/>
                  <a:pt x="10091292" y="69144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38EE1CE6-667F-4C60-AB5F-9BD7702EA924}"/>
              </a:ext>
            </a:extLst>
          </p:cNvPr>
          <p:cNvSpPr/>
          <p:nvPr/>
        </p:nvSpPr>
        <p:spPr>
          <a:xfrm>
            <a:off x="160333" y="4314769"/>
            <a:ext cx="9768950" cy="1276886"/>
          </a:xfrm>
          <a:custGeom>
            <a:avLst/>
            <a:gdLst>
              <a:gd name="connsiteX0" fmla="*/ 0 w 9768950"/>
              <a:gd name="connsiteY0" fmla="*/ 1276886 h 1276886"/>
              <a:gd name="connsiteX1" fmla="*/ 1289370 w 9768950"/>
              <a:gd name="connsiteY1" fmla="*/ 750612 h 1276886"/>
              <a:gd name="connsiteX2" fmla="*/ 4874608 w 9768950"/>
              <a:gd name="connsiteY2" fmla="*/ 13830 h 1276886"/>
              <a:gd name="connsiteX3" fmla="*/ 7663856 w 9768950"/>
              <a:gd name="connsiteY3" fmla="*/ 316437 h 1276886"/>
              <a:gd name="connsiteX4" fmla="*/ 9768950 w 9768950"/>
              <a:gd name="connsiteY4" fmla="*/ 895337 h 1276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68950" h="1276886">
                <a:moveTo>
                  <a:pt x="0" y="1276886"/>
                </a:moveTo>
                <a:cubicBezTo>
                  <a:pt x="238467" y="1119003"/>
                  <a:pt x="476935" y="961121"/>
                  <a:pt x="1289370" y="750612"/>
                </a:cubicBezTo>
                <a:cubicBezTo>
                  <a:pt x="2101805" y="540103"/>
                  <a:pt x="3812194" y="86192"/>
                  <a:pt x="4874608" y="13830"/>
                </a:cubicBezTo>
                <a:cubicBezTo>
                  <a:pt x="5937022" y="-58533"/>
                  <a:pt x="6848132" y="169519"/>
                  <a:pt x="7663856" y="316437"/>
                </a:cubicBezTo>
                <a:cubicBezTo>
                  <a:pt x="8479580" y="463355"/>
                  <a:pt x="9124265" y="679346"/>
                  <a:pt x="9768950" y="8953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AF4EE2-D7AE-4415-9F47-8377A354AA40}"/>
              </a:ext>
            </a:extLst>
          </p:cNvPr>
          <p:cNvSpPr txBox="1"/>
          <p:nvPr/>
        </p:nvSpPr>
        <p:spPr>
          <a:xfrm>
            <a:off x="1203710" y="536454"/>
            <a:ext cx="86928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 process defines the set of all possible evolutions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A0F51F2A-5272-462F-3E03-F5CFB2F60D26}"/>
                  </a:ext>
                </a:extLst>
              </p:cNvPr>
              <p:cNvSpPr txBox="1"/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A0F51F2A-5272-462F-3E03-F5CFB2F60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DF6F01-7571-374D-ECB9-42E0AF3C00A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887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14F31FE-0AB2-4E59-B3A3-4EBB34AF7A33}"/>
              </a:ext>
            </a:extLst>
          </p:cNvPr>
          <p:cNvGrpSpPr/>
          <p:nvPr/>
        </p:nvGrpSpPr>
        <p:grpSpPr>
          <a:xfrm>
            <a:off x="279048" y="2657669"/>
            <a:ext cx="2127380" cy="3079102"/>
            <a:chOff x="1564432" y="2657669"/>
            <a:chExt cx="2127380" cy="307910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002B062-2121-48A4-8AF3-53D3221B6BB0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3DD234C-D8CC-4DE9-80F8-8531017B6780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807EBEB-7506-46A6-B2CF-4B34510BE93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7D8B6C9-60EE-4A63-9A65-68B477BABF80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12F012A-C25A-4758-BE8F-679E11714043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7464F50-863B-4A13-BB5E-5D43E4FF5A2F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ED6A104-963C-4037-B42C-824E3C0F59F2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2E23D35-4A4E-4181-AE0A-7B26488F4DC8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BFEFAC-8C9A-4035-BCA3-07CCAA7396BF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0DBE89-37C6-4F18-8982-B2F20C1DA4FC}"/>
              </a:ext>
            </a:extLst>
          </p:cNvPr>
          <p:cNvGrpSpPr/>
          <p:nvPr/>
        </p:nvGrpSpPr>
        <p:grpSpPr>
          <a:xfrm>
            <a:off x="3830905" y="2657669"/>
            <a:ext cx="2127380" cy="3079102"/>
            <a:chOff x="1564432" y="2657669"/>
            <a:chExt cx="2127380" cy="30791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D37F9F3-43CD-4C93-B60A-73C2E29A2538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7A83A5E-8CA0-4142-A5A5-1B943DA4D757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35DABEC-9E48-4829-B632-DC763DECEEDB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49669D2-5806-42E8-80CA-995F1D655DBE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897362-A20D-4F77-AB88-8FAA9E03E0F0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484266-A32E-4E1A-97B3-347FE677236C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88C7B8B-3E61-41B5-8FB7-532C7D555A15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891DF9-5F3C-4D10-9B63-EA1D151F7BAE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71F8F01-8140-431F-ABC5-B29FD6C90896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55D46B-BF6D-4B81-90E3-4A5097A227A5}"/>
              </a:ext>
            </a:extLst>
          </p:cNvPr>
          <p:cNvGrpSpPr/>
          <p:nvPr/>
        </p:nvGrpSpPr>
        <p:grpSpPr>
          <a:xfrm>
            <a:off x="7382762" y="2657669"/>
            <a:ext cx="2127380" cy="3079102"/>
            <a:chOff x="1564432" y="2657669"/>
            <a:chExt cx="2127380" cy="307910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B66B345-8E90-4369-AEFE-CC2C9B199823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3DD01E2-B6B7-433D-992C-111DABF3C411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2429EFE-73FE-4FBA-BFD5-8C3A5A6F408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166C752-3AB8-45AF-B05D-3306D761ED2F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2BF787-19E7-4F21-BBCB-FE875426920B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ADFE790-1A46-4687-9E45-57EDF18E2AF0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81072AD-0C19-40B2-8415-61E0FC73302D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6E4CDA3-7819-4B73-922E-E0A4DA83179A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ACC90AC-893D-42CB-B680-732B3C6FE99A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/>
              <p:nvPr/>
            </p:nvSpPr>
            <p:spPr>
              <a:xfrm>
                <a:off x="5459096" y="5756394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096" y="5756394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/>
              <p:nvPr/>
            </p:nvSpPr>
            <p:spPr>
              <a:xfrm>
                <a:off x="1907239" y="5756394"/>
                <a:ext cx="845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239" y="5756394"/>
                <a:ext cx="8451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C7BC6F3D-85B4-4583-B5B2-0CF8E39C9DB4}"/>
              </a:ext>
            </a:extLst>
          </p:cNvPr>
          <p:cNvSpPr/>
          <p:nvPr/>
        </p:nvSpPr>
        <p:spPr>
          <a:xfrm>
            <a:off x="-214643" y="3175466"/>
            <a:ext cx="10439949" cy="916012"/>
          </a:xfrm>
          <a:custGeom>
            <a:avLst/>
            <a:gdLst>
              <a:gd name="connsiteX0" fmla="*/ 0 w 10538625"/>
              <a:gd name="connsiteY0" fmla="*/ 652264 h 915103"/>
              <a:gd name="connsiteX1" fmla="*/ 2177456 w 10538625"/>
              <a:gd name="connsiteY1" fmla="*/ 336500 h 915103"/>
              <a:gd name="connsiteX2" fmla="*/ 5282469 w 10538625"/>
              <a:gd name="connsiteY2" fmla="*/ 14157 h 915103"/>
              <a:gd name="connsiteX3" fmla="*/ 8262492 w 10538625"/>
              <a:gd name="connsiteY3" fmla="*/ 829881 h 915103"/>
              <a:gd name="connsiteX4" fmla="*/ 10538625 w 10538625"/>
              <a:gd name="connsiteY4" fmla="*/ 849616 h 915103"/>
              <a:gd name="connsiteX0" fmla="*/ 0 w 10439949"/>
              <a:gd name="connsiteY0" fmla="*/ 791320 h 916012"/>
              <a:gd name="connsiteX1" fmla="*/ 2078780 w 10439949"/>
              <a:gd name="connsiteY1" fmla="*/ 337409 h 916012"/>
              <a:gd name="connsiteX2" fmla="*/ 5183793 w 10439949"/>
              <a:gd name="connsiteY2" fmla="*/ 15066 h 916012"/>
              <a:gd name="connsiteX3" fmla="*/ 8163816 w 10439949"/>
              <a:gd name="connsiteY3" fmla="*/ 830790 h 916012"/>
              <a:gd name="connsiteX4" fmla="*/ 10439949 w 10439949"/>
              <a:gd name="connsiteY4" fmla="*/ 850525 h 916012"/>
              <a:gd name="connsiteX0" fmla="*/ 0 w 10439949"/>
              <a:gd name="connsiteY0" fmla="*/ 791320 h 916012"/>
              <a:gd name="connsiteX1" fmla="*/ 2078780 w 10439949"/>
              <a:gd name="connsiteY1" fmla="*/ 337409 h 916012"/>
              <a:gd name="connsiteX2" fmla="*/ 5183793 w 10439949"/>
              <a:gd name="connsiteY2" fmla="*/ 15066 h 916012"/>
              <a:gd name="connsiteX3" fmla="*/ 8163816 w 10439949"/>
              <a:gd name="connsiteY3" fmla="*/ 830790 h 916012"/>
              <a:gd name="connsiteX4" fmla="*/ 10439949 w 10439949"/>
              <a:gd name="connsiteY4" fmla="*/ 850525 h 916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39949" h="916012">
                <a:moveTo>
                  <a:pt x="0" y="791320"/>
                </a:moveTo>
                <a:cubicBezTo>
                  <a:pt x="694571" y="791867"/>
                  <a:pt x="1214815" y="466785"/>
                  <a:pt x="2078780" y="337409"/>
                </a:cubicBezTo>
                <a:cubicBezTo>
                  <a:pt x="2942746" y="208033"/>
                  <a:pt x="4169620" y="-67164"/>
                  <a:pt x="5183793" y="15066"/>
                </a:cubicBezTo>
                <a:cubicBezTo>
                  <a:pt x="6197966" y="97296"/>
                  <a:pt x="7287790" y="691547"/>
                  <a:pt x="8163816" y="830790"/>
                </a:cubicBezTo>
                <a:cubicBezTo>
                  <a:pt x="9039842" y="970033"/>
                  <a:pt x="9739895" y="910279"/>
                  <a:pt x="10439949" y="85052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8D08C880-F348-4A0C-A4CC-E37B91202CA9}"/>
              </a:ext>
            </a:extLst>
          </p:cNvPr>
          <p:cNvSpPr/>
          <p:nvPr/>
        </p:nvSpPr>
        <p:spPr>
          <a:xfrm>
            <a:off x="-122638" y="3177024"/>
            <a:ext cx="10216375" cy="469730"/>
          </a:xfrm>
          <a:custGeom>
            <a:avLst/>
            <a:gdLst>
              <a:gd name="connsiteX0" fmla="*/ 0 w 10222860"/>
              <a:gd name="connsiteY0" fmla="*/ 362180 h 469745"/>
              <a:gd name="connsiteX1" fmla="*/ 1986682 w 10222860"/>
              <a:gd name="connsiteY1" fmla="*/ 335867 h 469745"/>
              <a:gd name="connsiteX2" fmla="*/ 5098273 w 10222860"/>
              <a:gd name="connsiteY2" fmla="*/ 368 h 469745"/>
              <a:gd name="connsiteX3" fmla="*/ 8308541 w 10222860"/>
              <a:gd name="connsiteY3" fmla="*/ 408229 h 469745"/>
              <a:gd name="connsiteX4" fmla="*/ 10222860 w 10222860"/>
              <a:gd name="connsiteY4" fmla="*/ 460857 h 469745"/>
              <a:gd name="connsiteX0" fmla="*/ 0 w 10216375"/>
              <a:gd name="connsiteY0" fmla="*/ 277859 h 469730"/>
              <a:gd name="connsiteX1" fmla="*/ 1980197 w 10216375"/>
              <a:gd name="connsiteY1" fmla="*/ 335852 h 469730"/>
              <a:gd name="connsiteX2" fmla="*/ 5091788 w 10216375"/>
              <a:gd name="connsiteY2" fmla="*/ 353 h 469730"/>
              <a:gd name="connsiteX3" fmla="*/ 8302056 w 10216375"/>
              <a:gd name="connsiteY3" fmla="*/ 408214 h 469730"/>
              <a:gd name="connsiteX4" fmla="*/ 10216375 w 10216375"/>
              <a:gd name="connsiteY4" fmla="*/ 460842 h 469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375" h="469730">
                <a:moveTo>
                  <a:pt x="0" y="277859"/>
                </a:moveTo>
                <a:cubicBezTo>
                  <a:pt x="568485" y="294853"/>
                  <a:pt x="1131566" y="382103"/>
                  <a:pt x="1980197" y="335852"/>
                </a:cubicBezTo>
                <a:cubicBezTo>
                  <a:pt x="2828828" y="289601"/>
                  <a:pt x="4038145" y="-11707"/>
                  <a:pt x="5091788" y="353"/>
                </a:cubicBezTo>
                <a:cubicBezTo>
                  <a:pt x="6145431" y="12413"/>
                  <a:pt x="7447958" y="331466"/>
                  <a:pt x="8302056" y="408214"/>
                </a:cubicBezTo>
                <a:cubicBezTo>
                  <a:pt x="9156154" y="484962"/>
                  <a:pt x="9686264" y="472902"/>
                  <a:pt x="10216375" y="46084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FBF93F3E-0524-433E-8677-66F65EEABE11}"/>
              </a:ext>
            </a:extLst>
          </p:cNvPr>
          <p:cNvSpPr/>
          <p:nvPr/>
        </p:nvSpPr>
        <p:spPr>
          <a:xfrm>
            <a:off x="-188329" y="3887845"/>
            <a:ext cx="10321537" cy="572322"/>
          </a:xfrm>
          <a:custGeom>
            <a:avLst/>
            <a:gdLst>
              <a:gd name="connsiteX0" fmla="*/ 0 w 10321537"/>
              <a:gd name="connsiteY0" fmla="*/ 572322 h 572322"/>
              <a:gd name="connsiteX1" fmla="*/ 1657761 w 10321537"/>
              <a:gd name="connsiteY1" fmla="*/ 434175 h 572322"/>
              <a:gd name="connsiteX2" fmla="*/ 4585157 w 10321537"/>
              <a:gd name="connsiteY2" fmla="*/ 111833 h 572322"/>
              <a:gd name="connsiteX3" fmla="*/ 8144081 w 10321537"/>
              <a:gd name="connsiteY3" fmla="*/ 98676 h 572322"/>
              <a:gd name="connsiteX4" fmla="*/ 10321537 w 10321537"/>
              <a:gd name="connsiteY4" fmla="*/ 0 h 572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21537" h="572322">
                <a:moveTo>
                  <a:pt x="0" y="572322"/>
                </a:moveTo>
                <a:lnTo>
                  <a:pt x="1657761" y="434175"/>
                </a:lnTo>
                <a:cubicBezTo>
                  <a:pt x="2421954" y="357427"/>
                  <a:pt x="3504104" y="167750"/>
                  <a:pt x="4585157" y="111833"/>
                </a:cubicBezTo>
                <a:cubicBezTo>
                  <a:pt x="5666210" y="55916"/>
                  <a:pt x="7188018" y="117315"/>
                  <a:pt x="8144081" y="98676"/>
                </a:cubicBezTo>
                <a:cubicBezTo>
                  <a:pt x="9100144" y="80037"/>
                  <a:pt x="9710840" y="40018"/>
                  <a:pt x="10321537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1094C4CF-9F21-4A99-860E-F9CB56BDE7F2}"/>
              </a:ext>
            </a:extLst>
          </p:cNvPr>
          <p:cNvSpPr/>
          <p:nvPr/>
        </p:nvSpPr>
        <p:spPr>
          <a:xfrm>
            <a:off x="55073" y="4314728"/>
            <a:ext cx="10091292" cy="691448"/>
          </a:xfrm>
          <a:custGeom>
            <a:avLst/>
            <a:gdLst>
              <a:gd name="connsiteX0" fmla="*/ 0 w 10091292"/>
              <a:gd name="connsiteY0" fmla="*/ 684869 h 691448"/>
              <a:gd name="connsiteX1" fmla="*/ 1723545 w 10091292"/>
              <a:gd name="connsiteY1" fmla="*/ 428311 h 691448"/>
              <a:gd name="connsiteX2" fmla="*/ 4999597 w 10091292"/>
              <a:gd name="connsiteY2" fmla="*/ 714 h 691448"/>
              <a:gd name="connsiteX3" fmla="*/ 7769110 w 10091292"/>
              <a:gd name="connsiteY3" fmla="*/ 336213 h 691448"/>
              <a:gd name="connsiteX4" fmla="*/ 10091292 w 10091292"/>
              <a:gd name="connsiteY4" fmla="*/ 691448 h 691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91292" h="691448">
                <a:moveTo>
                  <a:pt x="0" y="684869"/>
                </a:moveTo>
                <a:cubicBezTo>
                  <a:pt x="445139" y="613603"/>
                  <a:pt x="1723545" y="428311"/>
                  <a:pt x="1723545" y="428311"/>
                </a:cubicBezTo>
                <a:cubicBezTo>
                  <a:pt x="2556811" y="314285"/>
                  <a:pt x="3992003" y="16064"/>
                  <a:pt x="4999597" y="714"/>
                </a:cubicBezTo>
                <a:cubicBezTo>
                  <a:pt x="6007191" y="-14636"/>
                  <a:pt x="6920494" y="221091"/>
                  <a:pt x="7769110" y="336213"/>
                </a:cubicBezTo>
                <a:cubicBezTo>
                  <a:pt x="8617726" y="451335"/>
                  <a:pt x="9354509" y="571391"/>
                  <a:pt x="10091292" y="69144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38EE1CE6-667F-4C60-AB5F-9BD7702EA924}"/>
              </a:ext>
            </a:extLst>
          </p:cNvPr>
          <p:cNvSpPr/>
          <p:nvPr/>
        </p:nvSpPr>
        <p:spPr>
          <a:xfrm>
            <a:off x="160327" y="4314769"/>
            <a:ext cx="9768950" cy="1276886"/>
          </a:xfrm>
          <a:custGeom>
            <a:avLst/>
            <a:gdLst>
              <a:gd name="connsiteX0" fmla="*/ 0 w 9768950"/>
              <a:gd name="connsiteY0" fmla="*/ 1276886 h 1276886"/>
              <a:gd name="connsiteX1" fmla="*/ 1289370 w 9768950"/>
              <a:gd name="connsiteY1" fmla="*/ 750612 h 1276886"/>
              <a:gd name="connsiteX2" fmla="*/ 4874608 w 9768950"/>
              <a:gd name="connsiteY2" fmla="*/ 13830 h 1276886"/>
              <a:gd name="connsiteX3" fmla="*/ 7663856 w 9768950"/>
              <a:gd name="connsiteY3" fmla="*/ 316437 h 1276886"/>
              <a:gd name="connsiteX4" fmla="*/ 9768950 w 9768950"/>
              <a:gd name="connsiteY4" fmla="*/ 895337 h 1276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68950" h="1276886">
                <a:moveTo>
                  <a:pt x="0" y="1276886"/>
                </a:moveTo>
                <a:cubicBezTo>
                  <a:pt x="238467" y="1119003"/>
                  <a:pt x="476935" y="961121"/>
                  <a:pt x="1289370" y="750612"/>
                </a:cubicBezTo>
                <a:cubicBezTo>
                  <a:pt x="2101805" y="540103"/>
                  <a:pt x="3812194" y="86192"/>
                  <a:pt x="4874608" y="13830"/>
                </a:cubicBezTo>
                <a:cubicBezTo>
                  <a:pt x="5937022" y="-58533"/>
                  <a:pt x="6848132" y="169519"/>
                  <a:pt x="7663856" y="316437"/>
                </a:cubicBezTo>
                <a:cubicBezTo>
                  <a:pt x="8479580" y="463355"/>
                  <a:pt x="9124265" y="679346"/>
                  <a:pt x="9768950" y="8953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CF22746-F877-4A61-9409-60ACF28FDBFD}"/>
                  </a:ext>
                </a:extLst>
              </p:cNvPr>
              <p:cNvSpPr txBox="1"/>
              <p:nvPr/>
            </p:nvSpPr>
            <p:spPr>
              <a:xfrm>
                <a:off x="761868" y="1464612"/>
                <a:ext cx="1026035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We can count the number of evolutions for a particular state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at a particular time with a measure</a:t>
                </a:r>
                <a:r>
                  <a:rPr lang="en-US" sz="2000" baseline="30000" dirty="0"/>
                  <a:t>*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since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identifies a set of evolutions.</a:t>
                </a:r>
                <a:endParaRPr lang="en-US" sz="2000" baseline="30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CF22746-F877-4A61-9409-60ACF28FD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868" y="1464612"/>
                <a:ext cx="10260358" cy="707886"/>
              </a:xfrm>
              <a:prstGeom prst="rect">
                <a:avLst/>
              </a:prstGeom>
              <a:blipFill>
                <a:blip r:embed="rId4"/>
                <a:stretch>
                  <a:fillRect l="-654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F9F39F38-1CF7-4AEF-B854-6BE84E08BF61}"/>
              </a:ext>
            </a:extLst>
          </p:cNvPr>
          <p:cNvSpPr/>
          <p:nvPr/>
        </p:nvSpPr>
        <p:spPr>
          <a:xfrm>
            <a:off x="4844161" y="3064345"/>
            <a:ext cx="256558" cy="256558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37FD157-DA26-4019-B7D9-9FFEB2D2BEDE}"/>
              </a:ext>
            </a:extLst>
          </p:cNvPr>
          <p:cNvSpPr/>
          <p:nvPr/>
        </p:nvSpPr>
        <p:spPr>
          <a:xfrm>
            <a:off x="7814317" y="3861525"/>
            <a:ext cx="256558" cy="256558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0CD585B-29A2-4358-839C-A4C9E04B7E6C}"/>
              </a:ext>
            </a:extLst>
          </p:cNvPr>
          <p:cNvSpPr/>
          <p:nvPr/>
        </p:nvSpPr>
        <p:spPr>
          <a:xfrm>
            <a:off x="1376948" y="4197220"/>
            <a:ext cx="256558" cy="256558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7D12A89-81F8-4172-A062-29C85623EC47}"/>
                  </a:ext>
                </a:extLst>
              </p:cNvPr>
              <p:cNvSpPr txBox="1"/>
              <p:nvPr/>
            </p:nvSpPr>
            <p:spPr>
              <a:xfrm>
                <a:off x="1169689" y="3907126"/>
                <a:ext cx="7305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7D12A89-81F8-4172-A062-29C85623E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689" y="3907126"/>
                <a:ext cx="730585" cy="338554"/>
              </a:xfrm>
              <a:prstGeom prst="rect">
                <a:avLst/>
              </a:prstGeom>
              <a:blipFill>
                <a:blip r:embed="rId5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8BEEDCD-42BF-4FBA-B7AD-DB04DA82E136}"/>
                  </a:ext>
                </a:extLst>
              </p:cNvPr>
              <p:cNvSpPr txBox="1"/>
              <p:nvPr/>
            </p:nvSpPr>
            <p:spPr>
              <a:xfrm>
                <a:off x="4571289" y="2769927"/>
                <a:ext cx="7305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8BEEDCD-42BF-4FBA-B7AD-DB04DA82E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289" y="2769927"/>
                <a:ext cx="730585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C8FC96B-5E61-41B0-8BB1-1002B680A636}"/>
                  </a:ext>
                </a:extLst>
              </p:cNvPr>
              <p:cNvSpPr txBox="1"/>
              <p:nvPr/>
            </p:nvSpPr>
            <p:spPr>
              <a:xfrm>
                <a:off x="7567090" y="4041271"/>
                <a:ext cx="7305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C8FC96B-5E61-41B0-8BB1-1002B680A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7090" y="4041271"/>
                <a:ext cx="730585" cy="338554"/>
              </a:xfrm>
              <a:prstGeom prst="rect">
                <a:avLst/>
              </a:prstGeom>
              <a:blipFill>
                <a:blip r:embed="rId7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68C4FC19-0CAF-46BD-BDE3-A0E69FF74E84}"/>
              </a:ext>
            </a:extLst>
          </p:cNvPr>
          <p:cNvSpPr txBox="1"/>
          <p:nvPr/>
        </p:nvSpPr>
        <p:spPr>
          <a:xfrm>
            <a:off x="429116" y="6431962"/>
            <a:ext cx="9222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* The full mathematical characterization may be a bit more complicated (e.g. preorder that leads to a family of measures)…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D26CC8-11CA-451B-A806-2C8C734ED7F3}"/>
              </a:ext>
            </a:extLst>
          </p:cNvPr>
          <p:cNvSpPr txBox="1"/>
          <p:nvPr/>
        </p:nvSpPr>
        <p:spPr>
          <a:xfrm>
            <a:off x="639907" y="665066"/>
            <a:ext cx="10832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Each description at each time corresponds to a set of evolutions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C7F9E4A-48AC-0F3C-FFBD-5ABDBD9A76A7}"/>
                  </a:ext>
                </a:extLst>
              </p:cNvPr>
              <p:cNvSpPr txBox="1"/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C7F9E4A-48AC-0F3C-FFBD-5ABDBD9A7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45170F1-DE8D-715A-6014-C87410C1DB4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69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14F31FE-0AB2-4E59-B3A3-4EBB34AF7A33}"/>
              </a:ext>
            </a:extLst>
          </p:cNvPr>
          <p:cNvGrpSpPr/>
          <p:nvPr/>
        </p:nvGrpSpPr>
        <p:grpSpPr>
          <a:xfrm>
            <a:off x="279061" y="2657669"/>
            <a:ext cx="2127380" cy="3079102"/>
            <a:chOff x="1564432" y="2657669"/>
            <a:chExt cx="2127380" cy="307910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002B062-2121-48A4-8AF3-53D3221B6BB0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3DD234C-D8CC-4DE9-80F8-8531017B6780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807EBEB-7506-46A6-B2CF-4B34510BE93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7D8B6C9-60EE-4A63-9A65-68B477BABF80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12F012A-C25A-4758-BE8F-679E11714043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7464F50-863B-4A13-BB5E-5D43E4FF5A2F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ED6A104-963C-4037-B42C-824E3C0F59F2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2E23D35-4A4E-4181-AE0A-7B26488F4DC8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BFEFAC-8C9A-4035-BCA3-07CCAA7396BF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0DBE89-37C6-4F18-8982-B2F20C1DA4FC}"/>
              </a:ext>
            </a:extLst>
          </p:cNvPr>
          <p:cNvGrpSpPr/>
          <p:nvPr/>
        </p:nvGrpSpPr>
        <p:grpSpPr>
          <a:xfrm>
            <a:off x="3830918" y="2657669"/>
            <a:ext cx="2127380" cy="3079102"/>
            <a:chOff x="1564432" y="2657669"/>
            <a:chExt cx="2127380" cy="30791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D37F9F3-43CD-4C93-B60A-73C2E29A2538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7A83A5E-8CA0-4142-A5A5-1B943DA4D757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35DABEC-9E48-4829-B632-DC763DECEEDB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49669D2-5806-42E8-80CA-995F1D655DBE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897362-A20D-4F77-AB88-8FAA9E03E0F0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484266-A32E-4E1A-97B3-347FE677236C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88C7B8B-3E61-41B5-8FB7-532C7D555A15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891DF9-5F3C-4D10-9B63-EA1D151F7BAE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71F8F01-8140-431F-ABC5-B29FD6C90896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55D46B-BF6D-4B81-90E3-4A5097A227A5}"/>
              </a:ext>
            </a:extLst>
          </p:cNvPr>
          <p:cNvGrpSpPr/>
          <p:nvPr/>
        </p:nvGrpSpPr>
        <p:grpSpPr>
          <a:xfrm>
            <a:off x="7382775" y="2657669"/>
            <a:ext cx="2127380" cy="3079102"/>
            <a:chOff x="1564432" y="2657669"/>
            <a:chExt cx="2127380" cy="307910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B66B345-8E90-4369-AEFE-CC2C9B199823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3DD01E2-B6B7-433D-992C-111DABF3C411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2429EFE-73FE-4FBA-BFD5-8C3A5A6F408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166C752-3AB8-45AF-B05D-3306D761ED2F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2BF787-19E7-4F21-BBCB-FE875426920B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ADFE790-1A46-4687-9E45-57EDF18E2AF0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81072AD-0C19-40B2-8415-61E0FC73302D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6E4CDA3-7819-4B73-922E-E0A4DA83179A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ACC90AC-893D-42CB-B680-732B3C6FE99A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/>
              <p:nvPr/>
            </p:nvSpPr>
            <p:spPr>
              <a:xfrm>
                <a:off x="5459109" y="5756394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109" y="5756394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/>
              <p:nvPr/>
            </p:nvSpPr>
            <p:spPr>
              <a:xfrm>
                <a:off x="1907252" y="5756394"/>
                <a:ext cx="845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252" y="5756394"/>
                <a:ext cx="8451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C7BC6F3D-85B4-4583-B5B2-0CF8E39C9DB4}"/>
              </a:ext>
            </a:extLst>
          </p:cNvPr>
          <p:cNvSpPr/>
          <p:nvPr/>
        </p:nvSpPr>
        <p:spPr>
          <a:xfrm>
            <a:off x="-214630" y="3175466"/>
            <a:ext cx="10439949" cy="916012"/>
          </a:xfrm>
          <a:custGeom>
            <a:avLst/>
            <a:gdLst>
              <a:gd name="connsiteX0" fmla="*/ 0 w 10538625"/>
              <a:gd name="connsiteY0" fmla="*/ 652264 h 915103"/>
              <a:gd name="connsiteX1" fmla="*/ 2177456 w 10538625"/>
              <a:gd name="connsiteY1" fmla="*/ 336500 h 915103"/>
              <a:gd name="connsiteX2" fmla="*/ 5282469 w 10538625"/>
              <a:gd name="connsiteY2" fmla="*/ 14157 h 915103"/>
              <a:gd name="connsiteX3" fmla="*/ 8262492 w 10538625"/>
              <a:gd name="connsiteY3" fmla="*/ 829881 h 915103"/>
              <a:gd name="connsiteX4" fmla="*/ 10538625 w 10538625"/>
              <a:gd name="connsiteY4" fmla="*/ 849616 h 915103"/>
              <a:gd name="connsiteX0" fmla="*/ 0 w 10439949"/>
              <a:gd name="connsiteY0" fmla="*/ 791320 h 916012"/>
              <a:gd name="connsiteX1" fmla="*/ 2078780 w 10439949"/>
              <a:gd name="connsiteY1" fmla="*/ 337409 h 916012"/>
              <a:gd name="connsiteX2" fmla="*/ 5183793 w 10439949"/>
              <a:gd name="connsiteY2" fmla="*/ 15066 h 916012"/>
              <a:gd name="connsiteX3" fmla="*/ 8163816 w 10439949"/>
              <a:gd name="connsiteY3" fmla="*/ 830790 h 916012"/>
              <a:gd name="connsiteX4" fmla="*/ 10439949 w 10439949"/>
              <a:gd name="connsiteY4" fmla="*/ 850525 h 916012"/>
              <a:gd name="connsiteX0" fmla="*/ 0 w 10439949"/>
              <a:gd name="connsiteY0" fmla="*/ 791320 h 916012"/>
              <a:gd name="connsiteX1" fmla="*/ 2078780 w 10439949"/>
              <a:gd name="connsiteY1" fmla="*/ 337409 h 916012"/>
              <a:gd name="connsiteX2" fmla="*/ 5183793 w 10439949"/>
              <a:gd name="connsiteY2" fmla="*/ 15066 h 916012"/>
              <a:gd name="connsiteX3" fmla="*/ 8163816 w 10439949"/>
              <a:gd name="connsiteY3" fmla="*/ 830790 h 916012"/>
              <a:gd name="connsiteX4" fmla="*/ 10439949 w 10439949"/>
              <a:gd name="connsiteY4" fmla="*/ 850525 h 916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39949" h="916012">
                <a:moveTo>
                  <a:pt x="0" y="791320"/>
                </a:moveTo>
                <a:cubicBezTo>
                  <a:pt x="694571" y="791867"/>
                  <a:pt x="1214815" y="466785"/>
                  <a:pt x="2078780" y="337409"/>
                </a:cubicBezTo>
                <a:cubicBezTo>
                  <a:pt x="2942746" y="208033"/>
                  <a:pt x="4169620" y="-67164"/>
                  <a:pt x="5183793" y="15066"/>
                </a:cubicBezTo>
                <a:cubicBezTo>
                  <a:pt x="6197966" y="97296"/>
                  <a:pt x="7287790" y="691547"/>
                  <a:pt x="8163816" y="830790"/>
                </a:cubicBezTo>
                <a:cubicBezTo>
                  <a:pt x="9039842" y="970033"/>
                  <a:pt x="9739895" y="910279"/>
                  <a:pt x="10439949" y="85052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8D08C880-F348-4A0C-A4CC-E37B91202CA9}"/>
              </a:ext>
            </a:extLst>
          </p:cNvPr>
          <p:cNvSpPr/>
          <p:nvPr/>
        </p:nvSpPr>
        <p:spPr>
          <a:xfrm>
            <a:off x="-122625" y="3177024"/>
            <a:ext cx="10216375" cy="469730"/>
          </a:xfrm>
          <a:custGeom>
            <a:avLst/>
            <a:gdLst>
              <a:gd name="connsiteX0" fmla="*/ 0 w 10222860"/>
              <a:gd name="connsiteY0" fmla="*/ 362180 h 469745"/>
              <a:gd name="connsiteX1" fmla="*/ 1986682 w 10222860"/>
              <a:gd name="connsiteY1" fmla="*/ 335867 h 469745"/>
              <a:gd name="connsiteX2" fmla="*/ 5098273 w 10222860"/>
              <a:gd name="connsiteY2" fmla="*/ 368 h 469745"/>
              <a:gd name="connsiteX3" fmla="*/ 8308541 w 10222860"/>
              <a:gd name="connsiteY3" fmla="*/ 408229 h 469745"/>
              <a:gd name="connsiteX4" fmla="*/ 10222860 w 10222860"/>
              <a:gd name="connsiteY4" fmla="*/ 460857 h 469745"/>
              <a:gd name="connsiteX0" fmla="*/ 0 w 10216375"/>
              <a:gd name="connsiteY0" fmla="*/ 277859 h 469730"/>
              <a:gd name="connsiteX1" fmla="*/ 1980197 w 10216375"/>
              <a:gd name="connsiteY1" fmla="*/ 335852 h 469730"/>
              <a:gd name="connsiteX2" fmla="*/ 5091788 w 10216375"/>
              <a:gd name="connsiteY2" fmla="*/ 353 h 469730"/>
              <a:gd name="connsiteX3" fmla="*/ 8302056 w 10216375"/>
              <a:gd name="connsiteY3" fmla="*/ 408214 h 469730"/>
              <a:gd name="connsiteX4" fmla="*/ 10216375 w 10216375"/>
              <a:gd name="connsiteY4" fmla="*/ 460842 h 469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375" h="469730">
                <a:moveTo>
                  <a:pt x="0" y="277859"/>
                </a:moveTo>
                <a:cubicBezTo>
                  <a:pt x="568485" y="294853"/>
                  <a:pt x="1131566" y="382103"/>
                  <a:pt x="1980197" y="335852"/>
                </a:cubicBezTo>
                <a:cubicBezTo>
                  <a:pt x="2828828" y="289601"/>
                  <a:pt x="4038145" y="-11707"/>
                  <a:pt x="5091788" y="353"/>
                </a:cubicBezTo>
                <a:cubicBezTo>
                  <a:pt x="6145431" y="12413"/>
                  <a:pt x="7447958" y="331466"/>
                  <a:pt x="8302056" y="408214"/>
                </a:cubicBezTo>
                <a:cubicBezTo>
                  <a:pt x="9156154" y="484962"/>
                  <a:pt x="9686264" y="472902"/>
                  <a:pt x="10216375" y="46084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FBF93F3E-0524-433E-8677-66F65EEABE11}"/>
              </a:ext>
            </a:extLst>
          </p:cNvPr>
          <p:cNvSpPr/>
          <p:nvPr/>
        </p:nvSpPr>
        <p:spPr>
          <a:xfrm>
            <a:off x="-188316" y="3887845"/>
            <a:ext cx="10321537" cy="572322"/>
          </a:xfrm>
          <a:custGeom>
            <a:avLst/>
            <a:gdLst>
              <a:gd name="connsiteX0" fmla="*/ 0 w 10321537"/>
              <a:gd name="connsiteY0" fmla="*/ 572322 h 572322"/>
              <a:gd name="connsiteX1" fmla="*/ 1657761 w 10321537"/>
              <a:gd name="connsiteY1" fmla="*/ 434175 h 572322"/>
              <a:gd name="connsiteX2" fmla="*/ 4585157 w 10321537"/>
              <a:gd name="connsiteY2" fmla="*/ 111833 h 572322"/>
              <a:gd name="connsiteX3" fmla="*/ 8144081 w 10321537"/>
              <a:gd name="connsiteY3" fmla="*/ 98676 h 572322"/>
              <a:gd name="connsiteX4" fmla="*/ 10321537 w 10321537"/>
              <a:gd name="connsiteY4" fmla="*/ 0 h 572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21537" h="572322">
                <a:moveTo>
                  <a:pt x="0" y="572322"/>
                </a:moveTo>
                <a:lnTo>
                  <a:pt x="1657761" y="434175"/>
                </a:lnTo>
                <a:cubicBezTo>
                  <a:pt x="2421954" y="357427"/>
                  <a:pt x="3504104" y="167750"/>
                  <a:pt x="4585157" y="111833"/>
                </a:cubicBezTo>
                <a:cubicBezTo>
                  <a:pt x="5666210" y="55916"/>
                  <a:pt x="7188018" y="117315"/>
                  <a:pt x="8144081" y="98676"/>
                </a:cubicBezTo>
                <a:cubicBezTo>
                  <a:pt x="9100144" y="80037"/>
                  <a:pt x="9710840" y="40018"/>
                  <a:pt x="10321537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1094C4CF-9F21-4A99-860E-F9CB56BDE7F2}"/>
              </a:ext>
            </a:extLst>
          </p:cNvPr>
          <p:cNvSpPr/>
          <p:nvPr/>
        </p:nvSpPr>
        <p:spPr>
          <a:xfrm>
            <a:off x="55086" y="4314728"/>
            <a:ext cx="10091292" cy="691448"/>
          </a:xfrm>
          <a:custGeom>
            <a:avLst/>
            <a:gdLst>
              <a:gd name="connsiteX0" fmla="*/ 0 w 10091292"/>
              <a:gd name="connsiteY0" fmla="*/ 684869 h 691448"/>
              <a:gd name="connsiteX1" fmla="*/ 1723545 w 10091292"/>
              <a:gd name="connsiteY1" fmla="*/ 428311 h 691448"/>
              <a:gd name="connsiteX2" fmla="*/ 4999597 w 10091292"/>
              <a:gd name="connsiteY2" fmla="*/ 714 h 691448"/>
              <a:gd name="connsiteX3" fmla="*/ 7769110 w 10091292"/>
              <a:gd name="connsiteY3" fmla="*/ 336213 h 691448"/>
              <a:gd name="connsiteX4" fmla="*/ 10091292 w 10091292"/>
              <a:gd name="connsiteY4" fmla="*/ 691448 h 691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91292" h="691448">
                <a:moveTo>
                  <a:pt x="0" y="684869"/>
                </a:moveTo>
                <a:cubicBezTo>
                  <a:pt x="445139" y="613603"/>
                  <a:pt x="1723545" y="428311"/>
                  <a:pt x="1723545" y="428311"/>
                </a:cubicBezTo>
                <a:cubicBezTo>
                  <a:pt x="2556811" y="314285"/>
                  <a:pt x="3992003" y="16064"/>
                  <a:pt x="4999597" y="714"/>
                </a:cubicBezTo>
                <a:cubicBezTo>
                  <a:pt x="6007191" y="-14636"/>
                  <a:pt x="6920494" y="221091"/>
                  <a:pt x="7769110" y="336213"/>
                </a:cubicBezTo>
                <a:cubicBezTo>
                  <a:pt x="8617726" y="451335"/>
                  <a:pt x="9354509" y="571391"/>
                  <a:pt x="10091292" y="69144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38EE1CE6-667F-4C60-AB5F-9BD7702EA924}"/>
              </a:ext>
            </a:extLst>
          </p:cNvPr>
          <p:cNvSpPr/>
          <p:nvPr/>
        </p:nvSpPr>
        <p:spPr>
          <a:xfrm>
            <a:off x="160340" y="4314769"/>
            <a:ext cx="9768950" cy="1276886"/>
          </a:xfrm>
          <a:custGeom>
            <a:avLst/>
            <a:gdLst>
              <a:gd name="connsiteX0" fmla="*/ 0 w 9768950"/>
              <a:gd name="connsiteY0" fmla="*/ 1276886 h 1276886"/>
              <a:gd name="connsiteX1" fmla="*/ 1289370 w 9768950"/>
              <a:gd name="connsiteY1" fmla="*/ 750612 h 1276886"/>
              <a:gd name="connsiteX2" fmla="*/ 4874608 w 9768950"/>
              <a:gd name="connsiteY2" fmla="*/ 13830 h 1276886"/>
              <a:gd name="connsiteX3" fmla="*/ 7663856 w 9768950"/>
              <a:gd name="connsiteY3" fmla="*/ 316437 h 1276886"/>
              <a:gd name="connsiteX4" fmla="*/ 9768950 w 9768950"/>
              <a:gd name="connsiteY4" fmla="*/ 895337 h 1276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68950" h="1276886">
                <a:moveTo>
                  <a:pt x="0" y="1276886"/>
                </a:moveTo>
                <a:cubicBezTo>
                  <a:pt x="238467" y="1119003"/>
                  <a:pt x="476935" y="961121"/>
                  <a:pt x="1289370" y="750612"/>
                </a:cubicBezTo>
                <a:cubicBezTo>
                  <a:pt x="2101805" y="540103"/>
                  <a:pt x="3812194" y="86192"/>
                  <a:pt x="4874608" y="13830"/>
                </a:cubicBezTo>
                <a:cubicBezTo>
                  <a:pt x="5937022" y="-58533"/>
                  <a:pt x="6848132" y="169519"/>
                  <a:pt x="7663856" y="316437"/>
                </a:cubicBezTo>
                <a:cubicBezTo>
                  <a:pt x="8479580" y="463355"/>
                  <a:pt x="9124265" y="679346"/>
                  <a:pt x="9768950" y="8953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CF22746-F877-4A61-9409-60ACF28FDBFD}"/>
                  </a:ext>
                </a:extLst>
              </p:cNvPr>
              <p:cNvSpPr txBox="1"/>
              <p:nvPr/>
            </p:nvSpPr>
            <p:spPr>
              <a:xfrm>
                <a:off x="2534296" y="1662051"/>
                <a:ext cx="5021037" cy="589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That is,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CF22746-F877-4A61-9409-60ACF28FD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296" y="1662051"/>
                <a:ext cx="5021037" cy="589329"/>
              </a:xfrm>
              <a:prstGeom prst="rect">
                <a:avLst/>
              </a:prstGeom>
              <a:blipFill>
                <a:blip r:embed="rId4"/>
                <a:stretch>
                  <a:fillRect l="-1337" b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F9F39F38-1CF7-4AEF-B854-6BE84E08BF61}"/>
              </a:ext>
            </a:extLst>
          </p:cNvPr>
          <p:cNvSpPr/>
          <p:nvPr/>
        </p:nvSpPr>
        <p:spPr>
          <a:xfrm>
            <a:off x="4844174" y="3064345"/>
            <a:ext cx="256558" cy="256558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CE0A79D-EC95-4103-8AA9-C742D39AD8FC}"/>
              </a:ext>
            </a:extLst>
          </p:cNvPr>
          <p:cNvSpPr/>
          <p:nvPr/>
        </p:nvSpPr>
        <p:spPr>
          <a:xfrm>
            <a:off x="8055373" y="3466548"/>
            <a:ext cx="256558" cy="256558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8B38586-B5F8-4F3A-9D76-0FC78DAA6528}"/>
                  </a:ext>
                </a:extLst>
              </p:cNvPr>
              <p:cNvSpPr txBox="1"/>
              <p:nvPr/>
            </p:nvSpPr>
            <p:spPr>
              <a:xfrm>
                <a:off x="6525209" y="3064345"/>
                <a:ext cx="6415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50%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8B38586-B5F8-4F3A-9D76-0FC78DAA6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209" y="3064345"/>
                <a:ext cx="64152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D26CC8-11CA-451B-A806-2C8C734ED7F3}"/>
                  </a:ext>
                </a:extLst>
              </p:cNvPr>
              <p:cNvSpPr txBox="1"/>
              <p:nvPr/>
            </p:nvSpPr>
            <p:spPr>
              <a:xfrm>
                <a:off x="395183" y="328320"/>
                <a:ext cx="10377521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The probability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/>
                  <a:t> of having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dirty="0"/>
                  <a:t> corresponds to</a:t>
                </a:r>
                <a:br>
                  <a:rPr lang="en-US" sz="3200" dirty="0"/>
                </a:br>
                <a:r>
                  <a:rPr lang="en-US" sz="3200" dirty="0"/>
                  <a:t>the fraction of evolutions that go from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dirty="0"/>
                  <a:t> to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D26CC8-11CA-451B-A806-2C8C734ED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83" y="328320"/>
                <a:ext cx="10377521" cy="1077218"/>
              </a:xfrm>
              <a:prstGeom prst="rect">
                <a:avLst/>
              </a:prstGeom>
              <a:blipFill>
                <a:blip r:embed="rId6"/>
                <a:stretch>
                  <a:fillRect l="-1528" t="-6780" r="-470" b="-18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131D4BE-06ED-6242-BE66-1CDA0FA65982}"/>
                  </a:ext>
                </a:extLst>
              </p:cNvPr>
              <p:cNvSpPr txBox="1"/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131D4BE-06ED-6242-BE66-1CDA0FA65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C8EE73C8-C20E-87FD-E4B0-545B12FA91D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6D9141D-2F29-F2A7-9777-6538125618CC}"/>
                  </a:ext>
                </a:extLst>
              </p:cNvPr>
              <p:cNvSpPr txBox="1"/>
              <p:nvPr/>
            </p:nvSpPr>
            <p:spPr>
              <a:xfrm>
                <a:off x="7931314" y="3082457"/>
                <a:ext cx="4413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6D9141D-2F29-F2A7-9777-653812561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1314" y="3082457"/>
                <a:ext cx="44133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17C29DC-E514-0D0F-B811-AD023F83B68D}"/>
                  </a:ext>
                </a:extLst>
              </p:cNvPr>
              <p:cNvSpPr txBox="1"/>
              <p:nvPr/>
            </p:nvSpPr>
            <p:spPr>
              <a:xfrm>
                <a:off x="4510614" y="2714940"/>
                <a:ext cx="4466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17C29DC-E514-0D0F-B811-AD023F83B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614" y="2714940"/>
                <a:ext cx="44666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196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14F31FE-0AB2-4E59-B3A3-4EBB34AF7A33}"/>
              </a:ext>
            </a:extLst>
          </p:cNvPr>
          <p:cNvGrpSpPr/>
          <p:nvPr/>
        </p:nvGrpSpPr>
        <p:grpSpPr>
          <a:xfrm>
            <a:off x="279057" y="2657669"/>
            <a:ext cx="2127380" cy="3079102"/>
            <a:chOff x="1564432" y="2657669"/>
            <a:chExt cx="2127380" cy="307910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002B062-2121-48A4-8AF3-53D3221B6BB0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3DD234C-D8CC-4DE9-80F8-8531017B6780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807EBEB-7506-46A6-B2CF-4B34510BE93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7D8B6C9-60EE-4A63-9A65-68B477BABF80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12F012A-C25A-4758-BE8F-679E11714043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7464F50-863B-4A13-BB5E-5D43E4FF5A2F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ED6A104-963C-4037-B42C-824E3C0F59F2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2E23D35-4A4E-4181-AE0A-7B26488F4DC8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BFEFAC-8C9A-4035-BCA3-07CCAA7396BF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0DBE89-37C6-4F18-8982-B2F20C1DA4FC}"/>
              </a:ext>
            </a:extLst>
          </p:cNvPr>
          <p:cNvGrpSpPr/>
          <p:nvPr/>
        </p:nvGrpSpPr>
        <p:grpSpPr>
          <a:xfrm>
            <a:off x="3830914" y="2657669"/>
            <a:ext cx="2127380" cy="3079102"/>
            <a:chOff x="1564432" y="2657669"/>
            <a:chExt cx="2127380" cy="30791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D37F9F3-43CD-4C93-B60A-73C2E29A2538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7A83A5E-8CA0-4142-A5A5-1B943DA4D757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35DABEC-9E48-4829-B632-DC763DECEEDB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49669D2-5806-42E8-80CA-995F1D655DBE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897362-A20D-4F77-AB88-8FAA9E03E0F0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484266-A32E-4E1A-97B3-347FE677236C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88C7B8B-3E61-41B5-8FB7-532C7D555A15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891DF9-5F3C-4D10-9B63-EA1D151F7BAE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71F8F01-8140-431F-ABC5-B29FD6C90896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55D46B-BF6D-4B81-90E3-4A5097A227A5}"/>
              </a:ext>
            </a:extLst>
          </p:cNvPr>
          <p:cNvGrpSpPr/>
          <p:nvPr/>
        </p:nvGrpSpPr>
        <p:grpSpPr>
          <a:xfrm>
            <a:off x="7382771" y="2657669"/>
            <a:ext cx="2127380" cy="3079102"/>
            <a:chOff x="1564432" y="2657669"/>
            <a:chExt cx="2127380" cy="307910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B66B345-8E90-4369-AEFE-CC2C9B199823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3DD01E2-B6B7-433D-992C-111DABF3C411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2429EFE-73FE-4FBA-BFD5-8C3A5A6F408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166C752-3AB8-45AF-B05D-3306D761ED2F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2BF787-19E7-4F21-BBCB-FE875426920B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ADFE790-1A46-4687-9E45-57EDF18E2AF0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81072AD-0C19-40B2-8415-61E0FC73302D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6E4CDA3-7819-4B73-922E-E0A4DA83179A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ACC90AC-893D-42CB-B680-732B3C6FE99A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/>
              <p:nvPr/>
            </p:nvSpPr>
            <p:spPr>
              <a:xfrm>
                <a:off x="5459105" y="5756394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105" y="5756394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/>
              <p:nvPr/>
            </p:nvSpPr>
            <p:spPr>
              <a:xfrm>
                <a:off x="1907248" y="5756394"/>
                <a:ext cx="845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248" y="5756394"/>
                <a:ext cx="8451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64350516-2107-4421-A40C-D1BC5F73F623}"/>
              </a:ext>
            </a:extLst>
          </p:cNvPr>
          <p:cNvSpPr/>
          <p:nvPr/>
        </p:nvSpPr>
        <p:spPr>
          <a:xfrm>
            <a:off x="-405408" y="3111591"/>
            <a:ext cx="10282067" cy="955433"/>
          </a:xfrm>
          <a:custGeom>
            <a:avLst/>
            <a:gdLst>
              <a:gd name="connsiteX0" fmla="*/ 0 w 10282067"/>
              <a:gd name="connsiteY0" fmla="*/ 0 h 955433"/>
              <a:gd name="connsiteX1" fmla="*/ 1828800 w 10282067"/>
              <a:gd name="connsiteY1" fmla="*/ 85520 h 955433"/>
              <a:gd name="connsiteX2" fmla="*/ 5374567 w 10282067"/>
              <a:gd name="connsiteY2" fmla="*/ 85520 h 955433"/>
              <a:gd name="connsiteX3" fmla="*/ 8348012 w 10282067"/>
              <a:gd name="connsiteY3" fmla="*/ 894665 h 955433"/>
              <a:gd name="connsiteX4" fmla="*/ 10282067 w 10282067"/>
              <a:gd name="connsiteY4" fmla="*/ 835459 h 9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82067" h="955433">
                <a:moveTo>
                  <a:pt x="0" y="0"/>
                </a:moveTo>
                <a:cubicBezTo>
                  <a:pt x="466519" y="35633"/>
                  <a:pt x="933039" y="71267"/>
                  <a:pt x="1828800" y="85520"/>
                </a:cubicBezTo>
                <a:cubicBezTo>
                  <a:pt x="2724561" y="99773"/>
                  <a:pt x="4288032" y="-49337"/>
                  <a:pt x="5374567" y="85520"/>
                </a:cubicBezTo>
                <a:cubicBezTo>
                  <a:pt x="6461102" y="220377"/>
                  <a:pt x="7530095" y="769675"/>
                  <a:pt x="8348012" y="894665"/>
                </a:cubicBezTo>
                <a:cubicBezTo>
                  <a:pt x="9165929" y="1019655"/>
                  <a:pt x="9723998" y="927557"/>
                  <a:pt x="10282067" y="83545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9D4F2BBA-7D44-4341-AA68-239CBB2F1C9D}"/>
              </a:ext>
            </a:extLst>
          </p:cNvPr>
          <p:cNvSpPr/>
          <p:nvPr/>
        </p:nvSpPr>
        <p:spPr>
          <a:xfrm>
            <a:off x="-168584" y="3185134"/>
            <a:ext cx="10051821" cy="871158"/>
          </a:xfrm>
          <a:custGeom>
            <a:avLst/>
            <a:gdLst>
              <a:gd name="connsiteX0" fmla="*/ 0 w 10051821"/>
              <a:gd name="connsiteY0" fmla="*/ 97496 h 871158"/>
              <a:gd name="connsiteX1" fmla="*/ 2026152 w 10051821"/>
              <a:gd name="connsiteY1" fmla="*/ 321162 h 871158"/>
              <a:gd name="connsiteX2" fmla="*/ 5137743 w 10051821"/>
              <a:gd name="connsiteY2" fmla="*/ 11977 h 871158"/>
              <a:gd name="connsiteX3" fmla="*/ 8117766 w 10051821"/>
              <a:gd name="connsiteY3" fmla="*/ 821122 h 871158"/>
              <a:gd name="connsiteX4" fmla="*/ 10051821 w 10051821"/>
              <a:gd name="connsiteY4" fmla="*/ 715867 h 871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1821" h="871158">
                <a:moveTo>
                  <a:pt x="0" y="97496"/>
                </a:moveTo>
                <a:cubicBezTo>
                  <a:pt x="584931" y="216455"/>
                  <a:pt x="1169862" y="335415"/>
                  <a:pt x="2026152" y="321162"/>
                </a:cubicBezTo>
                <a:cubicBezTo>
                  <a:pt x="2882442" y="306909"/>
                  <a:pt x="4122474" y="-71350"/>
                  <a:pt x="5137743" y="11977"/>
                </a:cubicBezTo>
                <a:cubicBezTo>
                  <a:pt x="6153012" y="95304"/>
                  <a:pt x="7298753" y="703807"/>
                  <a:pt x="8117766" y="821122"/>
                </a:cubicBezTo>
                <a:cubicBezTo>
                  <a:pt x="8936779" y="938437"/>
                  <a:pt x="9494300" y="827152"/>
                  <a:pt x="10051821" y="71586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5F17942F-0DFF-4BBE-B34C-C8A1D946753F}"/>
              </a:ext>
            </a:extLst>
          </p:cNvPr>
          <p:cNvSpPr/>
          <p:nvPr/>
        </p:nvSpPr>
        <p:spPr>
          <a:xfrm>
            <a:off x="22190" y="2953709"/>
            <a:ext cx="9847890" cy="618372"/>
          </a:xfrm>
          <a:custGeom>
            <a:avLst/>
            <a:gdLst>
              <a:gd name="connsiteX0" fmla="*/ 0 w 9847890"/>
              <a:gd name="connsiteY0" fmla="*/ 605215 h 618372"/>
              <a:gd name="connsiteX1" fmla="*/ 1039390 w 9847890"/>
              <a:gd name="connsiteY1" fmla="*/ 618372 h 618372"/>
              <a:gd name="connsiteX2" fmla="*/ 5407459 w 9847890"/>
              <a:gd name="connsiteY2" fmla="*/ 565744 h 618372"/>
              <a:gd name="connsiteX3" fmla="*/ 8486158 w 9847890"/>
              <a:gd name="connsiteY3" fmla="*/ 230245 h 618372"/>
              <a:gd name="connsiteX4" fmla="*/ 9847890 w 9847890"/>
              <a:gd name="connsiteY4" fmla="*/ 0 h 618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47890" h="618372">
                <a:moveTo>
                  <a:pt x="0" y="605215"/>
                </a:moveTo>
                <a:lnTo>
                  <a:pt x="1039390" y="618372"/>
                </a:lnTo>
                <a:lnTo>
                  <a:pt x="5407459" y="565744"/>
                </a:lnTo>
                <a:cubicBezTo>
                  <a:pt x="6648587" y="501056"/>
                  <a:pt x="7746086" y="324536"/>
                  <a:pt x="8486158" y="230245"/>
                </a:cubicBezTo>
                <a:cubicBezTo>
                  <a:pt x="9226230" y="135954"/>
                  <a:pt x="9537060" y="67977"/>
                  <a:pt x="984789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8266048-7B75-4719-94F2-1B0BF85FE015}"/>
              </a:ext>
            </a:extLst>
          </p:cNvPr>
          <p:cNvSpPr/>
          <p:nvPr/>
        </p:nvSpPr>
        <p:spPr>
          <a:xfrm>
            <a:off x="2454" y="3546859"/>
            <a:ext cx="10078136" cy="643593"/>
          </a:xfrm>
          <a:custGeom>
            <a:avLst/>
            <a:gdLst>
              <a:gd name="connsiteX0" fmla="*/ 0 w 10078136"/>
              <a:gd name="connsiteY0" fmla="*/ 643593 h 643593"/>
              <a:gd name="connsiteX1" fmla="*/ 881508 w 10078136"/>
              <a:gd name="connsiteY1" fmla="*/ 459397 h 643593"/>
              <a:gd name="connsiteX2" fmla="*/ 4657520 w 10078136"/>
              <a:gd name="connsiteY2" fmla="*/ 44957 h 643593"/>
              <a:gd name="connsiteX3" fmla="*/ 8176973 w 10078136"/>
              <a:gd name="connsiteY3" fmla="*/ 25222 h 643593"/>
              <a:gd name="connsiteX4" fmla="*/ 10078136 w 10078136"/>
              <a:gd name="connsiteY4" fmla="*/ 169947 h 643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78136" h="643593">
                <a:moveTo>
                  <a:pt x="0" y="643593"/>
                </a:moveTo>
                <a:cubicBezTo>
                  <a:pt x="52627" y="601381"/>
                  <a:pt x="105255" y="559170"/>
                  <a:pt x="881508" y="459397"/>
                </a:cubicBezTo>
                <a:cubicBezTo>
                  <a:pt x="1657761" y="359624"/>
                  <a:pt x="3441609" y="117319"/>
                  <a:pt x="4657520" y="44957"/>
                </a:cubicBezTo>
                <a:cubicBezTo>
                  <a:pt x="5873431" y="-27405"/>
                  <a:pt x="7273537" y="4390"/>
                  <a:pt x="8176973" y="25222"/>
                </a:cubicBezTo>
                <a:cubicBezTo>
                  <a:pt x="9080409" y="46054"/>
                  <a:pt x="9579272" y="108000"/>
                  <a:pt x="10078136" y="16994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52AF80B0-669C-46D8-96A1-B03C815A475F}"/>
              </a:ext>
            </a:extLst>
          </p:cNvPr>
          <p:cNvSpPr/>
          <p:nvPr/>
        </p:nvSpPr>
        <p:spPr>
          <a:xfrm>
            <a:off x="15611" y="3910322"/>
            <a:ext cx="9834734" cy="478008"/>
          </a:xfrm>
          <a:custGeom>
            <a:avLst/>
            <a:gdLst>
              <a:gd name="connsiteX0" fmla="*/ 0 w 9834734"/>
              <a:gd name="connsiteY0" fmla="*/ 467067 h 467593"/>
              <a:gd name="connsiteX1" fmla="*/ 1506458 w 9834734"/>
              <a:gd name="connsiteY1" fmla="*/ 407862 h 467593"/>
              <a:gd name="connsiteX2" fmla="*/ 4368069 w 9834734"/>
              <a:gd name="connsiteY2" fmla="*/ 92098 h 467593"/>
              <a:gd name="connsiteX3" fmla="*/ 7907258 w 9834734"/>
              <a:gd name="connsiteY3" fmla="*/ 72362 h 467593"/>
              <a:gd name="connsiteX4" fmla="*/ 9834734 w 9834734"/>
              <a:gd name="connsiteY4" fmla="*/ 0 h 467593"/>
              <a:gd name="connsiteX0" fmla="*/ 0 w 9834734"/>
              <a:gd name="connsiteY0" fmla="*/ 467067 h 467593"/>
              <a:gd name="connsiteX1" fmla="*/ 1506458 w 9834734"/>
              <a:gd name="connsiteY1" fmla="*/ 407862 h 467593"/>
              <a:gd name="connsiteX2" fmla="*/ 4368069 w 9834734"/>
              <a:gd name="connsiteY2" fmla="*/ 92098 h 467593"/>
              <a:gd name="connsiteX3" fmla="*/ 7907258 w 9834734"/>
              <a:gd name="connsiteY3" fmla="*/ 72362 h 467593"/>
              <a:gd name="connsiteX4" fmla="*/ 9834734 w 9834734"/>
              <a:gd name="connsiteY4" fmla="*/ 0 h 467593"/>
              <a:gd name="connsiteX0" fmla="*/ 0 w 9834734"/>
              <a:gd name="connsiteY0" fmla="*/ 477482 h 478008"/>
              <a:gd name="connsiteX1" fmla="*/ 1506458 w 9834734"/>
              <a:gd name="connsiteY1" fmla="*/ 418277 h 478008"/>
              <a:gd name="connsiteX2" fmla="*/ 4368069 w 9834734"/>
              <a:gd name="connsiteY2" fmla="*/ 102513 h 478008"/>
              <a:gd name="connsiteX3" fmla="*/ 7907258 w 9834734"/>
              <a:gd name="connsiteY3" fmla="*/ 82777 h 478008"/>
              <a:gd name="connsiteX4" fmla="*/ 9834734 w 9834734"/>
              <a:gd name="connsiteY4" fmla="*/ 10415 h 478008"/>
              <a:gd name="connsiteX0" fmla="*/ 0 w 9834734"/>
              <a:gd name="connsiteY0" fmla="*/ 477482 h 478008"/>
              <a:gd name="connsiteX1" fmla="*/ 1506458 w 9834734"/>
              <a:gd name="connsiteY1" fmla="*/ 418277 h 478008"/>
              <a:gd name="connsiteX2" fmla="*/ 4368069 w 9834734"/>
              <a:gd name="connsiteY2" fmla="*/ 102513 h 478008"/>
              <a:gd name="connsiteX3" fmla="*/ 7907258 w 9834734"/>
              <a:gd name="connsiteY3" fmla="*/ 82777 h 478008"/>
              <a:gd name="connsiteX4" fmla="*/ 9834734 w 9834734"/>
              <a:gd name="connsiteY4" fmla="*/ 10415 h 47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34734" h="478008">
                <a:moveTo>
                  <a:pt x="0" y="477482"/>
                </a:moveTo>
                <a:cubicBezTo>
                  <a:pt x="389223" y="479127"/>
                  <a:pt x="778447" y="480772"/>
                  <a:pt x="1506458" y="418277"/>
                </a:cubicBezTo>
                <a:cubicBezTo>
                  <a:pt x="2234469" y="355782"/>
                  <a:pt x="3301269" y="158430"/>
                  <a:pt x="4368069" y="102513"/>
                </a:cubicBezTo>
                <a:cubicBezTo>
                  <a:pt x="5434869" y="46596"/>
                  <a:pt x="7048774" y="-86069"/>
                  <a:pt x="7907258" y="82777"/>
                </a:cubicBezTo>
                <a:cubicBezTo>
                  <a:pt x="8765742" y="251623"/>
                  <a:pt x="9339708" y="117862"/>
                  <a:pt x="9834734" y="1041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55738E8E-2E9D-4CFA-A47E-8E2F96626C00}"/>
              </a:ext>
            </a:extLst>
          </p:cNvPr>
          <p:cNvSpPr/>
          <p:nvPr/>
        </p:nvSpPr>
        <p:spPr>
          <a:xfrm>
            <a:off x="127446" y="4532529"/>
            <a:ext cx="9880782" cy="552025"/>
          </a:xfrm>
          <a:custGeom>
            <a:avLst/>
            <a:gdLst>
              <a:gd name="connsiteX0" fmla="*/ 26096 w 10045025"/>
              <a:gd name="connsiteY0" fmla="*/ 273005 h 437970"/>
              <a:gd name="connsiteX1" fmla="*/ 749721 w 10045025"/>
              <a:gd name="connsiteY1" fmla="*/ 3290 h 437970"/>
              <a:gd name="connsiteX2" fmla="*/ 5005957 w 10045025"/>
              <a:gd name="connsiteY2" fmla="*/ 437466 h 437970"/>
              <a:gd name="connsiteX3" fmla="*/ 8900380 w 10045025"/>
              <a:gd name="connsiteY3" fmla="*/ 88810 h 437970"/>
              <a:gd name="connsiteX4" fmla="*/ 10045025 w 10045025"/>
              <a:gd name="connsiteY4" fmla="*/ 9869 h 437970"/>
              <a:gd name="connsiteX0" fmla="*/ 23697 w 10062361"/>
              <a:gd name="connsiteY0" fmla="*/ 103023 h 491654"/>
              <a:gd name="connsiteX1" fmla="*/ 767057 w 10062361"/>
              <a:gd name="connsiteY1" fmla="*/ 56974 h 491654"/>
              <a:gd name="connsiteX2" fmla="*/ 5023293 w 10062361"/>
              <a:gd name="connsiteY2" fmla="*/ 491150 h 491654"/>
              <a:gd name="connsiteX3" fmla="*/ 8917716 w 10062361"/>
              <a:gd name="connsiteY3" fmla="*/ 142494 h 491654"/>
              <a:gd name="connsiteX4" fmla="*/ 10062361 w 10062361"/>
              <a:gd name="connsiteY4" fmla="*/ 63553 h 491654"/>
              <a:gd name="connsiteX0" fmla="*/ 0 w 10038664"/>
              <a:gd name="connsiteY0" fmla="*/ 66795 h 455426"/>
              <a:gd name="connsiteX1" fmla="*/ 743360 w 10038664"/>
              <a:gd name="connsiteY1" fmla="*/ 20746 h 455426"/>
              <a:gd name="connsiteX2" fmla="*/ 4999596 w 10038664"/>
              <a:gd name="connsiteY2" fmla="*/ 454922 h 455426"/>
              <a:gd name="connsiteX3" fmla="*/ 8894019 w 10038664"/>
              <a:gd name="connsiteY3" fmla="*/ 106266 h 455426"/>
              <a:gd name="connsiteX4" fmla="*/ 10038664 w 10038664"/>
              <a:gd name="connsiteY4" fmla="*/ 27325 h 455426"/>
              <a:gd name="connsiteX0" fmla="*/ 0 w 10038664"/>
              <a:gd name="connsiteY0" fmla="*/ 95976 h 484607"/>
              <a:gd name="connsiteX1" fmla="*/ 743360 w 10038664"/>
              <a:gd name="connsiteY1" fmla="*/ 49927 h 484607"/>
              <a:gd name="connsiteX2" fmla="*/ 4999596 w 10038664"/>
              <a:gd name="connsiteY2" fmla="*/ 484103 h 484607"/>
              <a:gd name="connsiteX3" fmla="*/ 8894019 w 10038664"/>
              <a:gd name="connsiteY3" fmla="*/ 135447 h 484607"/>
              <a:gd name="connsiteX4" fmla="*/ 10038664 w 10038664"/>
              <a:gd name="connsiteY4" fmla="*/ 56506 h 484607"/>
              <a:gd name="connsiteX0" fmla="*/ 0 w 10038664"/>
              <a:gd name="connsiteY0" fmla="*/ 95976 h 484607"/>
              <a:gd name="connsiteX1" fmla="*/ 743360 w 10038664"/>
              <a:gd name="connsiteY1" fmla="*/ 49927 h 484607"/>
              <a:gd name="connsiteX2" fmla="*/ 4999596 w 10038664"/>
              <a:gd name="connsiteY2" fmla="*/ 484103 h 484607"/>
              <a:gd name="connsiteX3" fmla="*/ 8894019 w 10038664"/>
              <a:gd name="connsiteY3" fmla="*/ 135447 h 484607"/>
              <a:gd name="connsiteX4" fmla="*/ 10038664 w 10038664"/>
              <a:gd name="connsiteY4" fmla="*/ 56506 h 484607"/>
              <a:gd name="connsiteX0" fmla="*/ 0 w 10038664"/>
              <a:gd name="connsiteY0" fmla="*/ 70497 h 524912"/>
              <a:gd name="connsiteX1" fmla="*/ 743360 w 10038664"/>
              <a:gd name="connsiteY1" fmla="*/ 90232 h 524912"/>
              <a:gd name="connsiteX2" fmla="*/ 4999596 w 10038664"/>
              <a:gd name="connsiteY2" fmla="*/ 524408 h 524912"/>
              <a:gd name="connsiteX3" fmla="*/ 8894019 w 10038664"/>
              <a:gd name="connsiteY3" fmla="*/ 175752 h 524912"/>
              <a:gd name="connsiteX4" fmla="*/ 10038664 w 10038664"/>
              <a:gd name="connsiteY4" fmla="*/ 96811 h 524912"/>
              <a:gd name="connsiteX0" fmla="*/ 0 w 10038664"/>
              <a:gd name="connsiteY0" fmla="*/ 21034 h 475449"/>
              <a:gd name="connsiteX1" fmla="*/ 743360 w 10038664"/>
              <a:gd name="connsiteY1" fmla="*/ 40769 h 475449"/>
              <a:gd name="connsiteX2" fmla="*/ 4999596 w 10038664"/>
              <a:gd name="connsiteY2" fmla="*/ 474945 h 475449"/>
              <a:gd name="connsiteX3" fmla="*/ 8894019 w 10038664"/>
              <a:gd name="connsiteY3" fmla="*/ 126289 h 475449"/>
              <a:gd name="connsiteX4" fmla="*/ 10038664 w 10038664"/>
              <a:gd name="connsiteY4" fmla="*/ 47348 h 475449"/>
              <a:gd name="connsiteX0" fmla="*/ 0 w 10038664"/>
              <a:gd name="connsiteY0" fmla="*/ 21034 h 487049"/>
              <a:gd name="connsiteX1" fmla="*/ 743360 w 10038664"/>
              <a:gd name="connsiteY1" fmla="*/ 40769 h 487049"/>
              <a:gd name="connsiteX2" fmla="*/ 4999596 w 10038664"/>
              <a:gd name="connsiteY2" fmla="*/ 474945 h 487049"/>
              <a:gd name="connsiteX3" fmla="*/ 8894019 w 10038664"/>
              <a:gd name="connsiteY3" fmla="*/ 126289 h 487049"/>
              <a:gd name="connsiteX4" fmla="*/ 10038664 w 10038664"/>
              <a:gd name="connsiteY4" fmla="*/ 47348 h 487049"/>
              <a:gd name="connsiteX0" fmla="*/ 0 w 10038664"/>
              <a:gd name="connsiteY0" fmla="*/ 49677 h 517382"/>
              <a:gd name="connsiteX1" fmla="*/ 743360 w 10038664"/>
              <a:gd name="connsiteY1" fmla="*/ 69412 h 517382"/>
              <a:gd name="connsiteX2" fmla="*/ 4999596 w 10038664"/>
              <a:gd name="connsiteY2" fmla="*/ 503588 h 517382"/>
              <a:gd name="connsiteX3" fmla="*/ 8894019 w 10038664"/>
              <a:gd name="connsiteY3" fmla="*/ 154932 h 517382"/>
              <a:gd name="connsiteX4" fmla="*/ 10038664 w 10038664"/>
              <a:gd name="connsiteY4" fmla="*/ 75991 h 517382"/>
              <a:gd name="connsiteX0" fmla="*/ 0 w 10038664"/>
              <a:gd name="connsiteY0" fmla="*/ 61047 h 528752"/>
              <a:gd name="connsiteX1" fmla="*/ 743360 w 10038664"/>
              <a:gd name="connsiteY1" fmla="*/ 80782 h 528752"/>
              <a:gd name="connsiteX2" fmla="*/ 4999596 w 10038664"/>
              <a:gd name="connsiteY2" fmla="*/ 514958 h 528752"/>
              <a:gd name="connsiteX3" fmla="*/ 8894019 w 10038664"/>
              <a:gd name="connsiteY3" fmla="*/ 166302 h 528752"/>
              <a:gd name="connsiteX4" fmla="*/ 10038664 w 10038664"/>
              <a:gd name="connsiteY4" fmla="*/ 87361 h 528752"/>
              <a:gd name="connsiteX0" fmla="*/ 0 w 9880782"/>
              <a:gd name="connsiteY0" fmla="*/ 14561 h 566427"/>
              <a:gd name="connsiteX1" fmla="*/ 585478 w 9880782"/>
              <a:gd name="connsiteY1" fmla="*/ 119815 h 566427"/>
              <a:gd name="connsiteX2" fmla="*/ 4841714 w 9880782"/>
              <a:gd name="connsiteY2" fmla="*/ 553991 h 566427"/>
              <a:gd name="connsiteX3" fmla="*/ 8736137 w 9880782"/>
              <a:gd name="connsiteY3" fmla="*/ 205335 h 566427"/>
              <a:gd name="connsiteX4" fmla="*/ 9880782 w 9880782"/>
              <a:gd name="connsiteY4" fmla="*/ 126394 h 566427"/>
              <a:gd name="connsiteX0" fmla="*/ 0 w 9880782"/>
              <a:gd name="connsiteY0" fmla="*/ 0 h 551866"/>
              <a:gd name="connsiteX1" fmla="*/ 585478 w 9880782"/>
              <a:gd name="connsiteY1" fmla="*/ 105254 h 551866"/>
              <a:gd name="connsiteX2" fmla="*/ 4841714 w 9880782"/>
              <a:gd name="connsiteY2" fmla="*/ 539430 h 551866"/>
              <a:gd name="connsiteX3" fmla="*/ 8736137 w 9880782"/>
              <a:gd name="connsiteY3" fmla="*/ 190774 h 551866"/>
              <a:gd name="connsiteX4" fmla="*/ 9880782 w 9880782"/>
              <a:gd name="connsiteY4" fmla="*/ 111833 h 551866"/>
              <a:gd name="connsiteX0" fmla="*/ 0 w 9880782"/>
              <a:gd name="connsiteY0" fmla="*/ 0 h 551866"/>
              <a:gd name="connsiteX1" fmla="*/ 585478 w 9880782"/>
              <a:gd name="connsiteY1" fmla="*/ 105254 h 551866"/>
              <a:gd name="connsiteX2" fmla="*/ 4841714 w 9880782"/>
              <a:gd name="connsiteY2" fmla="*/ 539430 h 551866"/>
              <a:gd name="connsiteX3" fmla="*/ 8736137 w 9880782"/>
              <a:gd name="connsiteY3" fmla="*/ 190774 h 551866"/>
              <a:gd name="connsiteX4" fmla="*/ 9880782 w 9880782"/>
              <a:gd name="connsiteY4" fmla="*/ 111833 h 551866"/>
              <a:gd name="connsiteX0" fmla="*/ 0 w 9880782"/>
              <a:gd name="connsiteY0" fmla="*/ 0 h 552025"/>
              <a:gd name="connsiteX1" fmla="*/ 585478 w 9880782"/>
              <a:gd name="connsiteY1" fmla="*/ 105254 h 552025"/>
              <a:gd name="connsiteX2" fmla="*/ 4841714 w 9880782"/>
              <a:gd name="connsiteY2" fmla="*/ 539430 h 552025"/>
              <a:gd name="connsiteX3" fmla="*/ 8736137 w 9880782"/>
              <a:gd name="connsiteY3" fmla="*/ 190774 h 552025"/>
              <a:gd name="connsiteX4" fmla="*/ 9880782 w 9880782"/>
              <a:gd name="connsiteY4" fmla="*/ 111833 h 552025"/>
              <a:gd name="connsiteX0" fmla="*/ 0 w 9880782"/>
              <a:gd name="connsiteY0" fmla="*/ 0 h 552025"/>
              <a:gd name="connsiteX1" fmla="*/ 585478 w 9880782"/>
              <a:gd name="connsiteY1" fmla="*/ 105254 h 552025"/>
              <a:gd name="connsiteX2" fmla="*/ 4841714 w 9880782"/>
              <a:gd name="connsiteY2" fmla="*/ 539430 h 552025"/>
              <a:gd name="connsiteX3" fmla="*/ 8736137 w 9880782"/>
              <a:gd name="connsiteY3" fmla="*/ 190774 h 552025"/>
              <a:gd name="connsiteX4" fmla="*/ 9880782 w 9880782"/>
              <a:gd name="connsiteY4" fmla="*/ 111833 h 552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782" h="552025">
                <a:moveTo>
                  <a:pt x="0" y="0"/>
                </a:moveTo>
                <a:cubicBezTo>
                  <a:pt x="420469" y="42212"/>
                  <a:pt x="206123" y="8771"/>
                  <a:pt x="585478" y="105254"/>
                </a:cubicBezTo>
                <a:cubicBezTo>
                  <a:pt x="964833" y="201737"/>
                  <a:pt x="3489849" y="630432"/>
                  <a:pt x="4841714" y="539430"/>
                </a:cubicBezTo>
                <a:cubicBezTo>
                  <a:pt x="6193579" y="448428"/>
                  <a:pt x="7896292" y="262040"/>
                  <a:pt x="8736137" y="190774"/>
                </a:cubicBezTo>
                <a:cubicBezTo>
                  <a:pt x="9575982" y="119508"/>
                  <a:pt x="9728382" y="115670"/>
                  <a:pt x="9880782" y="11183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71BF10F5-D403-4D55-98D3-7AC953765E35}"/>
              </a:ext>
            </a:extLst>
          </p:cNvPr>
          <p:cNvSpPr/>
          <p:nvPr/>
        </p:nvSpPr>
        <p:spPr>
          <a:xfrm>
            <a:off x="173493" y="4341137"/>
            <a:ext cx="9867626" cy="757136"/>
          </a:xfrm>
          <a:custGeom>
            <a:avLst/>
            <a:gdLst>
              <a:gd name="connsiteX0" fmla="*/ 0 w 9867626"/>
              <a:gd name="connsiteY0" fmla="*/ 757136 h 757136"/>
              <a:gd name="connsiteX1" fmla="*/ 1591977 w 9867626"/>
              <a:gd name="connsiteY1" fmla="*/ 408480 h 757136"/>
              <a:gd name="connsiteX2" fmla="*/ 4868029 w 9867626"/>
              <a:gd name="connsiteY2" fmla="*/ 618 h 757136"/>
              <a:gd name="connsiteX3" fmla="*/ 7683592 w 9867626"/>
              <a:gd name="connsiteY3" fmla="*/ 309804 h 757136"/>
              <a:gd name="connsiteX4" fmla="*/ 9867626 w 9867626"/>
              <a:gd name="connsiteY4" fmla="*/ 53246 h 7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7626" h="757136">
                <a:moveTo>
                  <a:pt x="0" y="757136"/>
                </a:moveTo>
                <a:cubicBezTo>
                  <a:pt x="390319" y="645851"/>
                  <a:pt x="780639" y="534566"/>
                  <a:pt x="1591977" y="408480"/>
                </a:cubicBezTo>
                <a:cubicBezTo>
                  <a:pt x="2403315" y="282394"/>
                  <a:pt x="3852760" y="17064"/>
                  <a:pt x="4868029" y="618"/>
                </a:cubicBezTo>
                <a:cubicBezTo>
                  <a:pt x="5883298" y="-15828"/>
                  <a:pt x="6850326" y="301033"/>
                  <a:pt x="7683592" y="309804"/>
                </a:cubicBezTo>
                <a:cubicBezTo>
                  <a:pt x="8516858" y="318575"/>
                  <a:pt x="9192242" y="185910"/>
                  <a:pt x="9867626" y="5324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3B43F008-B11F-4048-8104-63C3ED2F791A}"/>
              </a:ext>
            </a:extLst>
          </p:cNvPr>
          <p:cNvSpPr/>
          <p:nvPr/>
        </p:nvSpPr>
        <p:spPr>
          <a:xfrm>
            <a:off x="305062" y="4320406"/>
            <a:ext cx="9722900" cy="1218621"/>
          </a:xfrm>
          <a:custGeom>
            <a:avLst/>
            <a:gdLst>
              <a:gd name="connsiteX0" fmla="*/ 0 w 9722900"/>
              <a:gd name="connsiteY0" fmla="*/ 1218621 h 1218621"/>
              <a:gd name="connsiteX1" fmla="*/ 1157801 w 9722900"/>
              <a:gd name="connsiteY1" fmla="*/ 731818 h 1218621"/>
              <a:gd name="connsiteX2" fmla="*/ 4756195 w 9722900"/>
              <a:gd name="connsiteY2" fmla="*/ 8193 h 1218621"/>
              <a:gd name="connsiteX3" fmla="*/ 7512552 w 9722900"/>
              <a:gd name="connsiteY3" fmla="*/ 323957 h 1218621"/>
              <a:gd name="connsiteX4" fmla="*/ 9722900 w 9722900"/>
              <a:gd name="connsiteY4" fmla="*/ 47663 h 121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22900" h="1218621">
                <a:moveTo>
                  <a:pt x="0" y="1218621"/>
                </a:moveTo>
                <a:cubicBezTo>
                  <a:pt x="182551" y="1076088"/>
                  <a:pt x="365102" y="933556"/>
                  <a:pt x="1157801" y="731818"/>
                </a:cubicBezTo>
                <a:cubicBezTo>
                  <a:pt x="1950500" y="530080"/>
                  <a:pt x="3697070" y="76170"/>
                  <a:pt x="4756195" y="8193"/>
                </a:cubicBezTo>
                <a:cubicBezTo>
                  <a:pt x="5815320" y="-59784"/>
                  <a:pt x="6684768" y="317379"/>
                  <a:pt x="7512552" y="323957"/>
                </a:cubicBezTo>
                <a:cubicBezTo>
                  <a:pt x="8340336" y="330535"/>
                  <a:pt x="9031618" y="189099"/>
                  <a:pt x="9722900" y="4766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4116B19-A4AA-48BA-B2DE-580A4139DD71}"/>
                  </a:ext>
                </a:extLst>
              </p:cNvPr>
              <p:cNvSpPr txBox="1"/>
              <p:nvPr/>
            </p:nvSpPr>
            <p:spPr>
              <a:xfrm>
                <a:off x="1079934" y="1686252"/>
                <a:ext cx="9011454" cy="439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For these processes, we can properly write a law of evolution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4116B19-A4AA-48BA-B2DE-580A4139D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34" y="1686252"/>
                <a:ext cx="9011454" cy="439736"/>
              </a:xfrm>
              <a:prstGeom prst="rect">
                <a:avLst/>
              </a:prstGeom>
              <a:blipFill>
                <a:blip r:embed="rId4"/>
                <a:stretch>
                  <a:fillRect l="-677" t="-2778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5529BB48-55CD-474A-8D92-39E8AF2B1729}"/>
              </a:ext>
            </a:extLst>
          </p:cNvPr>
          <p:cNvSpPr txBox="1"/>
          <p:nvPr/>
        </p:nvSpPr>
        <p:spPr>
          <a:xfrm>
            <a:off x="395183" y="328320"/>
            <a:ext cx="937051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 process is deterministic if knowing the state at a time</a:t>
            </a:r>
            <a:br>
              <a:rPr lang="en-US" sz="3200" dirty="0"/>
            </a:br>
            <a:r>
              <a:rPr lang="en-US" sz="3200" dirty="0"/>
              <a:t>allows us to predict the state at a future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A5D58D2-42C0-4CA1-1E80-49F02E804E79}"/>
                  </a:ext>
                </a:extLst>
              </p:cNvPr>
              <p:cNvSpPr txBox="1"/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A5D58D2-42C0-4CA1-1E80-49F02E804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07D82C-EDA1-D636-1727-8A015B2F19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936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14F31FE-0AB2-4E59-B3A3-4EBB34AF7A33}"/>
              </a:ext>
            </a:extLst>
          </p:cNvPr>
          <p:cNvGrpSpPr/>
          <p:nvPr/>
        </p:nvGrpSpPr>
        <p:grpSpPr>
          <a:xfrm>
            <a:off x="279056" y="2657669"/>
            <a:ext cx="2127380" cy="3079102"/>
            <a:chOff x="1564432" y="2657669"/>
            <a:chExt cx="2127380" cy="307910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002B062-2121-48A4-8AF3-53D3221B6BB0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3DD234C-D8CC-4DE9-80F8-8531017B6780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807EBEB-7506-46A6-B2CF-4B34510BE93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7D8B6C9-60EE-4A63-9A65-68B477BABF80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12F012A-C25A-4758-BE8F-679E11714043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7464F50-863B-4A13-BB5E-5D43E4FF5A2F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ED6A104-963C-4037-B42C-824E3C0F59F2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2E23D35-4A4E-4181-AE0A-7B26488F4DC8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BFEFAC-8C9A-4035-BCA3-07CCAA7396BF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0DBE89-37C6-4F18-8982-B2F20C1DA4FC}"/>
              </a:ext>
            </a:extLst>
          </p:cNvPr>
          <p:cNvGrpSpPr/>
          <p:nvPr/>
        </p:nvGrpSpPr>
        <p:grpSpPr>
          <a:xfrm>
            <a:off x="3830913" y="2657669"/>
            <a:ext cx="2127380" cy="3079102"/>
            <a:chOff x="1564432" y="2657669"/>
            <a:chExt cx="2127380" cy="30791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D37F9F3-43CD-4C93-B60A-73C2E29A2538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7A83A5E-8CA0-4142-A5A5-1B943DA4D757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35DABEC-9E48-4829-B632-DC763DECEEDB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49669D2-5806-42E8-80CA-995F1D655DBE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897362-A20D-4F77-AB88-8FAA9E03E0F0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484266-A32E-4E1A-97B3-347FE677236C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88C7B8B-3E61-41B5-8FB7-532C7D555A15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891DF9-5F3C-4D10-9B63-EA1D151F7BAE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71F8F01-8140-431F-ABC5-B29FD6C90896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55D46B-BF6D-4B81-90E3-4A5097A227A5}"/>
              </a:ext>
            </a:extLst>
          </p:cNvPr>
          <p:cNvGrpSpPr/>
          <p:nvPr/>
        </p:nvGrpSpPr>
        <p:grpSpPr>
          <a:xfrm>
            <a:off x="7382770" y="2657669"/>
            <a:ext cx="2127380" cy="3079102"/>
            <a:chOff x="1564432" y="2657669"/>
            <a:chExt cx="2127380" cy="307910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B66B345-8E90-4369-AEFE-CC2C9B199823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3DD01E2-B6B7-433D-992C-111DABF3C411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2429EFE-73FE-4FBA-BFD5-8C3A5A6F408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166C752-3AB8-45AF-B05D-3306D761ED2F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2BF787-19E7-4F21-BBCB-FE875426920B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ADFE790-1A46-4687-9E45-57EDF18E2AF0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81072AD-0C19-40B2-8415-61E0FC73302D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6E4CDA3-7819-4B73-922E-E0A4DA83179A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ACC90AC-893D-42CB-B680-732B3C6FE99A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/>
              <p:nvPr/>
            </p:nvSpPr>
            <p:spPr>
              <a:xfrm>
                <a:off x="5459104" y="5756394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104" y="5756394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/>
              <p:nvPr/>
            </p:nvSpPr>
            <p:spPr>
              <a:xfrm>
                <a:off x="1907247" y="5756394"/>
                <a:ext cx="845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247" y="5756394"/>
                <a:ext cx="8451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64350516-2107-4421-A40C-D1BC5F73F623}"/>
              </a:ext>
            </a:extLst>
          </p:cNvPr>
          <p:cNvSpPr/>
          <p:nvPr/>
        </p:nvSpPr>
        <p:spPr>
          <a:xfrm>
            <a:off x="-405409" y="3111591"/>
            <a:ext cx="10282067" cy="955433"/>
          </a:xfrm>
          <a:custGeom>
            <a:avLst/>
            <a:gdLst>
              <a:gd name="connsiteX0" fmla="*/ 0 w 10282067"/>
              <a:gd name="connsiteY0" fmla="*/ 0 h 955433"/>
              <a:gd name="connsiteX1" fmla="*/ 1828800 w 10282067"/>
              <a:gd name="connsiteY1" fmla="*/ 85520 h 955433"/>
              <a:gd name="connsiteX2" fmla="*/ 5374567 w 10282067"/>
              <a:gd name="connsiteY2" fmla="*/ 85520 h 955433"/>
              <a:gd name="connsiteX3" fmla="*/ 8348012 w 10282067"/>
              <a:gd name="connsiteY3" fmla="*/ 894665 h 955433"/>
              <a:gd name="connsiteX4" fmla="*/ 10282067 w 10282067"/>
              <a:gd name="connsiteY4" fmla="*/ 835459 h 9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82067" h="955433">
                <a:moveTo>
                  <a:pt x="0" y="0"/>
                </a:moveTo>
                <a:cubicBezTo>
                  <a:pt x="466519" y="35633"/>
                  <a:pt x="933039" y="71267"/>
                  <a:pt x="1828800" y="85520"/>
                </a:cubicBezTo>
                <a:cubicBezTo>
                  <a:pt x="2724561" y="99773"/>
                  <a:pt x="4288032" y="-49337"/>
                  <a:pt x="5374567" y="85520"/>
                </a:cubicBezTo>
                <a:cubicBezTo>
                  <a:pt x="6461102" y="220377"/>
                  <a:pt x="7530095" y="769675"/>
                  <a:pt x="8348012" y="894665"/>
                </a:cubicBezTo>
                <a:cubicBezTo>
                  <a:pt x="9165929" y="1019655"/>
                  <a:pt x="9723998" y="927557"/>
                  <a:pt x="10282067" y="83545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9D4F2BBA-7D44-4341-AA68-239CBB2F1C9D}"/>
              </a:ext>
            </a:extLst>
          </p:cNvPr>
          <p:cNvSpPr/>
          <p:nvPr/>
        </p:nvSpPr>
        <p:spPr>
          <a:xfrm>
            <a:off x="-168585" y="3185134"/>
            <a:ext cx="10051821" cy="871158"/>
          </a:xfrm>
          <a:custGeom>
            <a:avLst/>
            <a:gdLst>
              <a:gd name="connsiteX0" fmla="*/ 0 w 10051821"/>
              <a:gd name="connsiteY0" fmla="*/ 97496 h 871158"/>
              <a:gd name="connsiteX1" fmla="*/ 2026152 w 10051821"/>
              <a:gd name="connsiteY1" fmla="*/ 321162 h 871158"/>
              <a:gd name="connsiteX2" fmla="*/ 5137743 w 10051821"/>
              <a:gd name="connsiteY2" fmla="*/ 11977 h 871158"/>
              <a:gd name="connsiteX3" fmla="*/ 8117766 w 10051821"/>
              <a:gd name="connsiteY3" fmla="*/ 821122 h 871158"/>
              <a:gd name="connsiteX4" fmla="*/ 10051821 w 10051821"/>
              <a:gd name="connsiteY4" fmla="*/ 715867 h 871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1821" h="871158">
                <a:moveTo>
                  <a:pt x="0" y="97496"/>
                </a:moveTo>
                <a:cubicBezTo>
                  <a:pt x="584931" y="216455"/>
                  <a:pt x="1169862" y="335415"/>
                  <a:pt x="2026152" y="321162"/>
                </a:cubicBezTo>
                <a:cubicBezTo>
                  <a:pt x="2882442" y="306909"/>
                  <a:pt x="4122474" y="-71350"/>
                  <a:pt x="5137743" y="11977"/>
                </a:cubicBezTo>
                <a:cubicBezTo>
                  <a:pt x="6153012" y="95304"/>
                  <a:pt x="7298753" y="703807"/>
                  <a:pt x="8117766" y="821122"/>
                </a:cubicBezTo>
                <a:cubicBezTo>
                  <a:pt x="8936779" y="938437"/>
                  <a:pt x="9494300" y="827152"/>
                  <a:pt x="10051821" y="71586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5F17942F-0DFF-4BBE-B34C-C8A1D946753F}"/>
              </a:ext>
            </a:extLst>
          </p:cNvPr>
          <p:cNvSpPr/>
          <p:nvPr/>
        </p:nvSpPr>
        <p:spPr>
          <a:xfrm>
            <a:off x="22189" y="2953709"/>
            <a:ext cx="9847890" cy="618372"/>
          </a:xfrm>
          <a:custGeom>
            <a:avLst/>
            <a:gdLst>
              <a:gd name="connsiteX0" fmla="*/ 0 w 9847890"/>
              <a:gd name="connsiteY0" fmla="*/ 605215 h 618372"/>
              <a:gd name="connsiteX1" fmla="*/ 1039390 w 9847890"/>
              <a:gd name="connsiteY1" fmla="*/ 618372 h 618372"/>
              <a:gd name="connsiteX2" fmla="*/ 5407459 w 9847890"/>
              <a:gd name="connsiteY2" fmla="*/ 565744 h 618372"/>
              <a:gd name="connsiteX3" fmla="*/ 8486158 w 9847890"/>
              <a:gd name="connsiteY3" fmla="*/ 230245 h 618372"/>
              <a:gd name="connsiteX4" fmla="*/ 9847890 w 9847890"/>
              <a:gd name="connsiteY4" fmla="*/ 0 h 618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47890" h="618372">
                <a:moveTo>
                  <a:pt x="0" y="605215"/>
                </a:moveTo>
                <a:lnTo>
                  <a:pt x="1039390" y="618372"/>
                </a:lnTo>
                <a:lnTo>
                  <a:pt x="5407459" y="565744"/>
                </a:lnTo>
                <a:cubicBezTo>
                  <a:pt x="6648587" y="501056"/>
                  <a:pt x="7746086" y="324536"/>
                  <a:pt x="8486158" y="230245"/>
                </a:cubicBezTo>
                <a:cubicBezTo>
                  <a:pt x="9226230" y="135954"/>
                  <a:pt x="9537060" y="67977"/>
                  <a:pt x="984789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8266048-7B75-4719-94F2-1B0BF85FE015}"/>
              </a:ext>
            </a:extLst>
          </p:cNvPr>
          <p:cNvSpPr/>
          <p:nvPr/>
        </p:nvSpPr>
        <p:spPr>
          <a:xfrm>
            <a:off x="2453" y="3546859"/>
            <a:ext cx="10078136" cy="643593"/>
          </a:xfrm>
          <a:custGeom>
            <a:avLst/>
            <a:gdLst>
              <a:gd name="connsiteX0" fmla="*/ 0 w 10078136"/>
              <a:gd name="connsiteY0" fmla="*/ 643593 h 643593"/>
              <a:gd name="connsiteX1" fmla="*/ 881508 w 10078136"/>
              <a:gd name="connsiteY1" fmla="*/ 459397 h 643593"/>
              <a:gd name="connsiteX2" fmla="*/ 4657520 w 10078136"/>
              <a:gd name="connsiteY2" fmla="*/ 44957 h 643593"/>
              <a:gd name="connsiteX3" fmla="*/ 8176973 w 10078136"/>
              <a:gd name="connsiteY3" fmla="*/ 25222 h 643593"/>
              <a:gd name="connsiteX4" fmla="*/ 10078136 w 10078136"/>
              <a:gd name="connsiteY4" fmla="*/ 169947 h 643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78136" h="643593">
                <a:moveTo>
                  <a:pt x="0" y="643593"/>
                </a:moveTo>
                <a:cubicBezTo>
                  <a:pt x="52627" y="601381"/>
                  <a:pt x="105255" y="559170"/>
                  <a:pt x="881508" y="459397"/>
                </a:cubicBezTo>
                <a:cubicBezTo>
                  <a:pt x="1657761" y="359624"/>
                  <a:pt x="3441609" y="117319"/>
                  <a:pt x="4657520" y="44957"/>
                </a:cubicBezTo>
                <a:cubicBezTo>
                  <a:pt x="5873431" y="-27405"/>
                  <a:pt x="7273537" y="4390"/>
                  <a:pt x="8176973" y="25222"/>
                </a:cubicBezTo>
                <a:cubicBezTo>
                  <a:pt x="9080409" y="46054"/>
                  <a:pt x="9579272" y="108000"/>
                  <a:pt x="10078136" y="16994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52AF80B0-669C-46D8-96A1-B03C815A475F}"/>
              </a:ext>
            </a:extLst>
          </p:cNvPr>
          <p:cNvSpPr/>
          <p:nvPr/>
        </p:nvSpPr>
        <p:spPr>
          <a:xfrm>
            <a:off x="15610" y="3910322"/>
            <a:ext cx="9834734" cy="478008"/>
          </a:xfrm>
          <a:custGeom>
            <a:avLst/>
            <a:gdLst>
              <a:gd name="connsiteX0" fmla="*/ 0 w 9834734"/>
              <a:gd name="connsiteY0" fmla="*/ 467067 h 467593"/>
              <a:gd name="connsiteX1" fmla="*/ 1506458 w 9834734"/>
              <a:gd name="connsiteY1" fmla="*/ 407862 h 467593"/>
              <a:gd name="connsiteX2" fmla="*/ 4368069 w 9834734"/>
              <a:gd name="connsiteY2" fmla="*/ 92098 h 467593"/>
              <a:gd name="connsiteX3" fmla="*/ 7907258 w 9834734"/>
              <a:gd name="connsiteY3" fmla="*/ 72362 h 467593"/>
              <a:gd name="connsiteX4" fmla="*/ 9834734 w 9834734"/>
              <a:gd name="connsiteY4" fmla="*/ 0 h 467593"/>
              <a:gd name="connsiteX0" fmla="*/ 0 w 9834734"/>
              <a:gd name="connsiteY0" fmla="*/ 467067 h 467593"/>
              <a:gd name="connsiteX1" fmla="*/ 1506458 w 9834734"/>
              <a:gd name="connsiteY1" fmla="*/ 407862 h 467593"/>
              <a:gd name="connsiteX2" fmla="*/ 4368069 w 9834734"/>
              <a:gd name="connsiteY2" fmla="*/ 92098 h 467593"/>
              <a:gd name="connsiteX3" fmla="*/ 7907258 w 9834734"/>
              <a:gd name="connsiteY3" fmla="*/ 72362 h 467593"/>
              <a:gd name="connsiteX4" fmla="*/ 9834734 w 9834734"/>
              <a:gd name="connsiteY4" fmla="*/ 0 h 467593"/>
              <a:gd name="connsiteX0" fmla="*/ 0 w 9834734"/>
              <a:gd name="connsiteY0" fmla="*/ 477482 h 478008"/>
              <a:gd name="connsiteX1" fmla="*/ 1506458 w 9834734"/>
              <a:gd name="connsiteY1" fmla="*/ 418277 h 478008"/>
              <a:gd name="connsiteX2" fmla="*/ 4368069 w 9834734"/>
              <a:gd name="connsiteY2" fmla="*/ 102513 h 478008"/>
              <a:gd name="connsiteX3" fmla="*/ 7907258 w 9834734"/>
              <a:gd name="connsiteY3" fmla="*/ 82777 h 478008"/>
              <a:gd name="connsiteX4" fmla="*/ 9834734 w 9834734"/>
              <a:gd name="connsiteY4" fmla="*/ 10415 h 478008"/>
              <a:gd name="connsiteX0" fmla="*/ 0 w 9834734"/>
              <a:gd name="connsiteY0" fmla="*/ 477482 h 478008"/>
              <a:gd name="connsiteX1" fmla="*/ 1506458 w 9834734"/>
              <a:gd name="connsiteY1" fmla="*/ 418277 h 478008"/>
              <a:gd name="connsiteX2" fmla="*/ 4368069 w 9834734"/>
              <a:gd name="connsiteY2" fmla="*/ 102513 h 478008"/>
              <a:gd name="connsiteX3" fmla="*/ 7907258 w 9834734"/>
              <a:gd name="connsiteY3" fmla="*/ 82777 h 478008"/>
              <a:gd name="connsiteX4" fmla="*/ 9834734 w 9834734"/>
              <a:gd name="connsiteY4" fmla="*/ 10415 h 47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34734" h="478008">
                <a:moveTo>
                  <a:pt x="0" y="477482"/>
                </a:moveTo>
                <a:cubicBezTo>
                  <a:pt x="389223" y="479127"/>
                  <a:pt x="778447" y="480772"/>
                  <a:pt x="1506458" y="418277"/>
                </a:cubicBezTo>
                <a:cubicBezTo>
                  <a:pt x="2234469" y="355782"/>
                  <a:pt x="3301269" y="158430"/>
                  <a:pt x="4368069" y="102513"/>
                </a:cubicBezTo>
                <a:cubicBezTo>
                  <a:pt x="5434869" y="46596"/>
                  <a:pt x="7048774" y="-86069"/>
                  <a:pt x="7907258" y="82777"/>
                </a:cubicBezTo>
                <a:cubicBezTo>
                  <a:pt x="8765742" y="251623"/>
                  <a:pt x="9339708" y="117862"/>
                  <a:pt x="9834734" y="1041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55738E8E-2E9D-4CFA-A47E-8E2F96626C00}"/>
              </a:ext>
            </a:extLst>
          </p:cNvPr>
          <p:cNvSpPr/>
          <p:nvPr/>
        </p:nvSpPr>
        <p:spPr>
          <a:xfrm>
            <a:off x="127445" y="4532529"/>
            <a:ext cx="9880782" cy="552025"/>
          </a:xfrm>
          <a:custGeom>
            <a:avLst/>
            <a:gdLst>
              <a:gd name="connsiteX0" fmla="*/ 26096 w 10045025"/>
              <a:gd name="connsiteY0" fmla="*/ 273005 h 437970"/>
              <a:gd name="connsiteX1" fmla="*/ 749721 w 10045025"/>
              <a:gd name="connsiteY1" fmla="*/ 3290 h 437970"/>
              <a:gd name="connsiteX2" fmla="*/ 5005957 w 10045025"/>
              <a:gd name="connsiteY2" fmla="*/ 437466 h 437970"/>
              <a:gd name="connsiteX3" fmla="*/ 8900380 w 10045025"/>
              <a:gd name="connsiteY3" fmla="*/ 88810 h 437970"/>
              <a:gd name="connsiteX4" fmla="*/ 10045025 w 10045025"/>
              <a:gd name="connsiteY4" fmla="*/ 9869 h 437970"/>
              <a:gd name="connsiteX0" fmla="*/ 23697 w 10062361"/>
              <a:gd name="connsiteY0" fmla="*/ 103023 h 491654"/>
              <a:gd name="connsiteX1" fmla="*/ 767057 w 10062361"/>
              <a:gd name="connsiteY1" fmla="*/ 56974 h 491654"/>
              <a:gd name="connsiteX2" fmla="*/ 5023293 w 10062361"/>
              <a:gd name="connsiteY2" fmla="*/ 491150 h 491654"/>
              <a:gd name="connsiteX3" fmla="*/ 8917716 w 10062361"/>
              <a:gd name="connsiteY3" fmla="*/ 142494 h 491654"/>
              <a:gd name="connsiteX4" fmla="*/ 10062361 w 10062361"/>
              <a:gd name="connsiteY4" fmla="*/ 63553 h 491654"/>
              <a:gd name="connsiteX0" fmla="*/ 0 w 10038664"/>
              <a:gd name="connsiteY0" fmla="*/ 66795 h 455426"/>
              <a:gd name="connsiteX1" fmla="*/ 743360 w 10038664"/>
              <a:gd name="connsiteY1" fmla="*/ 20746 h 455426"/>
              <a:gd name="connsiteX2" fmla="*/ 4999596 w 10038664"/>
              <a:gd name="connsiteY2" fmla="*/ 454922 h 455426"/>
              <a:gd name="connsiteX3" fmla="*/ 8894019 w 10038664"/>
              <a:gd name="connsiteY3" fmla="*/ 106266 h 455426"/>
              <a:gd name="connsiteX4" fmla="*/ 10038664 w 10038664"/>
              <a:gd name="connsiteY4" fmla="*/ 27325 h 455426"/>
              <a:gd name="connsiteX0" fmla="*/ 0 w 10038664"/>
              <a:gd name="connsiteY0" fmla="*/ 95976 h 484607"/>
              <a:gd name="connsiteX1" fmla="*/ 743360 w 10038664"/>
              <a:gd name="connsiteY1" fmla="*/ 49927 h 484607"/>
              <a:gd name="connsiteX2" fmla="*/ 4999596 w 10038664"/>
              <a:gd name="connsiteY2" fmla="*/ 484103 h 484607"/>
              <a:gd name="connsiteX3" fmla="*/ 8894019 w 10038664"/>
              <a:gd name="connsiteY3" fmla="*/ 135447 h 484607"/>
              <a:gd name="connsiteX4" fmla="*/ 10038664 w 10038664"/>
              <a:gd name="connsiteY4" fmla="*/ 56506 h 484607"/>
              <a:gd name="connsiteX0" fmla="*/ 0 w 10038664"/>
              <a:gd name="connsiteY0" fmla="*/ 95976 h 484607"/>
              <a:gd name="connsiteX1" fmla="*/ 743360 w 10038664"/>
              <a:gd name="connsiteY1" fmla="*/ 49927 h 484607"/>
              <a:gd name="connsiteX2" fmla="*/ 4999596 w 10038664"/>
              <a:gd name="connsiteY2" fmla="*/ 484103 h 484607"/>
              <a:gd name="connsiteX3" fmla="*/ 8894019 w 10038664"/>
              <a:gd name="connsiteY3" fmla="*/ 135447 h 484607"/>
              <a:gd name="connsiteX4" fmla="*/ 10038664 w 10038664"/>
              <a:gd name="connsiteY4" fmla="*/ 56506 h 484607"/>
              <a:gd name="connsiteX0" fmla="*/ 0 w 10038664"/>
              <a:gd name="connsiteY0" fmla="*/ 70497 h 524912"/>
              <a:gd name="connsiteX1" fmla="*/ 743360 w 10038664"/>
              <a:gd name="connsiteY1" fmla="*/ 90232 h 524912"/>
              <a:gd name="connsiteX2" fmla="*/ 4999596 w 10038664"/>
              <a:gd name="connsiteY2" fmla="*/ 524408 h 524912"/>
              <a:gd name="connsiteX3" fmla="*/ 8894019 w 10038664"/>
              <a:gd name="connsiteY3" fmla="*/ 175752 h 524912"/>
              <a:gd name="connsiteX4" fmla="*/ 10038664 w 10038664"/>
              <a:gd name="connsiteY4" fmla="*/ 96811 h 524912"/>
              <a:gd name="connsiteX0" fmla="*/ 0 w 10038664"/>
              <a:gd name="connsiteY0" fmla="*/ 21034 h 475449"/>
              <a:gd name="connsiteX1" fmla="*/ 743360 w 10038664"/>
              <a:gd name="connsiteY1" fmla="*/ 40769 h 475449"/>
              <a:gd name="connsiteX2" fmla="*/ 4999596 w 10038664"/>
              <a:gd name="connsiteY2" fmla="*/ 474945 h 475449"/>
              <a:gd name="connsiteX3" fmla="*/ 8894019 w 10038664"/>
              <a:gd name="connsiteY3" fmla="*/ 126289 h 475449"/>
              <a:gd name="connsiteX4" fmla="*/ 10038664 w 10038664"/>
              <a:gd name="connsiteY4" fmla="*/ 47348 h 475449"/>
              <a:gd name="connsiteX0" fmla="*/ 0 w 10038664"/>
              <a:gd name="connsiteY0" fmla="*/ 21034 h 487049"/>
              <a:gd name="connsiteX1" fmla="*/ 743360 w 10038664"/>
              <a:gd name="connsiteY1" fmla="*/ 40769 h 487049"/>
              <a:gd name="connsiteX2" fmla="*/ 4999596 w 10038664"/>
              <a:gd name="connsiteY2" fmla="*/ 474945 h 487049"/>
              <a:gd name="connsiteX3" fmla="*/ 8894019 w 10038664"/>
              <a:gd name="connsiteY3" fmla="*/ 126289 h 487049"/>
              <a:gd name="connsiteX4" fmla="*/ 10038664 w 10038664"/>
              <a:gd name="connsiteY4" fmla="*/ 47348 h 487049"/>
              <a:gd name="connsiteX0" fmla="*/ 0 w 10038664"/>
              <a:gd name="connsiteY0" fmla="*/ 49677 h 517382"/>
              <a:gd name="connsiteX1" fmla="*/ 743360 w 10038664"/>
              <a:gd name="connsiteY1" fmla="*/ 69412 h 517382"/>
              <a:gd name="connsiteX2" fmla="*/ 4999596 w 10038664"/>
              <a:gd name="connsiteY2" fmla="*/ 503588 h 517382"/>
              <a:gd name="connsiteX3" fmla="*/ 8894019 w 10038664"/>
              <a:gd name="connsiteY3" fmla="*/ 154932 h 517382"/>
              <a:gd name="connsiteX4" fmla="*/ 10038664 w 10038664"/>
              <a:gd name="connsiteY4" fmla="*/ 75991 h 517382"/>
              <a:gd name="connsiteX0" fmla="*/ 0 w 10038664"/>
              <a:gd name="connsiteY0" fmla="*/ 61047 h 528752"/>
              <a:gd name="connsiteX1" fmla="*/ 743360 w 10038664"/>
              <a:gd name="connsiteY1" fmla="*/ 80782 h 528752"/>
              <a:gd name="connsiteX2" fmla="*/ 4999596 w 10038664"/>
              <a:gd name="connsiteY2" fmla="*/ 514958 h 528752"/>
              <a:gd name="connsiteX3" fmla="*/ 8894019 w 10038664"/>
              <a:gd name="connsiteY3" fmla="*/ 166302 h 528752"/>
              <a:gd name="connsiteX4" fmla="*/ 10038664 w 10038664"/>
              <a:gd name="connsiteY4" fmla="*/ 87361 h 528752"/>
              <a:gd name="connsiteX0" fmla="*/ 0 w 9880782"/>
              <a:gd name="connsiteY0" fmla="*/ 14561 h 566427"/>
              <a:gd name="connsiteX1" fmla="*/ 585478 w 9880782"/>
              <a:gd name="connsiteY1" fmla="*/ 119815 h 566427"/>
              <a:gd name="connsiteX2" fmla="*/ 4841714 w 9880782"/>
              <a:gd name="connsiteY2" fmla="*/ 553991 h 566427"/>
              <a:gd name="connsiteX3" fmla="*/ 8736137 w 9880782"/>
              <a:gd name="connsiteY3" fmla="*/ 205335 h 566427"/>
              <a:gd name="connsiteX4" fmla="*/ 9880782 w 9880782"/>
              <a:gd name="connsiteY4" fmla="*/ 126394 h 566427"/>
              <a:gd name="connsiteX0" fmla="*/ 0 w 9880782"/>
              <a:gd name="connsiteY0" fmla="*/ 0 h 551866"/>
              <a:gd name="connsiteX1" fmla="*/ 585478 w 9880782"/>
              <a:gd name="connsiteY1" fmla="*/ 105254 h 551866"/>
              <a:gd name="connsiteX2" fmla="*/ 4841714 w 9880782"/>
              <a:gd name="connsiteY2" fmla="*/ 539430 h 551866"/>
              <a:gd name="connsiteX3" fmla="*/ 8736137 w 9880782"/>
              <a:gd name="connsiteY3" fmla="*/ 190774 h 551866"/>
              <a:gd name="connsiteX4" fmla="*/ 9880782 w 9880782"/>
              <a:gd name="connsiteY4" fmla="*/ 111833 h 551866"/>
              <a:gd name="connsiteX0" fmla="*/ 0 w 9880782"/>
              <a:gd name="connsiteY0" fmla="*/ 0 h 551866"/>
              <a:gd name="connsiteX1" fmla="*/ 585478 w 9880782"/>
              <a:gd name="connsiteY1" fmla="*/ 105254 h 551866"/>
              <a:gd name="connsiteX2" fmla="*/ 4841714 w 9880782"/>
              <a:gd name="connsiteY2" fmla="*/ 539430 h 551866"/>
              <a:gd name="connsiteX3" fmla="*/ 8736137 w 9880782"/>
              <a:gd name="connsiteY3" fmla="*/ 190774 h 551866"/>
              <a:gd name="connsiteX4" fmla="*/ 9880782 w 9880782"/>
              <a:gd name="connsiteY4" fmla="*/ 111833 h 551866"/>
              <a:gd name="connsiteX0" fmla="*/ 0 w 9880782"/>
              <a:gd name="connsiteY0" fmla="*/ 0 h 552025"/>
              <a:gd name="connsiteX1" fmla="*/ 585478 w 9880782"/>
              <a:gd name="connsiteY1" fmla="*/ 105254 h 552025"/>
              <a:gd name="connsiteX2" fmla="*/ 4841714 w 9880782"/>
              <a:gd name="connsiteY2" fmla="*/ 539430 h 552025"/>
              <a:gd name="connsiteX3" fmla="*/ 8736137 w 9880782"/>
              <a:gd name="connsiteY3" fmla="*/ 190774 h 552025"/>
              <a:gd name="connsiteX4" fmla="*/ 9880782 w 9880782"/>
              <a:gd name="connsiteY4" fmla="*/ 111833 h 552025"/>
              <a:gd name="connsiteX0" fmla="*/ 0 w 9880782"/>
              <a:gd name="connsiteY0" fmla="*/ 0 h 552025"/>
              <a:gd name="connsiteX1" fmla="*/ 585478 w 9880782"/>
              <a:gd name="connsiteY1" fmla="*/ 105254 h 552025"/>
              <a:gd name="connsiteX2" fmla="*/ 4841714 w 9880782"/>
              <a:gd name="connsiteY2" fmla="*/ 539430 h 552025"/>
              <a:gd name="connsiteX3" fmla="*/ 8736137 w 9880782"/>
              <a:gd name="connsiteY3" fmla="*/ 190774 h 552025"/>
              <a:gd name="connsiteX4" fmla="*/ 9880782 w 9880782"/>
              <a:gd name="connsiteY4" fmla="*/ 111833 h 552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782" h="552025">
                <a:moveTo>
                  <a:pt x="0" y="0"/>
                </a:moveTo>
                <a:cubicBezTo>
                  <a:pt x="420469" y="42212"/>
                  <a:pt x="206123" y="8771"/>
                  <a:pt x="585478" y="105254"/>
                </a:cubicBezTo>
                <a:cubicBezTo>
                  <a:pt x="964833" y="201737"/>
                  <a:pt x="3489849" y="630432"/>
                  <a:pt x="4841714" y="539430"/>
                </a:cubicBezTo>
                <a:cubicBezTo>
                  <a:pt x="6193579" y="448428"/>
                  <a:pt x="7896292" y="262040"/>
                  <a:pt x="8736137" y="190774"/>
                </a:cubicBezTo>
                <a:cubicBezTo>
                  <a:pt x="9575982" y="119508"/>
                  <a:pt x="9728382" y="115670"/>
                  <a:pt x="9880782" y="11183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71BF10F5-D403-4D55-98D3-7AC953765E35}"/>
              </a:ext>
            </a:extLst>
          </p:cNvPr>
          <p:cNvSpPr/>
          <p:nvPr/>
        </p:nvSpPr>
        <p:spPr>
          <a:xfrm>
            <a:off x="173492" y="4341137"/>
            <a:ext cx="9867626" cy="757136"/>
          </a:xfrm>
          <a:custGeom>
            <a:avLst/>
            <a:gdLst>
              <a:gd name="connsiteX0" fmla="*/ 0 w 9867626"/>
              <a:gd name="connsiteY0" fmla="*/ 757136 h 757136"/>
              <a:gd name="connsiteX1" fmla="*/ 1591977 w 9867626"/>
              <a:gd name="connsiteY1" fmla="*/ 408480 h 757136"/>
              <a:gd name="connsiteX2" fmla="*/ 4868029 w 9867626"/>
              <a:gd name="connsiteY2" fmla="*/ 618 h 757136"/>
              <a:gd name="connsiteX3" fmla="*/ 7683592 w 9867626"/>
              <a:gd name="connsiteY3" fmla="*/ 309804 h 757136"/>
              <a:gd name="connsiteX4" fmla="*/ 9867626 w 9867626"/>
              <a:gd name="connsiteY4" fmla="*/ 53246 h 7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7626" h="757136">
                <a:moveTo>
                  <a:pt x="0" y="757136"/>
                </a:moveTo>
                <a:cubicBezTo>
                  <a:pt x="390319" y="645851"/>
                  <a:pt x="780639" y="534566"/>
                  <a:pt x="1591977" y="408480"/>
                </a:cubicBezTo>
                <a:cubicBezTo>
                  <a:pt x="2403315" y="282394"/>
                  <a:pt x="3852760" y="17064"/>
                  <a:pt x="4868029" y="618"/>
                </a:cubicBezTo>
                <a:cubicBezTo>
                  <a:pt x="5883298" y="-15828"/>
                  <a:pt x="6850326" y="301033"/>
                  <a:pt x="7683592" y="309804"/>
                </a:cubicBezTo>
                <a:cubicBezTo>
                  <a:pt x="8516858" y="318575"/>
                  <a:pt x="9192242" y="185910"/>
                  <a:pt x="9867626" y="5324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3B43F008-B11F-4048-8104-63C3ED2F791A}"/>
              </a:ext>
            </a:extLst>
          </p:cNvPr>
          <p:cNvSpPr/>
          <p:nvPr/>
        </p:nvSpPr>
        <p:spPr>
          <a:xfrm>
            <a:off x="305061" y="4320406"/>
            <a:ext cx="9722900" cy="1218621"/>
          </a:xfrm>
          <a:custGeom>
            <a:avLst/>
            <a:gdLst>
              <a:gd name="connsiteX0" fmla="*/ 0 w 9722900"/>
              <a:gd name="connsiteY0" fmla="*/ 1218621 h 1218621"/>
              <a:gd name="connsiteX1" fmla="*/ 1157801 w 9722900"/>
              <a:gd name="connsiteY1" fmla="*/ 731818 h 1218621"/>
              <a:gd name="connsiteX2" fmla="*/ 4756195 w 9722900"/>
              <a:gd name="connsiteY2" fmla="*/ 8193 h 1218621"/>
              <a:gd name="connsiteX3" fmla="*/ 7512552 w 9722900"/>
              <a:gd name="connsiteY3" fmla="*/ 323957 h 1218621"/>
              <a:gd name="connsiteX4" fmla="*/ 9722900 w 9722900"/>
              <a:gd name="connsiteY4" fmla="*/ 47663 h 121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22900" h="1218621">
                <a:moveTo>
                  <a:pt x="0" y="1218621"/>
                </a:moveTo>
                <a:cubicBezTo>
                  <a:pt x="182551" y="1076088"/>
                  <a:pt x="365102" y="933556"/>
                  <a:pt x="1157801" y="731818"/>
                </a:cubicBezTo>
                <a:cubicBezTo>
                  <a:pt x="1950500" y="530080"/>
                  <a:pt x="3697070" y="76170"/>
                  <a:pt x="4756195" y="8193"/>
                </a:cubicBezTo>
                <a:cubicBezTo>
                  <a:pt x="5815320" y="-59784"/>
                  <a:pt x="6684768" y="317379"/>
                  <a:pt x="7512552" y="323957"/>
                </a:cubicBezTo>
                <a:cubicBezTo>
                  <a:pt x="8340336" y="330535"/>
                  <a:pt x="9031618" y="189099"/>
                  <a:pt x="9722900" y="4766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1EE90A0-0CCE-4E09-ACE4-580FFAE37CF7}"/>
              </a:ext>
            </a:extLst>
          </p:cNvPr>
          <p:cNvSpPr/>
          <p:nvPr/>
        </p:nvSpPr>
        <p:spPr>
          <a:xfrm>
            <a:off x="4844169" y="3064345"/>
            <a:ext cx="256558" cy="256558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23B6F7F-C8B8-4229-B51E-113840EF532C}"/>
              </a:ext>
            </a:extLst>
          </p:cNvPr>
          <p:cNvSpPr/>
          <p:nvPr/>
        </p:nvSpPr>
        <p:spPr>
          <a:xfrm>
            <a:off x="7814325" y="3881570"/>
            <a:ext cx="256558" cy="256558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D7B209F-0AB3-4555-AF36-2405BB4EEE82}"/>
              </a:ext>
            </a:extLst>
          </p:cNvPr>
          <p:cNvSpPr/>
          <p:nvPr/>
        </p:nvSpPr>
        <p:spPr>
          <a:xfrm>
            <a:off x="1290664" y="3080339"/>
            <a:ext cx="256558" cy="256558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7859E1-2556-465E-B1A6-1B727CA12EBB}"/>
                  </a:ext>
                </a:extLst>
              </p:cNvPr>
              <p:cNvSpPr txBox="1"/>
              <p:nvPr/>
            </p:nvSpPr>
            <p:spPr>
              <a:xfrm>
                <a:off x="1019440" y="2778860"/>
                <a:ext cx="7305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7859E1-2556-465E-B1A6-1B727CA12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440" y="2778860"/>
                <a:ext cx="730585" cy="338554"/>
              </a:xfrm>
              <a:prstGeom prst="rect">
                <a:avLst/>
              </a:prstGeom>
              <a:blipFill>
                <a:blip r:embed="rId4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0B40C83-C6B3-4E26-B14A-9B69E7F14D92}"/>
                  </a:ext>
                </a:extLst>
              </p:cNvPr>
              <p:cNvSpPr txBox="1"/>
              <p:nvPr/>
            </p:nvSpPr>
            <p:spPr>
              <a:xfrm>
                <a:off x="4636768" y="2762672"/>
                <a:ext cx="7305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0B40C83-C6B3-4E26-B14A-9B69E7F14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768" y="2762672"/>
                <a:ext cx="730585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01BB470-9D26-47C2-974C-7EB38B2B775B}"/>
                  </a:ext>
                </a:extLst>
              </p:cNvPr>
              <p:cNvSpPr txBox="1"/>
              <p:nvPr/>
            </p:nvSpPr>
            <p:spPr>
              <a:xfrm>
                <a:off x="7588857" y="4109680"/>
                <a:ext cx="7305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01BB470-9D26-47C2-974C-7EB38B2B7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857" y="4109680"/>
                <a:ext cx="730585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26E268A-5D1F-423F-A235-DDCA66FEA57A}"/>
                  </a:ext>
                </a:extLst>
              </p:cNvPr>
              <p:cNvSpPr txBox="1"/>
              <p:nvPr/>
            </p:nvSpPr>
            <p:spPr>
              <a:xfrm>
                <a:off x="2856834" y="1428516"/>
                <a:ext cx="5021037" cy="439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That is,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26E268A-5D1F-423F-A235-DDCA66FEA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834" y="1428516"/>
                <a:ext cx="5021037" cy="439736"/>
              </a:xfrm>
              <a:prstGeom prst="rect">
                <a:avLst/>
              </a:prstGeom>
              <a:blipFill>
                <a:blip r:embed="rId7"/>
                <a:stretch>
                  <a:fillRect l="-1337" t="-1389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Oval 55">
            <a:extLst>
              <a:ext uri="{FF2B5EF4-FFF2-40B4-BE49-F238E27FC236}">
                <a16:creationId xmlns:a16="http://schemas.microsoft.com/office/drawing/2014/main" id="{0EC8A418-C3D3-48BF-94A4-DF581FA1BB1D}"/>
              </a:ext>
            </a:extLst>
          </p:cNvPr>
          <p:cNvSpPr/>
          <p:nvPr/>
        </p:nvSpPr>
        <p:spPr>
          <a:xfrm>
            <a:off x="1376956" y="4200491"/>
            <a:ext cx="256558" cy="256558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4165F29-D953-4FA8-90B8-98D3ED027C5C}"/>
              </a:ext>
            </a:extLst>
          </p:cNvPr>
          <p:cNvSpPr/>
          <p:nvPr/>
        </p:nvSpPr>
        <p:spPr>
          <a:xfrm>
            <a:off x="4262468" y="3873230"/>
            <a:ext cx="256558" cy="256558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588CAAE-0189-4003-B4CA-C643ECC54B31}"/>
                  </a:ext>
                </a:extLst>
              </p:cNvPr>
              <p:cNvSpPr txBox="1"/>
              <p:nvPr/>
            </p:nvSpPr>
            <p:spPr>
              <a:xfrm>
                <a:off x="1148616" y="3938115"/>
                <a:ext cx="7305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588CAAE-0189-4003-B4CA-C643ECC54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616" y="3938115"/>
                <a:ext cx="730585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91CED1A-0F8D-4A4E-9DB3-EAD0EA9D470A}"/>
                  </a:ext>
                </a:extLst>
              </p:cNvPr>
              <p:cNvSpPr txBox="1"/>
              <p:nvPr/>
            </p:nvSpPr>
            <p:spPr>
              <a:xfrm>
                <a:off x="4067442" y="3628611"/>
                <a:ext cx="7305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91CED1A-0F8D-4A4E-9DB3-EAD0EA9D4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442" y="3628611"/>
                <a:ext cx="730585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5529BB48-55CD-474A-8D92-39E8AF2B1729}"/>
              </a:ext>
            </a:extLst>
          </p:cNvPr>
          <p:cNvSpPr txBox="1"/>
          <p:nvPr/>
        </p:nvSpPr>
        <p:spPr>
          <a:xfrm>
            <a:off x="395183" y="328320"/>
            <a:ext cx="116008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 a deterministic process, the evolutions can never split, only merge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44D2B7B-B8FE-4068-03A0-6D80D9A7378D}"/>
                  </a:ext>
                </a:extLst>
              </p:cNvPr>
              <p:cNvSpPr txBox="1"/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44D2B7B-B8FE-4068-03A0-6D80D9A73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D4D18FF1-0134-D19D-73AB-CA63214E3D3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076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14F31FE-0AB2-4E59-B3A3-4EBB34AF7A33}"/>
              </a:ext>
            </a:extLst>
          </p:cNvPr>
          <p:cNvGrpSpPr/>
          <p:nvPr/>
        </p:nvGrpSpPr>
        <p:grpSpPr>
          <a:xfrm>
            <a:off x="279043" y="2657669"/>
            <a:ext cx="2127380" cy="3079102"/>
            <a:chOff x="1564432" y="2657669"/>
            <a:chExt cx="2127380" cy="307910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002B062-2121-48A4-8AF3-53D3221B6BB0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3DD234C-D8CC-4DE9-80F8-8531017B6780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807EBEB-7506-46A6-B2CF-4B34510BE93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7D8B6C9-60EE-4A63-9A65-68B477BABF80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12F012A-C25A-4758-BE8F-679E11714043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7464F50-863B-4A13-BB5E-5D43E4FF5A2F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ED6A104-963C-4037-B42C-824E3C0F59F2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2E23D35-4A4E-4181-AE0A-7B26488F4DC8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BFEFAC-8C9A-4035-BCA3-07CCAA7396BF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0DBE89-37C6-4F18-8982-B2F20C1DA4FC}"/>
              </a:ext>
            </a:extLst>
          </p:cNvPr>
          <p:cNvGrpSpPr/>
          <p:nvPr/>
        </p:nvGrpSpPr>
        <p:grpSpPr>
          <a:xfrm>
            <a:off x="3830900" y="2657669"/>
            <a:ext cx="2127380" cy="3079102"/>
            <a:chOff x="1564432" y="2657669"/>
            <a:chExt cx="2127380" cy="30791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D37F9F3-43CD-4C93-B60A-73C2E29A2538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7A83A5E-8CA0-4142-A5A5-1B943DA4D757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35DABEC-9E48-4829-B632-DC763DECEEDB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49669D2-5806-42E8-80CA-995F1D655DBE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897362-A20D-4F77-AB88-8FAA9E03E0F0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484266-A32E-4E1A-97B3-347FE677236C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88C7B8B-3E61-41B5-8FB7-532C7D555A15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891DF9-5F3C-4D10-9B63-EA1D151F7BAE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71F8F01-8140-431F-ABC5-B29FD6C90896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55D46B-BF6D-4B81-90E3-4A5097A227A5}"/>
              </a:ext>
            </a:extLst>
          </p:cNvPr>
          <p:cNvGrpSpPr/>
          <p:nvPr/>
        </p:nvGrpSpPr>
        <p:grpSpPr>
          <a:xfrm>
            <a:off x="7382757" y="2657669"/>
            <a:ext cx="2127380" cy="3079102"/>
            <a:chOff x="1564432" y="2657669"/>
            <a:chExt cx="2127380" cy="307910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B66B345-8E90-4369-AEFE-CC2C9B199823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3DD01E2-B6B7-433D-992C-111DABF3C411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2429EFE-73FE-4FBA-BFD5-8C3A5A6F408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166C752-3AB8-45AF-B05D-3306D761ED2F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2BF787-19E7-4F21-BBCB-FE875426920B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ADFE790-1A46-4687-9E45-57EDF18E2AF0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81072AD-0C19-40B2-8415-61E0FC73302D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6E4CDA3-7819-4B73-922E-E0A4DA83179A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ACC90AC-893D-42CB-B680-732B3C6FE99A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/>
              <p:nvPr/>
            </p:nvSpPr>
            <p:spPr>
              <a:xfrm>
                <a:off x="5459091" y="5756394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091" y="5756394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/>
              <p:nvPr/>
            </p:nvSpPr>
            <p:spPr>
              <a:xfrm>
                <a:off x="1907234" y="5756394"/>
                <a:ext cx="845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234" y="5756394"/>
                <a:ext cx="8451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97C3399C-CC9E-4EAE-A37A-04087B559F77}"/>
              </a:ext>
            </a:extLst>
          </p:cNvPr>
          <p:cNvSpPr/>
          <p:nvPr/>
        </p:nvSpPr>
        <p:spPr>
          <a:xfrm>
            <a:off x="-105427" y="3080426"/>
            <a:ext cx="9721174" cy="713361"/>
          </a:xfrm>
          <a:custGeom>
            <a:avLst/>
            <a:gdLst>
              <a:gd name="connsiteX0" fmla="*/ 9721174 w 9721174"/>
              <a:gd name="connsiteY0" fmla="*/ 0 h 713361"/>
              <a:gd name="connsiteX1" fmla="*/ 8618706 w 9721174"/>
              <a:gd name="connsiteY1" fmla="*/ 110246 h 713361"/>
              <a:gd name="connsiteX2" fmla="*/ 5486400 w 9721174"/>
              <a:gd name="connsiteY2" fmla="*/ 428017 h 713361"/>
              <a:gd name="connsiteX3" fmla="*/ 1180289 w 9721174"/>
              <a:gd name="connsiteY3" fmla="*/ 512323 h 713361"/>
              <a:gd name="connsiteX4" fmla="*/ 0 w 9721174"/>
              <a:gd name="connsiteY4" fmla="*/ 713361 h 713361"/>
              <a:gd name="connsiteX5" fmla="*/ 0 w 9721174"/>
              <a:gd name="connsiteY5" fmla="*/ 713361 h 713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21174" h="713361">
                <a:moveTo>
                  <a:pt x="9721174" y="0"/>
                </a:moveTo>
                <a:lnTo>
                  <a:pt x="8618706" y="110246"/>
                </a:lnTo>
                <a:cubicBezTo>
                  <a:pt x="7912910" y="181582"/>
                  <a:pt x="6726136" y="361004"/>
                  <a:pt x="5486400" y="428017"/>
                </a:cubicBezTo>
                <a:cubicBezTo>
                  <a:pt x="4246664" y="495030"/>
                  <a:pt x="2094689" y="464766"/>
                  <a:pt x="1180289" y="512323"/>
                </a:cubicBezTo>
                <a:cubicBezTo>
                  <a:pt x="265889" y="559880"/>
                  <a:pt x="0" y="713361"/>
                  <a:pt x="0" y="713361"/>
                </a:cubicBezTo>
                <a:lnTo>
                  <a:pt x="0" y="713361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5BB31936-E767-48A7-8D22-D527FECEF2F3}"/>
              </a:ext>
            </a:extLst>
          </p:cNvPr>
          <p:cNvSpPr/>
          <p:nvPr/>
        </p:nvSpPr>
        <p:spPr>
          <a:xfrm>
            <a:off x="-73001" y="3551291"/>
            <a:ext cx="10129736" cy="566752"/>
          </a:xfrm>
          <a:custGeom>
            <a:avLst/>
            <a:gdLst>
              <a:gd name="connsiteX0" fmla="*/ 10129736 w 10129736"/>
              <a:gd name="connsiteY0" fmla="*/ 462990 h 566752"/>
              <a:gd name="connsiteX1" fmla="*/ 8236085 w 10129736"/>
              <a:gd name="connsiteY1" fmla="*/ 47943 h 566752"/>
              <a:gd name="connsiteX2" fmla="*/ 4688731 w 10129736"/>
              <a:gd name="connsiteY2" fmla="*/ 54428 h 566752"/>
              <a:gd name="connsiteX3" fmla="*/ 894944 w 10129736"/>
              <a:gd name="connsiteY3" fmla="*/ 456505 h 566752"/>
              <a:gd name="connsiteX4" fmla="*/ 0 w 10129736"/>
              <a:gd name="connsiteY4" fmla="*/ 566752 h 566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29736" h="566752">
                <a:moveTo>
                  <a:pt x="10129736" y="462990"/>
                </a:moveTo>
                <a:cubicBezTo>
                  <a:pt x="9636327" y="289513"/>
                  <a:pt x="9142919" y="116037"/>
                  <a:pt x="8236085" y="47943"/>
                </a:cubicBezTo>
                <a:cubicBezTo>
                  <a:pt x="7329251" y="-20151"/>
                  <a:pt x="5912254" y="-13666"/>
                  <a:pt x="4688731" y="54428"/>
                </a:cubicBezTo>
                <a:cubicBezTo>
                  <a:pt x="3465208" y="122522"/>
                  <a:pt x="1676399" y="371118"/>
                  <a:pt x="894944" y="456505"/>
                </a:cubicBezTo>
                <a:cubicBezTo>
                  <a:pt x="113489" y="541892"/>
                  <a:pt x="56744" y="554322"/>
                  <a:pt x="0" y="56675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1A2EF8F4-84FB-45F6-BAAE-885EDB80AED9}"/>
              </a:ext>
            </a:extLst>
          </p:cNvPr>
          <p:cNvSpPr/>
          <p:nvPr/>
        </p:nvSpPr>
        <p:spPr>
          <a:xfrm>
            <a:off x="173433" y="3190669"/>
            <a:ext cx="9714689" cy="347448"/>
          </a:xfrm>
          <a:custGeom>
            <a:avLst/>
            <a:gdLst>
              <a:gd name="connsiteX0" fmla="*/ 9675778 w 9675778"/>
              <a:gd name="connsiteY0" fmla="*/ 265893 h 341118"/>
              <a:gd name="connsiteX1" fmla="*/ 8826229 w 9675778"/>
              <a:gd name="connsiteY1" fmla="*/ 324259 h 341118"/>
              <a:gd name="connsiteX2" fmla="*/ 4811948 w 9675778"/>
              <a:gd name="connsiteY2" fmla="*/ 3 h 341118"/>
              <a:gd name="connsiteX3" fmla="*/ 1686127 w 9675778"/>
              <a:gd name="connsiteY3" fmla="*/ 317774 h 341118"/>
              <a:gd name="connsiteX4" fmla="*/ 0 w 9675778"/>
              <a:gd name="connsiteY4" fmla="*/ 220497 h 341118"/>
              <a:gd name="connsiteX0" fmla="*/ 9714689 w 9714689"/>
              <a:gd name="connsiteY0" fmla="*/ 317774 h 360320"/>
              <a:gd name="connsiteX1" fmla="*/ 8826229 w 9714689"/>
              <a:gd name="connsiteY1" fmla="*/ 324259 h 360320"/>
              <a:gd name="connsiteX2" fmla="*/ 4811948 w 9714689"/>
              <a:gd name="connsiteY2" fmla="*/ 3 h 360320"/>
              <a:gd name="connsiteX3" fmla="*/ 1686127 w 9714689"/>
              <a:gd name="connsiteY3" fmla="*/ 317774 h 360320"/>
              <a:gd name="connsiteX4" fmla="*/ 0 w 9714689"/>
              <a:gd name="connsiteY4" fmla="*/ 220497 h 360320"/>
              <a:gd name="connsiteX0" fmla="*/ 9714689 w 9714689"/>
              <a:gd name="connsiteY0" fmla="*/ 317774 h 347448"/>
              <a:gd name="connsiteX1" fmla="*/ 8826229 w 9714689"/>
              <a:gd name="connsiteY1" fmla="*/ 324259 h 347448"/>
              <a:gd name="connsiteX2" fmla="*/ 4811948 w 9714689"/>
              <a:gd name="connsiteY2" fmla="*/ 3 h 347448"/>
              <a:gd name="connsiteX3" fmla="*/ 1686127 w 9714689"/>
              <a:gd name="connsiteY3" fmla="*/ 317774 h 347448"/>
              <a:gd name="connsiteX4" fmla="*/ 0 w 9714689"/>
              <a:gd name="connsiteY4" fmla="*/ 220497 h 34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14689" h="347448">
                <a:moveTo>
                  <a:pt x="9714689" y="317774"/>
                </a:moveTo>
                <a:cubicBezTo>
                  <a:pt x="9578501" y="323718"/>
                  <a:pt x="9643353" y="377221"/>
                  <a:pt x="8826229" y="324259"/>
                </a:cubicBezTo>
                <a:cubicBezTo>
                  <a:pt x="8009106" y="271297"/>
                  <a:pt x="6001965" y="1084"/>
                  <a:pt x="4811948" y="3"/>
                </a:cubicBezTo>
                <a:cubicBezTo>
                  <a:pt x="3621931" y="-1078"/>
                  <a:pt x="2488118" y="281025"/>
                  <a:pt x="1686127" y="317774"/>
                </a:cubicBezTo>
                <a:cubicBezTo>
                  <a:pt x="884136" y="354523"/>
                  <a:pt x="442068" y="287510"/>
                  <a:pt x="0" y="22049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D9582918-9FEF-4C16-8190-9581246FA40B}"/>
              </a:ext>
            </a:extLst>
          </p:cNvPr>
          <p:cNvSpPr/>
          <p:nvPr/>
        </p:nvSpPr>
        <p:spPr>
          <a:xfrm>
            <a:off x="160462" y="3174185"/>
            <a:ext cx="9766571" cy="1242172"/>
          </a:xfrm>
          <a:custGeom>
            <a:avLst/>
            <a:gdLst>
              <a:gd name="connsiteX0" fmla="*/ 9766571 w 9766571"/>
              <a:gd name="connsiteY0" fmla="*/ 1242172 h 1242172"/>
              <a:gd name="connsiteX1" fmla="*/ 7788613 w 9766571"/>
              <a:gd name="connsiteY1" fmla="*/ 801185 h 1242172"/>
              <a:gd name="connsiteX2" fmla="*/ 4766554 w 9766571"/>
              <a:gd name="connsiteY2" fmla="*/ 10002 h 1242172"/>
              <a:gd name="connsiteX3" fmla="*/ 1712068 w 9766571"/>
              <a:gd name="connsiteY3" fmla="*/ 347228 h 1242172"/>
              <a:gd name="connsiteX4" fmla="*/ 0 w 9766571"/>
              <a:gd name="connsiteY4" fmla="*/ 224011 h 1242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66571" h="1242172">
                <a:moveTo>
                  <a:pt x="9766571" y="1242172"/>
                </a:moveTo>
                <a:cubicBezTo>
                  <a:pt x="9194260" y="1124359"/>
                  <a:pt x="8621949" y="1006547"/>
                  <a:pt x="7788613" y="801185"/>
                </a:cubicBezTo>
                <a:cubicBezTo>
                  <a:pt x="6955277" y="595823"/>
                  <a:pt x="5779311" y="85661"/>
                  <a:pt x="4766554" y="10002"/>
                </a:cubicBezTo>
                <a:cubicBezTo>
                  <a:pt x="3753797" y="-65657"/>
                  <a:pt x="2506494" y="311560"/>
                  <a:pt x="1712068" y="347228"/>
                </a:cubicBezTo>
                <a:cubicBezTo>
                  <a:pt x="917642" y="382896"/>
                  <a:pt x="458821" y="303453"/>
                  <a:pt x="0" y="22401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BA3DEBDA-1B99-4A5A-8B31-4F77055D8F1C}"/>
              </a:ext>
            </a:extLst>
          </p:cNvPr>
          <p:cNvSpPr/>
          <p:nvPr/>
        </p:nvSpPr>
        <p:spPr>
          <a:xfrm>
            <a:off x="166947" y="3985160"/>
            <a:ext cx="9669294" cy="1105649"/>
          </a:xfrm>
          <a:custGeom>
            <a:avLst/>
            <a:gdLst>
              <a:gd name="connsiteX0" fmla="*/ 9669294 w 9669294"/>
              <a:gd name="connsiteY0" fmla="*/ 735997 h 1105649"/>
              <a:gd name="connsiteX1" fmla="*/ 8430639 w 9669294"/>
              <a:gd name="connsiteY1" fmla="*/ 353376 h 1105649"/>
              <a:gd name="connsiteX2" fmla="*/ 4208834 w 9669294"/>
              <a:gd name="connsiteY2" fmla="*/ 9666 h 1105649"/>
              <a:gd name="connsiteX3" fmla="*/ 1569396 w 9669294"/>
              <a:gd name="connsiteY3" fmla="*/ 748968 h 1105649"/>
              <a:gd name="connsiteX4" fmla="*/ 0 w 9669294"/>
              <a:gd name="connsiteY4" fmla="*/ 1105649 h 1105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69294" h="1105649">
                <a:moveTo>
                  <a:pt x="9669294" y="735997"/>
                </a:moveTo>
                <a:cubicBezTo>
                  <a:pt x="9505005" y="605214"/>
                  <a:pt x="9340716" y="474431"/>
                  <a:pt x="8430639" y="353376"/>
                </a:cubicBezTo>
                <a:cubicBezTo>
                  <a:pt x="7520562" y="232321"/>
                  <a:pt x="5352374" y="-56266"/>
                  <a:pt x="4208834" y="9666"/>
                </a:cubicBezTo>
                <a:cubicBezTo>
                  <a:pt x="3065294" y="75598"/>
                  <a:pt x="2270868" y="566304"/>
                  <a:pt x="1569396" y="748968"/>
                </a:cubicBezTo>
                <a:cubicBezTo>
                  <a:pt x="867924" y="931632"/>
                  <a:pt x="433962" y="1018640"/>
                  <a:pt x="0" y="110564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616AF217-AB86-4D1A-BCD6-A6DD4693AF7C}"/>
              </a:ext>
            </a:extLst>
          </p:cNvPr>
          <p:cNvSpPr/>
          <p:nvPr/>
        </p:nvSpPr>
        <p:spPr>
          <a:xfrm>
            <a:off x="173433" y="4330992"/>
            <a:ext cx="9358008" cy="1064617"/>
          </a:xfrm>
          <a:custGeom>
            <a:avLst/>
            <a:gdLst>
              <a:gd name="connsiteX0" fmla="*/ 9358008 w 9358008"/>
              <a:gd name="connsiteY0" fmla="*/ 1064617 h 1064617"/>
              <a:gd name="connsiteX1" fmla="*/ 7652425 w 9358008"/>
              <a:gd name="connsiteY1" fmla="*/ 312344 h 1064617"/>
              <a:gd name="connsiteX2" fmla="*/ 4883285 w 9358008"/>
              <a:gd name="connsiteY2" fmla="*/ 1059 h 1064617"/>
              <a:gd name="connsiteX3" fmla="*/ 1562910 w 9358008"/>
              <a:gd name="connsiteY3" fmla="*/ 403136 h 1064617"/>
              <a:gd name="connsiteX4" fmla="*/ 0 w 9358008"/>
              <a:gd name="connsiteY4" fmla="*/ 753331 h 106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58008" h="1064617">
                <a:moveTo>
                  <a:pt x="9358008" y="1064617"/>
                </a:moveTo>
                <a:cubicBezTo>
                  <a:pt x="8878110" y="777110"/>
                  <a:pt x="8398212" y="489604"/>
                  <a:pt x="7652425" y="312344"/>
                </a:cubicBezTo>
                <a:cubicBezTo>
                  <a:pt x="6906638" y="135084"/>
                  <a:pt x="5898204" y="-14073"/>
                  <a:pt x="4883285" y="1059"/>
                </a:cubicBezTo>
                <a:cubicBezTo>
                  <a:pt x="3868366" y="16191"/>
                  <a:pt x="2376791" y="277757"/>
                  <a:pt x="1562910" y="403136"/>
                </a:cubicBezTo>
                <a:cubicBezTo>
                  <a:pt x="749029" y="528515"/>
                  <a:pt x="374514" y="640923"/>
                  <a:pt x="0" y="75333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1D41022E-F088-45CD-AD76-C18978EE301B}"/>
              </a:ext>
            </a:extLst>
          </p:cNvPr>
          <p:cNvSpPr/>
          <p:nvPr/>
        </p:nvSpPr>
        <p:spPr>
          <a:xfrm>
            <a:off x="205858" y="4332826"/>
            <a:ext cx="9208851" cy="1237880"/>
          </a:xfrm>
          <a:custGeom>
            <a:avLst/>
            <a:gdLst>
              <a:gd name="connsiteX0" fmla="*/ 9208851 w 9208851"/>
              <a:gd name="connsiteY0" fmla="*/ 1237880 h 1237880"/>
              <a:gd name="connsiteX1" fmla="*/ 8281481 w 9208851"/>
              <a:gd name="connsiteY1" fmla="*/ 725557 h 1237880"/>
              <a:gd name="connsiteX2" fmla="*/ 4766553 w 9208851"/>
              <a:gd name="connsiteY2" fmla="*/ 5710 h 1237880"/>
              <a:gd name="connsiteX3" fmla="*/ 1569396 w 9208851"/>
              <a:gd name="connsiteY3" fmla="*/ 407787 h 1237880"/>
              <a:gd name="connsiteX4" fmla="*/ 0 w 9208851"/>
              <a:gd name="connsiteY4" fmla="*/ 757983 h 1237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8851" h="1237880">
                <a:moveTo>
                  <a:pt x="9208851" y="1237880"/>
                </a:moveTo>
                <a:cubicBezTo>
                  <a:pt x="9115357" y="1084399"/>
                  <a:pt x="9021864" y="930919"/>
                  <a:pt x="8281481" y="725557"/>
                </a:cubicBezTo>
                <a:cubicBezTo>
                  <a:pt x="7541098" y="520195"/>
                  <a:pt x="5885234" y="58672"/>
                  <a:pt x="4766553" y="5710"/>
                </a:cubicBezTo>
                <a:cubicBezTo>
                  <a:pt x="3647872" y="-47252"/>
                  <a:pt x="2363821" y="282408"/>
                  <a:pt x="1569396" y="407787"/>
                </a:cubicBezTo>
                <a:cubicBezTo>
                  <a:pt x="774971" y="533166"/>
                  <a:pt x="387485" y="645574"/>
                  <a:pt x="0" y="75798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2C571660-47D6-43A2-9FB5-081DF879CA88}"/>
              </a:ext>
            </a:extLst>
          </p:cNvPr>
          <p:cNvSpPr/>
          <p:nvPr/>
        </p:nvSpPr>
        <p:spPr>
          <a:xfrm>
            <a:off x="69669" y="4416356"/>
            <a:ext cx="9682265" cy="650635"/>
          </a:xfrm>
          <a:custGeom>
            <a:avLst/>
            <a:gdLst>
              <a:gd name="connsiteX0" fmla="*/ 9742436 w 9742436"/>
              <a:gd name="connsiteY0" fmla="*/ 564204 h 668296"/>
              <a:gd name="connsiteX1" fmla="*/ 8847491 w 9742436"/>
              <a:gd name="connsiteY1" fmla="*/ 350196 h 668296"/>
              <a:gd name="connsiteX2" fmla="*/ 4962912 w 9742436"/>
              <a:gd name="connsiteY2" fmla="*/ 667966 h 668296"/>
              <a:gd name="connsiteX3" fmla="*/ 728138 w 9742436"/>
              <a:gd name="connsiteY3" fmla="*/ 278859 h 668296"/>
              <a:gd name="connsiteX4" fmla="*/ 34231 w 9742436"/>
              <a:gd name="connsiteY4" fmla="*/ 0 h 668296"/>
              <a:gd name="connsiteX0" fmla="*/ 9708205 w 9708205"/>
              <a:gd name="connsiteY0" fmla="*/ 564204 h 668296"/>
              <a:gd name="connsiteX1" fmla="*/ 8813260 w 9708205"/>
              <a:gd name="connsiteY1" fmla="*/ 350196 h 668296"/>
              <a:gd name="connsiteX2" fmla="*/ 4928681 w 9708205"/>
              <a:gd name="connsiteY2" fmla="*/ 667966 h 668296"/>
              <a:gd name="connsiteX3" fmla="*/ 693907 w 9708205"/>
              <a:gd name="connsiteY3" fmla="*/ 278859 h 668296"/>
              <a:gd name="connsiteX4" fmla="*/ 0 w 9708205"/>
              <a:gd name="connsiteY4" fmla="*/ 0 h 668296"/>
              <a:gd name="connsiteX0" fmla="*/ 9740630 w 9740630"/>
              <a:gd name="connsiteY0" fmla="*/ 499353 h 603445"/>
              <a:gd name="connsiteX1" fmla="*/ 8845685 w 9740630"/>
              <a:gd name="connsiteY1" fmla="*/ 285345 h 603445"/>
              <a:gd name="connsiteX2" fmla="*/ 4961106 w 9740630"/>
              <a:gd name="connsiteY2" fmla="*/ 603115 h 603445"/>
              <a:gd name="connsiteX3" fmla="*/ 726332 w 9740630"/>
              <a:gd name="connsiteY3" fmla="*/ 214008 h 603445"/>
              <a:gd name="connsiteX4" fmla="*/ 0 w 9740630"/>
              <a:gd name="connsiteY4" fmla="*/ 0 h 603445"/>
              <a:gd name="connsiteX0" fmla="*/ 9740630 w 9740630"/>
              <a:gd name="connsiteY0" fmla="*/ 499353 h 603445"/>
              <a:gd name="connsiteX1" fmla="*/ 8845685 w 9740630"/>
              <a:gd name="connsiteY1" fmla="*/ 285345 h 603445"/>
              <a:gd name="connsiteX2" fmla="*/ 4961106 w 9740630"/>
              <a:gd name="connsiteY2" fmla="*/ 603115 h 603445"/>
              <a:gd name="connsiteX3" fmla="*/ 726332 w 9740630"/>
              <a:gd name="connsiteY3" fmla="*/ 214008 h 603445"/>
              <a:gd name="connsiteX4" fmla="*/ 0 w 9740630"/>
              <a:gd name="connsiteY4" fmla="*/ 0 h 603445"/>
              <a:gd name="connsiteX0" fmla="*/ 9779541 w 9779541"/>
              <a:gd name="connsiteY0" fmla="*/ 453957 h 558049"/>
              <a:gd name="connsiteX1" fmla="*/ 8884596 w 9779541"/>
              <a:gd name="connsiteY1" fmla="*/ 239949 h 558049"/>
              <a:gd name="connsiteX2" fmla="*/ 5000017 w 9779541"/>
              <a:gd name="connsiteY2" fmla="*/ 557719 h 558049"/>
              <a:gd name="connsiteX3" fmla="*/ 765243 w 9779541"/>
              <a:gd name="connsiteY3" fmla="*/ 168612 h 558049"/>
              <a:gd name="connsiteX4" fmla="*/ 0 w 9779541"/>
              <a:gd name="connsiteY4" fmla="*/ 0 h 558049"/>
              <a:gd name="connsiteX0" fmla="*/ 9779541 w 9779541"/>
              <a:gd name="connsiteY0" fmla="*/ 453957 h 558049"/>
              <a:gd name="connsiteX1" fmla="*/ 8884596 w 9779541"/>
              <a:gd name="connsiteY1" fmla="*/ 239949 h 558049"/>
              <a:gd name="connsiteX2" fmla="*/ 5000017 w 9779541"/>
              <a:gd name="connsiteY2" fmla="*/ 557719 h 558049"/>
              <a:gd name="connsiteX3" fmla="*/ 765243 w 9779541"/>
              <a:gd name="connsiteY3" fmla="*/ 168612 h 558049"/>
              <a:gd name="connsiteX4" fmla="*/ 0 w 9779541"/>
              <a:gd name="connsiteY4" fmla="*/ 0 h 558049"/>
              <a:gd name="connsiteX0" fmla="*/ 9779541 w 9779541"/>
              <a:gd name="connsiteY0" fmla="*/ 453957 h 558049"/>
              <a:gd name="connsiteX1" fmla="*/ 8884596 w 9779541"/>
              <a:gd name="connsiteY1" fmla="*/ 239949 h 558049"/>
              <a:gd name="connsiteX2" fmla="*/ 5000017 w 9779541"/>
              <a:gd name="connsiteY2" fmla="*/ 557719 h 558049"/>
              <a:gd name="connsiteX3" fmla="*/ 765243 w 9779541"/>
              <a:gd name="connsiteY3" fmla="*/ 168612 h 558049"/>
              <a:gd name="connsiteX4" fmla="*/ 0 w 9779541"/>
              <a:gd name="connsiteY4" fmla="*/ 0 h 558049"/>
              <a:gd name="connsiteX0" fmla="*/ 9779541 w 9779541"/>
              <a:gd name="connsiteY0" fmla="*/ 453957 h 574001"/>
              <a:gd name="connsiteX1" fmla="*/ 8884596 w 9779541"/>
              <a:gd name="connsiteY1" fmla="*/ 239949 h 574001"/>
              <a:gd name="connsiteX2" fmla="*/ 5000017 w 9779541"/>
              <a:gd name="connsiteY2" fmla="*/ 557719 h 574001"/>
              <a:gd name="connsiteX3" fmla="*/ 765243 w 9779541"/>
              <a:gd name="connsiteY3" fmla="*/ 168612 h 574001"/>
              <a:gd name="connsiteX4" fmla="*/ 0 w 9779541"/>
              <a:gd name="connsiteY4" fmla="*/ 0 h 574001"/>
              <a:gd name="connsiteX0" fmla="*/ 9779541 w 9779541"/>
              <a:gd name="connsiteY0" fmla="*/ 453957 h 569007"/>
              <a:gd name="connsiteX1" fmla="*/ 8884596 w 9779541"/>
              <a:gd name="connsiteY1" fmla="*/ 239949 h 569007"/>
              <a:gd name="connsiteX2" fmla="*/ 5000017 w 9779541"/>
              <a:gd name="connsiteY2" fmla="*/ 557719 h 569007"/>
              <a:gd name="connsiteX3" fmla="*/ 765243 w 9779541"/>
              <a:gd name="connsiteY3" fmla="*/ 168612 h 569007"/>
              <a:gd name="connsiteX4" fmla="*/ 0 w 9779541"/>
              <a:gd name="connsiteY4" fmla="*/ 0 h 569007"/>
              <a:gd name="connsiteX0" fmla="*/ 9779541 w 9779541"/>
              <a:gd name="connsiteY0" fmla="*/ 453957 h 569007"/>
              <a:gd name="connsiteX1" fmla="*/ 8884596 w 9779541"/>
              <a:gd name="connsiteY1" fmla="*/ 239949 h 569007"/>
              <a:gd name="connsiteX2" fmla="*/ 5000017 w 9779541"/>
              <a:gd name="connsiteY2" fmla="*/ 557719 h 569007"/>
              <a:gd name="connsiteX3" fmla="*/ 765243 w 9779541"/>
              <a:gd name="connsiteY3" fmla="*/ 168612 h 569007"/>
              <a:gd name="connsiteX4" fmla="*/ 0 w 9779541"/>
              <a:gd name="connsiteY4" fmla="*/ 0 h 569007"/>
              <a:gd name="connsiteX0" fmla="*/ 9779541 w 9779541"/>
              <a:gd name="connsiteY0" fmla="*/ 453957 h 570529"/>
              <a:gd name="connsiteX1" fmla="*/ 8884596 w 9779541"/>
              <a:gd name="connsiteY1" fmla="*/ 239949 h 570529"/>
              <a:gd name="connsiteX2" fmla="*/ 5000017 w 9779541"/>
              <a:gd name="connsiteY2" fmla="*/ 557719 h 570529"/>
              <a:gd name="connsiteX3" fmla="*/ 765243 w 9779541"/>
              <a:gd name="connsiteY3" fmla="*/ 168612 h 570529"/>
              <a:gd name="connsiteX4" fmla="*/ 0 w 9779541"/>
              <a:gd name="connsiteY4" fmla="*/ 0 h 570529"/>
              <a:gd name="connsiteX0" fmla="*/ 9747116 w 9747116"/>
              <a:gd name="connsiteY0" fmla="*/ 492868 h 607616"/>
              <a:gd name="connsiteX1" fmla="*/ 8852171 w 9747116"/>
              <a:gd name="connsiteY1" fmla="*/ 278860 h 607616"/>
              <a:gd name="connsiteX2" fmla="*/ 4967592 w 9747116"/>
              <a:gd name="connsiteY2" fmla="*/ 596630 h 607616"/>
              <a:gd name="connsiteX3" fmla="*/ 732818 w 9747116"/>
              <a:gd name="connsiteY3" fmla="*/ 207523 h 607616"/>
              <a:gd name="connsiteX4" fmla="*/ 0 w 9747116"/>
              <a:gd name="connsiteY4" fmla="*/ 0 h 607616"/>
              <a:gd name="connsiteX0" fmla="*/ 9747116 w 9747116"/>
              <a:gd name="connsiteY0" fmla="*/ 492868 h 607616"/>
              <a:gd name="connsiteX1" fmla="*/ 8852171 w 9747116"/>
              <a:gd name="connsiteY1" fmla="*/ 278860 h 607616"/>
              <a:gd name="connsiteX2" fmla="*/ 4967592 w 9747116"/>
              <a:gd name="connsiteY2" fmla="*/ 596630 h 607616"/>
              <a:gd name="connsiteX3" fmla="*/ 732818 w 9747116"/>
              <a:gd name="connsiteY3" fmla="*/ 207523 h 607616"/>
              <a:gd name="connsiteX4" fmla="*/ 0 w 9747116"/>
              <a:gd name="connsiteY4" fmla="*/ 0 h 607616"/>
              <a:gd name="connsiteX0" fmla="*/ 9753601 w 9753601"/>
              <a:gd name="connsiteY0" fmla="*/ 408562 h 522973"/>
              <a:gd name="connsiteX1" fmla="*/ 8858656 w 9753601"/>
              <a:gd name="connsiteY1" fmla="*/ 194554 h 522973"/>
              <a:gd name="connsiteX2" fmla="*/ 4974077 w 9753601"/>
              <a:gd name="connsiteY2" fmla="*/ 512324 h 522973"/>
              <a:gd name="connsiteX3" fmla="*/ 739303 w 9753601"/>
              <a:gd name="connsiteY3" fmla="*/ 123217 h 522973"/>
              <a:gd name="connsiteX4" fmla="*/ 0 w 9753601"/>
              <a:gd name="connsiteY4" fmla="*/ 0 h 522973"/>
              <a:gd name="connsiteX0" fmla="*/ 9753601 w 9753601"/>
              <a:gd name="connsiteY0" fmla="*/ 408562 h 522973"/>
              <a:gd name="connsiteX1" fmla="*/ 8858656 w 9753601"/>
              <a:gd name="connsiteY1" fmla="*/ 194554 h 522973"/>
              <a:gd name="connsiteX2" fmla="*/ 4974077 w 9753601"/>
              <a:gd name="connsiteY2" fmla="*/ 512324 h 522973"/>
              <a:gd name="connsiteX3" fmla="*/ 739303 w 9753601"/>
              <a:gd name="connsiteY3" fmla="*/ 123217 h 522973"/>
              <a:gd name="connsiteX4" fmla="*/ 0 w 9753601"/>
              <a:gd name="connsiteY4" fmla="*/ 0 h 522973"/>
              <a:gd name="connsiteX0" fmla="*/ 9760086 w 9760086"/>
              <a:gd name="connsiteY0" fmla="*/ 356682 h 470895"/>
              <a:gd name="connsiteX1" fmla="*/ 8865141 w 9760086"/>
              <a:gd name="connsiteY1" fmla="*/ 142674 h 470895"/>
              <a:gd name="connsiteX2" fmla="*/ 4980562 w 9760086"/>
              <a:gd name="connsiteY2" fmla="*/ 460444 h 470895"/>
              <a:gd name="connsiteX3" fmla="*/ 745788 w 9760086"/>
              <a:gd name="connsiteY3" fmla="*/ 71337 h 470895"/>
              <a:gd name="connsiteX4" fmla="*/ 0 w 9760086"/>
              <a:gd name="connsiteY4" fmla="*/ 0 h 470895"/>
              <a:gd name="connsiteX0" fmla="*/ 9760086 w 9760086"/>
              <a:gd name="connsiteY0" fmla="*/ 384489 h 501893"/>
              <a:gd name="connsiteX1" fmla="*/ 8865141 w 9760086"/>
              <a:gd name="connsiteY1" fmla="*/ 170481 h 501893"/>
              <a:gd name="connsiteX2" fmla="*/ 4980562 w 9760086"/>
              <a:gd name="connsiteY2" fmla="*/ 488251 h 501893"/>
              <a:gd name="connsiteX3" fmla="*/ 745788 w 9760086"/>
              <a:gd name="connsiteY3" fmla="*/ 99144 h 501893"/>
              <a:gd name="connsiteX4" fmla="*/ 0 w 9760086"/>
              <a:gd name="connsiteY4" fmla="*/ 27807 h 501893"/>
              <a:gd name="connsiteX0" fmla="*/ 9682265 w 9682265"/>
              <a:gd name="connsiteY0" fmla="*/ 531779 h 646690"/>
              <a:gd name="connsiteX1" fmla="*/ 8787320 w 9682265"/>
              <a:gd name="connsiteY1" fmla="*/ 317771 h 646690"/>
              <a:gd name="connsiteX2" fmla="*/ 4902741 w 9682265"/>
              <a:gd name="connsiteY2" fmla="*/ 635541 h 646690"/>
              <a:gd name="connsiteX3" fmla="*/ 667967 w 9682265"/>
              <a:gd name="connsiteY3" fmla="*/ 246434 h 646690"/>
              <a:gd name="connsiteX4" fmla="*/ 0 w 9682265"/>
              <a:gd name="connsiteY4" fmla="*/ 0 h 646690"/>
              <a:gd name="connsiteX0" fmla="*/ 9682265 w 9682265"/>
              <a:gd name="connsiteY0" fmla="*/ 531779 h 650635"/>
              <a:gd name="connsiteX1" fmla="*/ 8787320 w 9682265"/>
              <a:gd name="connsiteY1" fmla="*/ 317771 h 650635"/>
              <a:gd name="connsiteX2" fmla="*/ 4902741 w 9682265"/>
              <a:gd name="connsiteY2" fmla="*/ 635541 h 650635"/>
              <a:gd name="connsiteX3" fmla="*/ 667967 w 9682265"/>
              <a:gd name="connsiteY3" fmla="*/ 246434 h 650635"/>
              <a:gd name="connsiteX4" fmla="*/ 0 w 9682265"/>
              <a:gd name="connsiteY4" fmla="*/ 0 h 650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82265" h="650635">
                <a:moveTo>
                  <a:pt x="9682265" y="531779"/>
                </a:moveTo>
                <a:cubicBezTo>
                  <a:pt x="9633086" y="416128"/>
                  <a:pt x="9583907" y="300477"/>
                  <a:pt x="8787320" y="317771"/>
                </a:cubicBezTo>
                <a:cubicBezTo>
                  <a:pt x="7990733" y="335065"/>
                  <a:pt x="6242996" y="556639"/>
                  <a:pt x="4902741" y="635541"/>
                </a:cubicBezTo>
                <a:cubicBezTo>
                  <a:pt x="3562486" y="714443"/>
                  <a:pt x="1251627" y="469089"/>
                  <a:pt x="667967" y="246434"/>
                </a:cubicBezTo>
                <a:cubicBezTo>
                  <a:pt x="84307" y="23779"/>
                  <a:pt x="248596" y="23779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434FB1-F4A0-4683-818D-6221370E19AE}"/>
              </a:ext>
            </a:extLst>
          </p:cNvPr>
          <p:cNvSpPr txBox="1"/>
          <p:nvPr/>
        </p:nvSpPr>
        <p:spPr>
          <a:xfrm>
            <a:off x="395183" y="328320"/>
            <a:ext cx="88070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 process is reversible if knowing the state at a time</a:t>
            </a:r>
            <a:br>
              <a:rPr lang="en-US" sz="3200" dirty="0"/>
            </a:br>
            <a:r>
              <a:rPr lang="en-US" sz="3200" dirty="0"/>
              <a:t>allows us to reconstruct the state at a past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3665BAB-F5C3-F4B6-1817-494DA5F4C49D}"/>
                  </a:ext>
                </a:extLst>
              </p:cNvPr>
              <p:cNvSpPr txBox="1"/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3665BAB-F5C3-F4B6-1817-494DA5F4C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096B85-9CD7-E4EF-9803-C804E31591F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005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14F31FE-0AB2-4E59-B3A3-4EBB34AF7A33}"/>
              </a:ext>
            </a:extLst>
          </p:cNvPr>
          <p:cNvGrpSpPr/>
          <p:nvPr/>
        </p:nvGrpSpPr>
        <p:grpSpPr>
          <a:xfrm>
            <a:off x="279058" y="2657669"/>
            <a:ext cx="2127380" cy="3079102"/>
            <a:chOff x="1564432" y="2657669"/>
            <a:chExt cx="2127380" cy="307910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002B062-2121-48A4-8AF3-53D3221B6BB0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3DD234C-D8CC-4DE9-80F8-8531017B6780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807EBEB-7506-46A6-B2CF-4B34510BE93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7D8B6C9-60EE-4A63-9A65-68B477BABF80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12F012A-C25A-4758-BE8F-679E11714043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7464F50-863B-4A13-BB5E-5D43E4FF5A2F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ED6A104-963C-4037-B42C-824E3C0F59F2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2E23D35-4A4E-4181-AE0A-7B26488F4DC8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BFEFAC-8C9A-4035-BCA3-07CCAA7396BF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0DBE89-37C6-4F18-8982-B2F20C1DA4FC}"/>
              </a:ext>
            </a:extLst>
          </p:cNvPr>
          <p:cNvGrpSpPr/>
          <p:nvPr/>
        </p:nvGrpSpPr>
        <p:grpSpPr>
          <a:xfrm>
            <a:off x="3830915" y="2657669"/>
            <a:ext cx="2127380" cy="3079102"/>
            <a:chOff x="1564432" y="2657669"/>
            <a:chExt cx="2127380" cy="30791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D37F9F3-43CD-4C93-B60A-73C2E29A2538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7A83A5E-8CA0-4142-A5A5-1B943DA4D757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35DABEC-9E48-4829-B632-DC763DECEEDB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49669D2-5806-42E8-80CA-995F1D655DBE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897362-A20D-4F77-AB88-8FAA9E03E0F0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484266-A32E-4E1A-97B3-347FE677236C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88C7B8B-3E61-41B5-8FB7-532C7D555A15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891DF9-5F3C-4D10-9B63-EA1D151F7BAE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71F8F01-8140-431F-ABC5-B29FD6C90896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55D46B-BF6D-4B81-90E3-4A5097A227A5}"/>
              </a:ext>
            </a:extLst>
          </p:cNvPr>
          <p:cNvGrpSpPr/>
          <p:nvPr/>
        </p:nvGrpSpPr>
        <p:grpSpPr>
          <a:xfrm>
            <a:off x="7382772" y="2657669"/>
            <a:ext cx="2127380" cy="3079102"/>
            <a:chOff x="1564432" y="2657669"/>
            <a:chExt cx="2127380" cy="307910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B66B345-8E90-4369-AEFE-CC2C9B199823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3DD01E2-B6B7-433D-992C-111DABF3C411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2429EFE-73FE-4FBA-BFD5-8C3A5A6F408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166C752-3AB8-45AF-B05D-3306D761ED2F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2BF787-19E7-4F21-BBCB-FE875426920B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ADFE790-1A46-4687-9E45-57EDF18E2AF0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81072AD-0C19-40B2-8415-61E0FC73302D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6E4CDA3-7819-4B73-922E-E0A4DA83179A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ACC90AC-893D-42CB-B680-732B3C6FE99A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/>
              <p:nvPr/>
            </p:nvSpPr>
            <p:spPr>
              <a:xfrm>
                <a:off x="5459106" y="5756394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106" y="5756394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/>
              <p:nvPr/>
            </p:nvSpPr>
            <p:spPr>
              <a:xfrm>
                <a:off x="1907249" y="5756394"/>
                <a:ext cx="845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249" y="5756394"/>
                <a:ext cx="8451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97C3399C-CC9E-4EAE-A37A-04087B559F77}"/>
              </a:ext>
            </a:extLst>
          </p:cNvPr>
          <p:cNvSpPr/>
          <p:nvPr/>
        </p:nvSpPr>
        <p:spPr>
          <a:xfrm>
            <a:off x="-105412" y="3080426"/>
            <a:ext cx="9721174" cy="713361"/>
          </a:xfrm>
          <a:custGeom>
            <a:avLst/>
            <a:gdLst>
              <a:gd name="connsiteX0" fmla="*/ 9721174 w 9721174"/>
              <a:gd name="connsiteY0" fmla="*/ 0 h 713361"/>
              <a:gd name="connsiteX1" fmla="*/ 8618706 w 9721174"/>
              <a:gd name="connsiteY1" fmla="*/ 110246 h 713361"/>
              <a:gd name="connsiteX2" fmla="*/ 5486400 w 9721174"/>
              <a:gd name="connsiteY2" fmla="*/ 428017 h 713361"/>
              <a:gd name="connsiteX3" fmla="*/ 1180289 w 9721174"/>
              <a:gd name="connsiteY3" fmla="*/ 512323 h 713361"/>
              <a:gd name="connsiteX4" fmla="*/ 0 w 9721174"/>
              <a:gd name="connsiteY4" fmla="*/ 713361 h 713361"/>
              <a:gd name="connsiteX5" fmla="*/ 0 w 9721174"/>
              <a:gd name="connsiteY5" fmla="*/ 713361 h 713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21174" h="713361">
                <a:moveTo>
                  <a:pt x="9721174" y="0"/>
                </a:moveTo>
                <a:lnTo>
                  <a:pt x="8618706" y="110246"/>
                </a:lnTo>
                <a:cubicBezTo>
                  <a:pt x="7912910" y="181582"/>
                  <a:pt x="6726136" y="361004"/>
                  <a:pt x="5486400" y="428017"/>
                </a:cubicBezTo>
                <a:cubicBezTo>
                  <a:pt x="4246664" y="495030"/>
                  <a:pt x="2094689" y="464766"/>
                  <a:pt x="1180289" y="512323"/>
                </a:cubicBezTo>
                <a:cubicBezTo>
                  <a:pt x="265889" y="559880"/>
                  <a:pt x="0" y="713361"/>
                  <a:pt x="0" y="713361"/>
                </a:cubicBezTo>
                <a:lnTo>
                  <a:pt x="0" y="713361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5BB31936-E767-48A7-8D22-D527FECEF2F3}"/>
              </a:ext>
            </a:extLst>
          </p:cNvPr>
          <p:cNvSpPr/>
          <p:nvPr/>
        </p:nvSpPr>
        <p:spPr>
          <a:xfrm>
            <a:off x="-72986" y="3551291"/>
            <a:ext cx="10129736" cy="566752"/>
          </a:xfrm>
          <a:custGeom>
            <a:avLst/>
            <a:gdLst>
              <a:gd name="connsiteX0" fmla="*/ 10129736 w 10129736"/>
              <a:gd name="connsiteY0" fmla="*/ 462990 h 566752"/>
              <a:gd name="connsiteX1" fmla="*/ 8236085 w 10129736"/>
              <a:gd name="connsiteY1" fmla="*/ 47943 h 566752"/>
              <a:gd name="connsiteX2" fmla="*/ 4688731 w 10129736"/>
              <a:gd name="connsiteY2" fmla="*/ 54428 h 566752"/>
              <a:gd name="connsiteX3" fmla="*/ 894944 w 10129736"/>
              <a:gd name="connsiteY3" fmla="*/ 456505 h 566752"/>
              <a:gd name="connsiteX4" fmla="*/ 0 w 10129736"/>
              <a:gd name="connsiteY4" fmla="*/ 566752 h 566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29736" h="566752">
                <a:moveTo>
                  <a:pt x="10129736" y="462990"/>
                </a:moveTo>
                <a:cubicBezTo>
                  <a:pt x="9636327" y="289513"/>
                  <a:pt x="9142919" y="116037"/>
                  <a:pt x="8236085" y="47943"/>
                </a:cubicBezTo>
                <a:cubicBezTo>
                  <a:pt x="7329251" y="-20151"/>
                  <a:pt x="5912254" y="-13666"/>
                  <a:pt x="4688731" y="54428"/>
                </a:cubicBezTo>
                <a:cubicBezTo>
                  <a:pt x="3465208" y="122522"/>
                  <a:pt x="1676399" y="371118"/>
                  <a:pt x="894944" y="456505"/>
                </a:cubicBezTo>
                <a:cubicBezTo>
                  <a:pt x="113489" y="541892"/>
                  <a:pt x="56744" y="554322"/>
                  <a:pt x="0" y="56675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1A2EF8F4-84FB-45F6-BAAE-885EDB80AED9}"/>
              </a:ext>
            </a:extLst>
          </p:cNvPr>
          <p:cNvSpPr/>
          <p:nvPr/>
        </p:nvSpPr>
        <p:spPr>
          <a:xfrm>
            <a:off x="173448" y="3190669"/>
            <a:ext cx="9714689" cy="347448"/>
          </a:xfrm>
          <a:custGeom>
            <a:avLst/>
            <a:gdLst>
              <a:gd name="connsiteX0" fmla="*/ 9675778 w 9675778"/>
              <a:gd name="connsiteY0" fmla="*/ 265893 h 341118"/>
              <a:gd name="connsiteX1" fmla="*/ 8826229 w 9675778"/>
              <a:gd name="connsiteY1" fmla="*/ 324259 h 341118"/>
              <a:gd name="connsiteX2" fmla="*/ 4811948 w 9675778"/>
              <a:gd name="connsiteY2" fmla="*/ 3 h 341118"/>
              <a:gd name="connsiteX3" fmla="*/ 1686127 w 9675778"/>
              <a:gd name="connsiteY3" fmla="*/ 317774 h 341118"/>
              <a:gd name="connsiteX4" fmla="*/ 0 w 9675778"/>
              <a:gd name="connsiteY4" fmla="*/ 220497 h 341118"/>
              <a:gd name="connsiteX0" fmla="*/ 9714689 w 9714689"/>
              <a:gd name="connsiteY0" fmla="*/ 317774 h 360320"/>
              <a:gd name="connsiteX1" fmla="*/ 8826229 w 9714689"/>
              <a:gd name="connsiteY1" fmla="*/ 324259 h 360320"/>
              <a:gd name="connsiteX2" fmla="*/ 4811948 w 9714689"/>
              <a:gd name="connsiteY2" fmla="*/ 3 h 360320"/>
              <a:gd name="connsiteX3" fmla="*/ 1686127 w 9714689"/>
              <a:gd name="connsiteY3" fmla="*/ 317774 h 360320"/>
              <a:gd name="connsiteX4" fmla="*/ 0 w 9714689"/>
              <a:gd name="connsiteY4" fmla="*/ 220497 h 360320"/>
              <a:gd name="connsiteX0" fmla="*/ 9714689 w 9714689"/>
              <a:gd name="connsiteY0" fmla="*/ 317774 h 347448"/>
              <a:gd name="connsiteX1" fmla="*/ 8826229 w 9714689"/>
              <a:gd name="connsiteY1" fmla="*/ 324259 h 347448"/>
              <a:gd name="connsiteX2" fmla="*/ 4811948 w 9714689"/>
              <a:gd name="connsiteY2" fmla="*/ 3 h 347448"/>
              <a:gd name="connsiteX3" fmla="*/ 1686127 w 9714689"/>
              <a:gd name="connsiteY3" fmla="*/ 317774 h 347448"/>
              <a:gd name="connsiteX4" fmla="*/ 0 w 9714689"/>
              <a:gd name="connsiteY4" fmla="*/ 220497 h 34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14689" h="347448">
                <a:moveTo>
                  <a:pt x="9714689" y="317774"/>
                </a:moveTo>
                <a:cubicBezTo>
                  <a:pt x="9578501" y="323718"/>
                  <a:pt x="9643353" y="377221"/>
                  <a:pt x="8826229" y="324259"/>
                </a:cubicBezTo>
                <a:cubicBezTo>
                  <a:pt x="8009106" y="271297"/>
                  <a:pt x="6001965" y="1084"/>
                  <a:pt x="4811948" y="3"/>
                </a:cubicBezTo>
                <a:cubicBezTo>
                  <a:pt x="3621931" y="-1078"/>
                  <a:pt x="2488118" y="281025"/>
                  <a:pt x="1686127" y="317774"/>
                </a:cubicBezTo>
                <a:cubicBezTo>
                  <a:pt x="884136" y="354523"/>
                  <a:pt x="442068" y="287510"/>
                  <a:pt x="0" y="22049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D9582918-9FEF-4C16-8190-9581246FA40B}"/>
              </a:ext>
            </a:extLst>
          </p:cNvPr>
          <p:cNvSpPr/>
          <p:nvPr/>
        </p:nvSpPr>
        <p:spPr>
          <a:xfrm>
            <a:off x="160477" y="3174185"/>
            <a:ext cx="9766571" cy="1242172"/>
          </a:xfrm>
          <a:custGeom>
            <a:avLst/>
            <a:gdLst>
              <a:gd name="connsiteX0" fmla="*/ 9766571 w 9766571"/>
              <a:gd name="connsiteY0" fmla="*/ 1242172 h 1242172"/>
              <a:gd name="connsiteX1" fmla="*/ 7788613 w 9766571"/>
              <a:gd name="connsiteY1" fmla="*/ 801185 h 1242172"/>
              <a:gd name="connsiteX2" fmla="*/ 4766554 w 9766571"/>
              <a:gd name="connsiteY2" fmla="*/ 10002 h 1242172"/>
              <a:gd name="connsiteX3" fmla="*/ 1712068 w 9766571"/>
              <a:gd name="connsiteY3" fmla="*/ 347228 h 1242172"/>
              <a:gd name="connsiteX4" fmla="*/ 0 w 9766571"/>
              <a:gd name="connsiteY4" fmla="*/ 224011 h 1242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66571" h="1242172">
                <a:moveTo>
                  <a:pt x="9766571" y="1242172"/>
                </a:moveTo>
                <a:cubicBezTo>
                  <a:pt x="9194260" y="1124359"/>
                  <a:pt x="8621949" y="1006547"/>
                  <a:pt x="7788613" y="801185"/>
                </a:cubicBezTo>
                <a:cubicBezTo>
                  <a:pt x="6955277" y="595823"/>
                  <a:pt x="5779311" y="85661"/>
                  <a:pt x="4766554" y="10002"/>
                </a:cubicBezTo>
                <a:cubicBezTo>
                  <a:pt x="3753797" y="-65657"/>
                  <a:pt x="2506494" y="311560"/>
                  <a:pt x="1712068" y="347228"/>
                </a:cubicBezTo>
                <a:cubicBezTo>
                  <a:pt x="917642" y="382896"/>
                  <a:pt x="458821" y="303453"/>
                  <a:pt x="0" y="22401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BA3DEBDA-1B99-4A5A-8B31-4F77055D8F1C}"/>
              </a:ext>
            </a:extLst>
          </p:cNvPr>
          <p:cNvSpPr/>
          <p:nvPr/>
        </p:nvSpPr>
        <p:spPr>
          <a:xfrm>
            <a:off x="166962" y="3985160"/>
            <a:ext cx="9669294" cy="1105649"/>
          </a:xfrm>
          <a:custGeom>
            <a:avLst/>
            <a:gdLst>
              <a:gd name="connsiteX0" fmla="*/ 9669294 w 9669294"/>
              <a:gd name="connsiteY0" fmla="*/ 735997 h 1105649"/>
              <a:gd name="connsiteX1" fmla="*/ 8430639 w 9669294"/>
              <a:gd name="connsiteY1" fmla="*/ 353376 h 1105649"/>
              <a:gd name="connsiteX2" fmla="*/ 4208834 w 9669294"/>
              <a:gd name="connsiteY2" fmla="*/ 9666 h 1105649"/>
              <a:gd name="connsiteX3" fmla="*/ 1569396 w 9669294"/>
              <a:gd name="connsiteY3" fmla="*/ 748968 h 1105649"/>
              <a:gd name="connsiteX4" fmla="*/ 0 w 9669294"/>
              <a:gd name="connsiteY4" fmla="*/ 1105649 h 1105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69294" h="1105649">
                <a:moveTo>
                  <a:pt x="9669294" y="735997"/>
                </a:moveTo>
                <a:cubicBezTo>
                  <a:pt x="9505005" y="605214"/>
                  <a:pt x="9340716" y="474431"/>
                  <a:pt x="8430639" y="353376"/>
                </a:cubicBezTo>
                <a:cubicBezTo>
                  <a:pt x="7520562" y="232321"/>
                  <a:pt x="5352374" y="-56266"/>
                  <a:pt x="4208834" y="9666"/>
                </a:cubicBezTo>
                <a:cubicBezTo>
                  <a:pt x="3065294" y="75598"/>
                  <a:pt x="2270868" y="566304"/>
                  <a:pt x="1569396" y="748968"/>
                </a:cubicBezTo>
                <a:cubicBezTo>
                  <a:pt x="867924" y="931632"/>
                  <a:pt x="433962" y="1018640"/>
                  <a:pt x="0" y="110564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616AF217-AB86-4D1A-BCD6-A6DD4693AF7C}"/>
              </a:ext>
            </a:extLst>
          </p:cNvPr>
          <p:cNvSpPr/>
          <p:nvPr/>
        </p:nvSpPr>
        <p:spPr>
          <a:xfrm>
            <a:off x="173448" y="4330992"/>
            <a:ext cx="9358008" cy="1064617"/>
          </a:xfrm>
          <a:custGeom>
            <a:avLst/>
            <a:gdLst>
              <a:gd name="connsiteX0" fmla="*/ 9358008 w 9358008"/>
              <a:gd name="connsiteY0" fmla="*/ 1064617 h 1064617"/>
              <a:gd name="connsiteX1" fmla="*/ 7652425 w 9358008"/>
              <a:gd name="connsiteY1" fmla="*/ 312344 h 1064617"/>
              <a:gd name="connsiteX2" fmla="*/ 4883285 w 9358008"/>
              <a:gd name="connsiteY2" fmla="*/ 1059 h 1064617"/>
              <a:gd name="connsiteX3" fmla="*/ 1562910 w 9358008"/>
              <a:gd name="connsiteY3" fmla="*/ 403136 h 1064617"/>
              <a:gd name="connsiteX4" fmla="*/ 0 w 9358008"/>
              <a:gd name="connsiteY4" fmla="*/ 753331 h 106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58008" h="1064617">
                <a:moveTo>
                  <a:pt x="9358008" y="1064617"/>
                </a:moveTo>
                <a:cubicBezTo>
                  <a:pt x="8878110" y="777110"/>
                  <a:pt x="8398212" y="489604"/>
                  <a:pt x="7652425" y="312344"/>
                </a:cubicBezTo>
                <a:cubicBezTo>
                  <a:pt x="6906638" y="135084"/>
                  <a:pt x="5898204" y="-14073"/>
                  <a:pt x="4883285" y="1059"/>
                </a:cubicBezTo>
                <a:cubicBezTo>
                  <a:pt x="3868366" y="16191"/>
                  <a:pt x="2376791" y="277757"/>
                  <a:pt x="1562910" y="403136"/>
                </a:cubicBezTo>
                <a:cubicBezTo>
                  <a:pt x="749029" y="528515"/>
                  <a:pt x="374514" y="640923"/>
                  <a:pt x="0" y="75333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1D41022E-F088-45CD-AD76-C18978EE301B}"/>
              </a:ext>
            </a:extLst>
          </p:cNvPr>
          <p:cNvSpPr/>
          <p:nvPr/>
        </p:nvSpPr>
        <p:spPr>
          <a:xfrm>
            <a:off x="205873" y="4332826"/>
            <a:ext cx="9208851" cy="1237880"/>
          </a:xfrm>
          <a:custGeom>
            <a:avLst/>
            <a:gdLst>
              <a:gd name="connsiteX0" fmla="*/ 9208851 w 9208851"/>
              <a:gd name="connsiteY0" fmla="*/ 1237880 h 1237880"/>
              <a:gd name="connsiteX1" fmla="*/ 8281481 w 9208851"/>
              <a:gd name="connsiteY1" fmla="*/ 725557 h 1237880"/>
              <a:gd name="connsiteX2" fmla="*/ 4766553 w 9208851"/>
              <a:gd name="connsiteY2" fmla="*/ 5710 h 1237880"/>
              <a:gd name="connsiteX3" fmla="*/ 1569396 w 9208851"/>
              <a:gd name="connsiteY3" fmla="*/ 407787 h 1237880"/>
              <a:gd name="connsiteX4" fmla="*/ 0 w 9208851"/>
              <a:gd name="connsiteY4" fmla="*/ 757983 h 1237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8851" h="1237880">
                <a:moveTo>
                  <a:pt x="9208851" y="1237880"/>
                </a:moveTo>
                <a:cubicBezTo>
                  <a:pt x="9115357" y="1084399"/>
                  <a:pt x="9021864" y="930919"/>
                  <a:pt x="8281481" y="725557"/>
                </a:cubicBezTo>
                <a:cubicBezTo>
                  <a:pt x="7541098" y="520195"/>
                  <a:pt x="5885234" y="58672"/>
                  <a:pt x="4766553" y="5710"/>
                </a:cubicBezTo>
                <a:cubicBezTo>
                  <a:pt x="3647872" y="-47252"/>
                  <a:pt x="2363821" y="282408"/>
                  <a:pt x="1569396" y="407787"/>
                </a:cubicBezTo>
                <a:cubicBezTo>
                  <a:pt x="774971" y="533166"/>
                  <a:pt x="387485" y="645574"/>
                  <a:pt x="0" y="75798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B5F92562-E8AF-430F-BB91-30D1614F6490}"/>
              </a:ext>
            </a:extLst>
          </p:cNvPr>
          <p:cNvSpPr/>
          <p:nvPr/>
        </p:nvSpPr>
        <p:spPr>
          <a:xfrm>
            <a:off x="69684" y="4416356"/>
            <a:ext cx="9682265" cy="650635"/>
          </a:xfrm>
          <a:custGeom>
            <a:avLst/>
            <a:gdLst>
              <a:gd name="connsiteX0" fmla="*/ 9742436 w 9742436"/>
              <a:gd name="connsiteY0" fmla="*/ 564204 h 668296"/>
              <a:gd name="connsiteX1" fmla="*/ 8847491 w 9742436"/>
              <a:gd name="connsiteY1" fmla="*/ 350196 h 668296"/>
              <a:gd name="connsiteX2" fmla="*/ 4962912 w 9742436"/>
              <a:gd name="connsiteY2" fmla="*/ 667966 h 668296"/>
              <a:gd name="connsiteX3" fmla="*/ 728138 w 9742436"/>
              <a:gd name="connsiteY3" fmla="*/ 278859 h 668296"/>
              <a:gd name="connsiteX4" fmla="*/ 34231 w 9742436"/>
              <a:gd name="connsiteY4" fmla="*/ 0 h 668296"/>
              <a:gd name="connsiteX0" fmla="*/ 9708205 w 9708205"/>
              <a:gd name="connsiteY0" fmla="*/ 564204 h 668296"/>
              <a:gd name="connsiteX1" fmla="*/ 8813260 w 9708205"/>
              <a:gd name="connsiteY1" fmla="*/ 350196 h 668296"/>
              <a:gd name="connsiteX2" fmla="*/ 4928681 w 9708205"/>
              <a:gd name="connsiteY2" fmla="*/ 667966 h 668296"/>
              <a:gd name="connsiteX3" fmla="*/ 693907 w 9708205"/>
              <a:gd name="connsiteY3" fmla="*/ 278859 h 668296"/>
              <a:gd name="connsiteX4" fmla="*/ 0 w 9708205"/>
              <a:gd name="connsiteY4" fmla="*/ 0 h 668296"/>
              <a:gd name="connsiteX0" fmla="*/ 9740630 w 9740630"/>
              <a:gd name="connsiteY0" fmla="*/ 499353 h 603445"/>
              <a:gd name="connsiteX1" fmla="*/ 8845685 w 9740630"/>
              <a:gd name="connsiteY1" fmla="*/ 285345 h 603445"/>
              <a:gd name="connsiteX2" fmla="*/ 4961106 w 9740630"/>
              <a:gd name="connsiteY2" fmla="*/ 603115 h 603445"/>
              <a:gd name="connsiteX3" fmla="*/ 726332 w 9740630"/>
              <a:gd name="connsiteY3" fmla="*/ 214008 h 603445"/>
              <a:gd name="connsiteX4" fmla="*/ 0 w 9740630"/>
              <a:gd name="connsiteY4" fmla="*/ 0 h 603445"/>
              <a:gd name="connsiteX0" fmla="*/ 9740630 w 9740630"/>
              <a:gd name="connsiteY0" fmla="*/ 499353 h 603445"/>
              <a:gd name="connsiteX1" fmla="*/ 8845685 w 9740630"/>
              <a:gd name="connsiteY1" fmla="*/ 285345 h 603445"/>
              <a:gd name="connsiteX2" fmla="*/ 4961106 w 9740630"/>
              <a:gd name="connsiteY2" fmla="*/ 603115 h 603445"/>
              <a:gd name="connsiteX3" fmla="*/ 726332 w 9740630"/>
              <a:gd name="connsiteY3" fmla="*/ 214008 h 603445"/>
              <a:gd name="connsiteX4" fmla="*/ 0 w 9740630"/>
              <a:gd name="connsiteY4" fmla="*/ 0 h 603445"/>
              <a:gd name="connsiteX0" fmla="*/ 9779541 w 9779541"/>
              <a:gd name="connsiteY0" fmla="*/ 453957 h 558049"/>
              <a:gd name="connsiteX1" fmla="*/ 8884596 w 9779541"/>
              <a:gd name="connsiteY1" fmla="*/ 239949 h 558049"/>
              <a:gd name="connsiteX2" fmla="*/ 5000017 w 9779541"/>
              <a:gd name="connsiteY2" fmla="*/ 557719 h 558049"/>
              <a:gd name="connsiteX3" fmla="*/ 765243 w 9779541"/>
              <a:gd name="connsiteY3" fmla="*/ 168612 h 558049"/>
              <a:gd name="connsiteX4" fmla="*/ 0 w 9779541"/>
              <a:gd name="connsiteY4" fmla="*/ 0 h 558049"/>
              <a:gd name="connsiteX0" fmla="*/ 9779541 w 9779541"/>
              <a:gd name="connsiteY0" fmla="*/ 453957 h 558049"/>
              <a:gd name="connsiteX1" fmla="*/ 8884596 w 9779541"/>
              <a:gd name="connsiteY1" fmla="*/ 239949 h 558049"/>
              <a:gd name="connsiteX2" fmla="*/ 5000017 w 9779541"/>
              <a:gd name="connsiteY2" fmla="*/ 557719 h 558049"/>
              <a:gd name="connsiteX3" fmla="*/ 765243 w 9779541"/>
              <a:gd name="connsiteY3" fmla="*/ 168612 h 558049"/>
              <a:gd name="connsiteX4" fmla="*/ 0 w 9779541"/>
              <a:gd name="connsiteY4" fmla="*/ 0 h 558049"/>
              <a:gd name="connsiteX0" fmla="*/ 9779541 w 9779541"/>
              <a:gd name="connsiteY0" fmla="*/ 453957 h 558049"/>
              <a:gd name="connsiteX1" fmla="*/ 8884596 w 9779541"/>
              <a:gd name="connsiteY1" fmla="*/ 239949 h 558049"/>
              <a:gd name="connsiteX2" fmla="*/ 5000017 w 9779541"/>
              <a:gd name="connsiteY2" fmla="*/ 557719 h 558049"/>
              <a:gd name="connsiteX3" fmla="*/ 765243 w 9779541"/>
              <a:gd name="connsiteY3" fmla="*/ 168612 h 558049"/>
              <a:gd name="connsiteX4" fmla="*/ 0 w 9779541"/>
              <a:gd name="connsiteY4" fmla="*/ 0 h 558049"/>
              <a:gd name="connsiteX0" fmla="*/ 9779541 w 9779541"/>
              <a:gd name="connsiteY0" fmla="*/ 453957 h 574001"/>
              <a:gd name="connsiteX1" fmla="*/ 8884596 w 9779541"/>
              <a:gd name="connsiteY1" fmla="*/ 239949 h 574001"/>
              <a:gd name="connsiteX2" fmla="*/ 5000017 w 9779541"/>
              <a:gd name="connsiteY2" fmla="*/ 557719 h 574001"/>
              <a:gd name="connsiteX3" fmla="*/ 765243 w 9779541"/>
              <a:gd name="connsiteY3" fmla="*/ 168612 h 574001"/>
              <a:gd name="connsiteX4" fmla="*/ 0 w 9779541"/>
              <a:gd name="connsiteY4" fmla="*/ 0 h 574001"/>
              <a:gd name="connsiteX0" fmla="*/ 9779541 w 9779541"/>
              <a:gd name="connsiteY0" fmla="*/ 453957 h 569007"/>
              <a:gd name="connsiteX1" fmla="*/ 8884596 w 9779541"/>
              <a:gd name="connsiteY1" fmla="*/ 239949 h 569007"/>
              <a:gd name="connsiteX2" fmla="*/ 5000017 w 9779541"/>
              <a:gd name="connsiteY2" fmla="*/ 557719 h 569007"/>
              <a:gd name="connsiteX3" fmla="*/ 765243 w 9779541"/>
              <a:gd name="connsiteY3" fmla="*/ 168612 h 569007"/>
              <a:gd name="connsiteX4" fmla="*/ 0 w 9779541"/>
              <a:gd name="connsiteY4" fmla="*/ 0 h 569007"/>
              <a:gd name="connsiteX0" fmla="*/ 9779541 w 9779541"/>
              <a:gd name="connsiteY0" fmla="*/ 453957 h 569007"/>
              <a:gd name="connsiteX1" fmla="*/ 8884596 w 9779541"/>
              <a:gd name="connsiteY1" fmla="*/ 239949 h 569007"/>
              <a:gd name="connsiteX2" fmla="*/ 5000017 w 9779541"/>
              <a:gd name="connsiteY2" fmla="*/ 557719 h 569007"/>
              <a:gd name="connsiteX3" fmla="*/ 765243 w 9779541"/>
              <a:gd name="connsiteY3" fmla="*/ 168612 h 569007"/>
              <a:gd name="connsiteX4" fmla="*/ 0 w 9779541"/>
              <a:gd name="connsiteY4" fmla="*/ 0 h 569007"/>
              <a:gd name="connsiteX0" fmla="*/ 9779541 w 9779541"/>
              <a:gd name="connsiteY0" fmla="*/ 453957 h 570529"/>
              <a:gd name="connsiteX1" fmla="*/ 8884596 w 9779541"/>
              <a:gd name="connsiteY1" fmla="*/ 239949 h 570529"/>
              <a:gd name="connsiteX2" fmla="*/ 5000017 w 9779541"/>
              <a:gd name="connsiteY2" fmla="*/ 557719 h 570529"/>
              <a:gd name="connsiteX3" fmla="*/ 765243 w 9779541"/>
              <a:gd name="connsiteY3" fmla="*/ 168612 h 570529"/>
              <a:gd name="connsiteX4" fmla="*/ 0 w 9779541"/>
              <a:gd name="connsiteY4" fmla="*/ 0 h 570529"/>
              <a:gd name="connsiteX0" fmla="*/ 9747116 w 9747116"/>
              <a:gd name="connsiteY0" fmla="*/ 492868 h 607616"/>
              <a:gd name="connsiteX1" fmla="*/ 8852171 w 9747116"/>
              <a:gd name="connsiteY1" fmla="*/ 278860 h 607616"/>
              <a:gd name="connsiteX2" fmla="*/ 4967592 w 9747116"/>
              <a:gd name="connsiteY2" fmla="*/ 596630 h 607616"/>
              <a:gd name="connsiteX3" fmla="*/ 732818 w 9747116"/>
              <a:gd name="connsiteY3" fmla="*/ 207523 h 607616"/>
              <a:gd name="connsiteX4" fmla="*/ 0 w 9747116"/>
              <a:gd name="connsiteY4" fmla="*/ 0 h 607616"/>
              <a:gd name="connsiteX0" fmla="*/ 9747116 w 9747116"/>
              <a:gd name="connsiteY0" fmla="*/ 492868 h 607616"/>
              <a:gd name="connsiteX1" fmla="*/ 8852171 w 9747116"/>
              <a:gd name="connsiteY1" fmla="*/ 278860 h 607616"/>
              <a:gd name="connsiteX2" fmla="*/ 4967592 w 9747116"/>
              <a:gd name="connsiteY2" fmla="*/ 596630 h 607616"/>
              <a:gd name="connsiteX3" fmla="*/ 732818 w 9747116"/>
              <a:gd name="connsiteY3" fmla="*/ 207523 h 607616"/>
              <a:gd name="connsiteX4" fmla="*/ 0 w 9747116"/>
              <a:gd name="connsiteY4" fmla="*/ 0 h 607616"/>
              <a:gd name="connsiteX0" fmla="*/ 9753601 w 9753601"/>
              <a:gd name="connsiteY0" fmla="*/ 408562 h 522973"/>
              <a:gd name="connsiteX1" fmla="*/ 8858656 w 9753601"/>
              <a:gd name="connsiteY1" fmla="*/ 194554 h 522973"/>
              <a:gd name="connsiteX2" fmla="*/ 4974077 w 9753601"/>
              <a:gd name="connsiteY2" fmla="*/ 512324 h 522973"/>
              <a:gd name="connsiteX3" fmla="*/ 739303 w 9753601"/>
              <a:gd name="connsiteY3" fmla="*/ 123217 h 522973"/>
              <a:gd name="connsiteX4" fmla="*/ 0 w 9753601"/>
              <a:gd name="connsiteY4" fmla="*/ 0 h 522973"/>
              <a:gd name="connsiteX0" fmla="*/ 9753601 w 9753601"/>
              <a:gd name="connsiteY0" fmla="*/ 408562 h 522973"/>
              <a:gd name="connsiteX1" fmla="*/ 8858656 w 9753601"/>
              <a:gd name="connsiteY1" fmla="*/ 194554 h 522973"/>
              <a:gd name="connsiteX2" fmla="*/ 4974077 w 9753601"/>
              <a:gd name="connsiteY2" fmla="*/ 512324 h 522973"/>
              <a:gd name="connsiteX3" fmla="*/ 739303 w 9753601"/>
              <a:gd name="connsiteY3" fmla="*/ 123217 h 522973"/>
              <a:gd name="connsiteX4" fmla="*/ 0 w 9753601"/>
              <a:gd name="connsiteY4" fmla="*/ 0 h 522973"/>
              <a:gd name="connsiteX0" fmla="*/ 9760086 w 9760086"/>
              <a:gd name="connsiteY0" fmla="*/ 356682 h 470895"/>
              <a:gd name="connsiteX1" fmla="*/ 8865141 w 9760086"/>
              <a:gd name="connsiteY1" fmla="*/ 142674 h 470895"/>
              <a:gd name="connsiteX2" fmla="*/ 4980562 w 9760086"/>
              <a:gd name="connsiteY2" fmla="*/ 460444 h 470895"/>
              <a:gd name="connsiteX3" fmla="*/ 745788 w 9760086"/>
              <a:gd name="connsiteY3" fmla="*/ 71337 h 470895"/>
              <a:gd name="connsiteX4" fmla="*/ 0 w 9760086"/>
              <a:gd name="connsiteY4" fmla="*/ 0 h 470895"/>
              <a:gd name="connsiteX0" fmla="*/ 9760086 w 9760086"/>
              <a:gd name="connsiteY0" fmla="*/ 384489 h 501893"/>
              <a:gd name="connsiteX1" fmla="*/ 8865141 w 9760086"/>
              <a:gd name="connsiteY1" fmla="*/ 170481 h 501893"/>
              <a:gd name="connsiteX2" fmla="*/ 4980562 w 9760086"/>
              <a:gd name="connsiteY2" fmla="*/ 488251 h 501893"/>
              <a:gd name="connsiteX3" fmla="*/ 745788 w 9760086"/>
              <a:gd name="connsiteY3" fmla="*/ 99144 h 501893"/>
              <a:gd name="connsiteX4" fmla="*/ 0 w 9760086"/>
              <a:gd name="connsiteY4" fmla="*/ 27807 h 501893"/>
              <a:gd name="connsiteX0" fmla="*/ 9682265 w 9682265"/>
              <a:gd name="connsiteY0" fmla="*/ 531779 h 646690"/>
              <a:gd name="connsiteX1" fmla="*/ 8787320 w 9682265"/>
              <a:gd name="connsiteY1" fmla="*/ 317771 h 646690"/>
              <a:gd name="connsiteX2" fmla="*/ 4902741 w 9682265"/>
              <a:gd name="connsiteY2" fmla="*/ 635541 h 646690"/>
              <a:gd name="connsiteX3" fmla="*/ 667967 w 9682265"/>
              <a:gd name="connsiteY3" fmla="*/ 246434 h 646690"/>
              <a:gd name="connsiteX4" fmla="*/ 0 w 9682265"/>
              <a:gd name="connsiteY4" fmla="*/ 0 h 646690"/>
              <a:gd name="connsiteX0" fmla="*/ 9682265 w 9682265"/>
              <a:gd name="connsiteY0" fmla="*/ 531779 h 650635"/>
              <a:gd name="connsiteX1" fmla="*/ 8787320 w 9682265"/>
              <a:gd name="connsiteY1" fmla="*/ 317771 h 650635"/>
              <a:gd name="connsiteX2" fmla="*/ 4902741 w 9682265"/>
              <a:gd name="connsiteY2" fmla="*/ 635541 h 650635"/>
              <a:gd name="connsiteX3" fmla="*/ 667967 w 9682265"/>
              <a:gd name="connsiteY3" fmla="*/ 246434 h 650635"/>
              <a:gd name="connsiteX4" fmla="*/ 0 w 9682265"/>
              <a:gd name="connsiteY4" fmla="*/ 0 h 650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82265" h="650635">
                <a:moveTo>
                  <a:pt x="9682265" y="531779"/>
                </a:moveTo>
                <a:cubicBezTo>
                  <a:pt x="9633086" y="416128"/>
                  <a:pt x="9583907" y="300477"/>
                  <a:pt x="8787320" y="317771"/>
                </a:cubicBezTo>
                <a:cubicBezTo>
                  <a:pt x="7990733" y="335065"/>
                  <a:pt x="6242996" y="556639"/>
                  <a:pt x="4902741" y="635541"/>
                </a:cubicBezTo>
                <a:cubicBezTo>
                  <a:pt x="3562486" y="714443"/>
                  <a:pt x="1251627" y="469089"/>
                  <a:pt x="667967" y="246434"/>
                </a:cubicBezTo>
                <a:cubicBezTo>
                  <a:pt x="84307" y="23779"/>
                  <a:pt x="248596" y="23779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C67F72-A7B8-4025-AEF4-341BD1EBF87B}"/>
                  </a:ext>
                </a:extLst>
              </p:cNvPr>
              <p:cNvSpPr txBox="1"/>
              <p:nvPr/>
            </p:nvSpPr>
            <p:spPr>
              <a:xfrm>
                <a:off x="2856836" y="1428516"/>
                <a:ext cx="5021037" cy="439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That is,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C67F72-A7B8-4025-AEF4-341BD1EBF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836" y="1428516"/>
                <a:ext cx="5021037" cy="439736"/>
              </a:xfrm>
              <a:prstGeom prst="rect">
                <a:avLst/>
              </a:prstGeom>
              <a:blipFill>
                <a:blip r:embed="rId4"/>
                <a:stretch>
                  <a:fillRect l="-1337" t="-1389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Oval 36">
            <a:extLst>
              <a:ext uri="{FF2B5EF4-FFF2-40B4-BE49-F238E27FC236}">
                <a16:creationId xmlns:a16="http://schemas.microsoft.com/office/drawing/2014/main" id="{19BFB0BE-CCF5-4221-8CB4-5186592F13D5}"/>
              </a:ext>
            </a:extLst>
          </p:cNvPr>
          <p:cNvSpPr/>
          <p:nvPr/>
        </p:nvSpPr>
        <p:spPr>
          <a:xfrm>
            <a:off x="4934275" y="4200613"/>
            <a:ext cx="256558" cy="256558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3169A05-C62C-4DE6-9C7E-86A4189A205F}"/>
              </a:ext>
            </a:extLst>
          </p:cNvPr>
          <p:cNvSpPr/>
          <p:nvPr/>
        </p:nvSpPr>
        <p:spPr>
          <a:xfrm>
            <a:off x="1645231" y="4597907"/>
            <a:ext cx="256558" cy="256558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91A227E-F763-4AAB-9DBF-A7D91994DB53}"/>
              </a:ext>
            </a:extLst>
          </p:cNvPr>
          <p:cNvSpPr/>
          <p:nvPr/>
        </p:nvSpPr>
        <p:spPr>
          <a:xfrm>
            <a:off x="4262470" y="3878457"/>
            <a:ext cx="256558" cy="256558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4872B03-A9AA-4CF1-A64D-DB694222D8DF}"/>
              </a:ext>
            </a:extLst>
          </p:cNvPr>
          <p:cNvSpPr/>
          <p:nvPr/>
        </p:nvSpPr>
        <p:spPr>
          <a:xfrm>
            <a:off x="8480672" y="4212950"/>
            <a:ext cx="256558" cy="256558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723CBA8-F610-4A04-A0F2-CD3ED9E71866}"/>
              </a:ext>
            </a:extLst>
          </p:cNvPr>
          <p:cNvSpPr/>
          <p:nvPr/>
        </p:nvSpPr>
        <p:spPr>
          <a:xfrm>
            <a:off x="8394380" y="4938713"/>
            <a:ext cx="256558" cy="256558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3B72D81-1E87-48E6-89DB-373F12DFAAFC}"/>
                  </a:ext>
                </a:extLst>
              </p:cNvPr>
              <p:cNvSpPr txBox="1"/>
              <p:nvPr/>
            </p:nvSpPr>
            <p:spPr>
              <a:xfrm>
                <a:off x="1418945" y="4308327"/>
                <a:ext cx="7305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3B72D81-1E87-48E6-89DB-373F12DFA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945" y="4308327"/>
                <a:ext cx="730585" cy="338554"/>
              </a:xfrm>
              <a:prstGeom prst="rect">
                <a:avLst/>
              </a:prstGeom>
              <a:blipFill>
                <a:blip r:embed="rId5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F2CCFBB-56CE-475D-82EC-B467CF2FFA88}"/>
                  </a:ext>
                </a:extLst>
              </p:cNvPr>
              <p:cNvSpPr txBox="1"/>
              <p:nvPr/>
            </p:nvSpPr>
            <p:spPr>
              <a:xfrm>
                <a:off x="4029316" y="3633236"/>
                <a:ext cx="7305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F2CCFBB-56CE-475D-82EC-B467CF2FF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316" y="3633236"/>
                <a:ext cx="730585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A9E8ED0-00BF-44FC-9FA6-ACF1C126DBE5}"/>
                  </a:ext>
                </a:extLst>
              </p:cNvPr>
              <p:cNvSpPr txBox="1"/>
              <p:nvPr/>
            </p:nvSpPr>
            <p:spPr>
              <a:xfrm>
                <a:off x="4679929" y="4387632"/>
                <a:ext cx="7305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A9E8ED0-00BF-44FC-9FA6-ACF1C126D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929" y="4387632"/>
                <a:ext cx="730585" cy="338554"/>
              </a:xfrm>
              <a:prstGeom prst="rect">
                <a:avLst/>
              </a:prstGeom>
              <a:blipFill>
                <a:blip r:embed="rId7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D33D108-4E1F-48B5-8FDE-3942A74EF0C9}"/>
                  </a:ext>
                </a:extLst>
              </p:cNvPr>
              <p:cNvSpPr txBox="1"/>
              <p:nvPr/>
            </p:nvSpPr>
            <p:spPr>
              <a:xfrm>
                <a:off x="8243658" y="4386259"/>
                <a:ext cx="7305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D33D108-4E1F-48B5-8FDE-3942A74EF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658" y="4386259"/>
                <a:ext cx="730585" cy="338554"/>
              </a:xfrm>
              <a:prstGeom prst="rect">
                <a:avLst/>
              </a:prstGeom>
              <a:blipFill>
                <a:blip r:embed="rId8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4511F80-AD5D-4F88-B961-DB51B223060E}"/>
                  </a:ext>
                </a:extLst>
              </p:cNvPr>
              <p:cNvSpPr txBox="1"/>
              <p:nvPr/>
            </p:nvSpPr>
            <p:spPr>
              <a:xfrm>
                <a:off x="8123156" y="5128807"/>
                <a:ext cx="7305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4511F80-AD5D-4F88-B961-DB51B2230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156" y="5128807"/>
                <a:ext cx="730585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1A8D6ED-683F-4C63-80B5-012CEAC90BB8}"/>
              </a:ext>
            </a:extLst>
          </p:cNvPr>
          <p:cNvSpPr txBox="1"/>
          <p:nvPr/>
        </p:nvSpPr>
        <p:spPr>
          <a:xfrm>
            <a:off x="395183" y="328320"/>
            <a:ext cx="110374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 a reversible process, the evolutions can never merge, only split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4A836D24-C9CE-5A8A-6E64-4E013E9C96E0}"/>
                  </a:ext>
                </a:extLst>
              </p:cNvPr>
              <p:cNvSpPr txBox="1"/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4A836D24-C9CE-5A8A-6E64-4E013E9C9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030AA02C-BF29-DC55-30FB-7786AEB42E8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705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A1DA4DCE-43BE-424F-A60E-C550B4B8767B}"/>
              </a:ext>
            </a:extLst>
          </p:cNvPr>
          <p:cNvSpPr txBox="1"/>
          <p:nvPr/>
        </p:nvSpPr>
        <p:spPr>
          <a:xfrm>
            <a:off x="395183" y="328320"/>
            <a:ext cx="96629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 a det/rev process, evolutions can never merge nor split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14F31FE-0AB2-4E59-B3A3-4EBB34AF7A33}"/>
              </a:ext>
            </a:extLst>
          </p:cNvPr>
          <p:cNvGrpSpPr/>
          <p:nvPr/>
        </p:nvGrpSpPr>
        <p:grpSpPr>
          <a:xfrm>
            <a:off x="279063" y="2657669"/>
            <a:ext cx="2127380" cy="3079102"/>
            <a:chOff x="1564432" y="2657669"/>
            <a:chExt cx="2127380" cy="307910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002B062-2121-48A4-8AF3-53D3221B6BB0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3DD234C-D8CC-4DE9-80F8-8531017B6780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807EBEB-7506-46A6-B2CF-4B34510BE93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7D8B6C9-60EE-4A63-9A65-68B477BABF80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12F012A-C25A-4758-BE8F-679E11714043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7464F50-863B-4A13-BB5E-5D43E4FF5A2F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ED6A104-963C-4037-B42C-824E3C0F59F2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2E23D35-4A4E-4181-AE0A-7B26488F4DC8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BFEFAC-8C9A-4035-BCA3-07CCAA7396BF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0DBE89-37C6-4F18-8982-B2F20C1DA4FC}"/>
              </a:ext>
            </a:extLst>
          </p:cNvPr>
          <p:cNvGrpSpPr/>
          <p:nvPr/>
        </p:nvGrpSpPr>
        <p:grpSpPr>
          <a:xfrm>
            <a:off x="3830920" y="2657669"/>
            <a:ext cx="2127380" cy="3079102"/>
            <a:chOff x="1564432" y="2657669"/>
            <a:chExt cx="2127380" cy="30791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D37F9F3-43CD-4C93-B60A-73C2E29A2538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7A83A5E-8CA0-4142-A5A5-1B943DA4D757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35DABEC-9E48-4829-B632-DC763DECEEDB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49669D2-5806-42E8-80CA-995F1D655DBE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897362-A20D-4F77-AB88-8FAA9E03E0F0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484266-A32E-4E1A-97B3-347FE677236C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88C7B8B-3E61-41B5-8FB7-532C7D555A15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891DF9-5F3C-4D10-9B63-EA1D151F7BAE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71F8F01-8140-431F-ABC5-B29FD6C90896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55D46B-BF6D-4B81-90E3-4A5097A227A5}"/>
              </a:ext>
            </a:extLst>
          </p:cNvPr>
          <p:cNvGrpSpPr/>
          <p:nvPr/>
        </p:nvGrpSpPr>
        <p:grpSpPr>
          <a:xfrm>
            <a:off x="7382777" y="2657669"/>
            <a:ext cx="2127380" cy="3079102"/>
            <a:chOff x="1564432" y="2657669"/>
            <a:chExt cx="2127380" cy="307910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B66B345-8E90-4369-AEFE-CC2C9B199823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3DD01E2-B6B7-433D-992C-111DABF3C411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2429EFE-73FE-4FBA-BFD5-8C3A5A6F408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166C752-3AB8-45AF-B05D-3306D761ED2F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2BF787-19E7-4F21-BBCB-FE875426920B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ADFE790-1A46-4687-9E45-57EDF18E2AF0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81072AD-0C19-40B2-8415-61E0FC73302D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6E4CDA3-7819-4B73-922E-E0A4DA83179A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ACC90AC-893D-42CB-B680-732B3C6FE99A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/>
              <p:nvPr/>
            </p:nvSpPr>
            <p:spPr>
              <a:xfrm>
                <a:off x="5459111" y="5756394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111" y="5756394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/>
              <p:nvPr/>
            </p:nvSpPr>
            <p:spPr>
              <a:xfrm>
                <a:off x="1907254" y="5756394"/>
                <a:ext cx="845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254" y="5756394"/>
                <a:ext cx="8451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F3AC8E2-1311-44FC-B6CE-B620860802A0}"/>
                  </a:ext>
                </a:extLst>
              </p:cNvPr>
              <p:cNvSpPr txBox="1"/>
              <p:nvPr/>
            </p:nvSpPr>
            <p:spPr>
              <a:xfrm>
                <a:off x="3162617" y="1569060"/>
                <a:ext cx="5021037" cy="439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That is,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F3AC8E2-1311-44FC-B6CE-B62086080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617" y="1569060"/>
                <a:ext cx="5021037" cy="439736"/>
              </a:xfrm>
              <a:prstGeom prst="rect">
                <a:avLst/>
              </a:prstGeom>
              <a:blipFill>
                <a:blip r:embed="rId4"/>
                <a:stretch>
                  <a:fillRect l="-1337" t="-1370" b="-19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23209D62-0FAC-4E94-8BD3-96BE197EC029}"/>
              </a:ext>
            </a:extLst>
          </p:cNvPr>
          <p:cNvSpPr/>
          <p:nvPr/>
        </p:nvSpPr>
        <p:spPr>
          <a:xfrm>
            <a:off x="355036" y="3086911"/>
            <a:ext cx="9448800" cy="570689"/>
          </a:xfrm>
          <a:custGeom>
            <a:avLst/>
            <a:gdLst>
              <a:gd name="connsiteX0" fmla="*/ 0 w 9448800"/>
              <a:gd name="connsiteY0" fmla="*/ 0 h 570689"/>
              <a:gd name="connsiteX1" fmla="*/ 1504544 w 9448800"/>
              <a:gd name="connsiteY1" fmla="*/ 421532 h 570689"/>
              <a:gd name="connsiteX2" fmla="*/ 4636851 w 9448800"/>
              <a:gd name="connsiteY2" fmla="*/ 90791 h 570689"/>
              <a:gd name="connsiteX3" fmla="*/ 8625191 w 9448800"/>
              <a:gd name="connsiteY3" fmla="*/ 434502 h 570689"/>
              <a:gd name="connsiteX4" fmla="*/ 9448800 w 9448800"/>
              <a:gd name="connsiteY4" fmla="*/ 570689 h 570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48800" h="570689">
                <a:moveTo>
                  <a:pt x="0" y="0"/>
                </a:moveTo>
                <a:cubicBezTo>
                  <a:pt x="365868" y="203200"/>
                  <a:pt x="731736" y="406400"/>
                  <a:pt x="1504544" y="421532"/>
                </a:cubicBezTo>
                <a:cubicBezTo>
                  <a:pt x="2277352" y="436664"/>
                  <a:pt x="3450077" y="88629"/>
                  <a:pt x="4636851" y="90791"/>
                </a:cubicBezTo>
                <a:cubicBezTo>
                  <a:pt x="5823626" y="92953"/>
                  <a:pt x="7823199" y="354519"/>
                  <a:pt x="8625191" y="434502"/>
                </a:cubicBezTo>
                <a:cubicBezTo>
                  <a:pt x="9427183" y="514485"/>
                  <a:pt x="9437991" y="542587"/>
                  <a:pt x="9448800" y="57068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930637BC-C3BF-4318-97A0-E569C67B88B1}"/>
              </a:ext>
            </a:extLst>
          </p:cNvPr>
          <p:cNvSpPr/>
          <p:nvPr/>
        </p:nvSpPr>
        <p:spPr>
          <a:xfrm>
            <a:off x="17810" y="3041515"/>
            <a:ext cx="9520136" cy="545150"/>
          </a:xfrm>
          <a:custGeom>
            <a:avLst/>
            <a:gdLst>
              <a:gd name="connsiteX0" fmla="*/ 0 w 9520136"/>
              <a:gd name="connsiteY0" fmla="*/ 486383 h 545150"/>
              <a:gd name="connsiteX1" fmla="*/ 1063557 w 9520136"/>
              <a:gd name="connsiteY1" fmla="*/ 544749 h 545150"/>
              <a:gd name="connsiteX2" fmla="*/ 5395609 w 9520136"/>
              <a:gd name="connsiteY2" fmla="*/ 460442 h 545150"/>
              <a:gd name="connsiteX3" fmla="*/ 8514945 w 9520136"/>
              <a:gd name="connsiteY3" fmla="*/ 155642 h 545150"/>
              <a:gd name="connsiteX4" fmla="*/ 9520136 w 9520136"/>
              <a:gd name="connsiteY4" fmla="*/ 0 h 545150"/>
              <a:gd name="connsiteX0" fmla="*/ 0 w 9520136"/>
              <a:gd name="connsiteY0" fmla="*/ 486383 h 545150"/>
              <a:gd name="connsiteX1" fmla="*/ 1063557 w 9520136"/>
              <a:gd name="connsiteY1" fmla="*/ 544749 h 545150"/>
              <a:gd name="connsiteX2" fmla="*/ 5395609 w 9520136"/>
              <a:gd name="connsiteY2" fmla="*/ 460442 h 545150"/>
              <a:gd name="connsiteX3" fmla="*/ 8514945 w 9520136"/>
              <a:gd name="connsiteY3" fmla="*/ 155642 h 545150"/>
              <a:gd name="connsiteX4" fmla="*/ 9520136 w 9520136"/>
              <a:gd name="connsiteY4" fmla="*/ 0 h 545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0136" h="545150">
                <a:moveTo>
                  <a:pt x="0" y="486383"/>
                </a:moveTo>
                <a:cubicBezTo>
                  <a:pt x="82144" y="517727"/>
                  <a:pt x="164289" y="549072"/>
                  <a:pt x="1063557" y="544749"/>
                </a:cubicBezTo>
                <a:cubicBezTo>
                  <a:pt x="1962825" y="540426"/>
                  <a:pt x="4153711" y="469310"/>
                  <a:pt x="5395609" y="460442"/>
                </a:cubicBezTo>
                <a:cubicBezTo>
                  <a:pt x="6637507" y="451574"/>
                  <a:pt x="7827524" y="232382"/>
                  <a:pt x="8514945" y="155642"/>
                </a:cubicBezTo>
                <a:cubicBezTo>
                  <a:pt x="9202366" y="78902"/>
                  <a:pt x="9361251" y="39451"/>
                  <a:pt x="9520136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B2C70F19-E676-468D-8F82-4152E2F250C5}"/>
              </a:ext>
            </a:extLst>
          </p:cNvPr>
          <p:cNvSpPr/>
          <p:nvPr/>
        </p:nvSpPr>
        <p:spPr>
          <a:xfrm>
            <a:off x="-137833" y="3569101"/>
            <a:ext cx="9831422" cy="743495"/>
          </a:xfrm>
          <a:custGeom>
            <a:avLst/>
            <a:gdLst>
              <a:gd name="connsiteX0" fmla="*/ 0 w 9831422"/>
              <a:gd name="connsiteY0" fmla="*/ 764406 h 764406"/>
              <a:gd name="connsiteX1" fmla="*/ 979252 w 9831422"/>
              <a:gd name="connsiteY1" fmla="*/ 472576 h 764406"/>
              <a:gd name="connsiteX2" fmla="*/ 4760069 w 9831422"/>
              <a:gd name="connsiteY2" fmla="*/ 44559 h 764406"/>
              <a:gd name="connsiteX3" fmla="*/ 8320392 w 9831422"/>
              <a:gd name="connsiteY3" fmla="*/ 31589 h 764406"/>
              <a:gd name="connsiteX4" fmla="*/ 9831422 w 9831422"/>
              <a:gd name="connsiteY4" fmla="*/ 206687 h 764406"/>
              <a:gd name="connsiteX0" fmla="*/ 0 w 9831422"/>
              <a:gd name="connsiteY0" fmla="*/ 743495 h 743495"/>
              <a:gd name="connsiteX1" fmla="*/ 979252 w 9831422"/>
              <a:gd name="connsiteY1" fmla="*/ 451665 h 743495"/>
              <a:gd name="connsiteX2" fmla="*/ 4760069 w 9831422"/>
              <a:gd name="connsiteY2" fmla="*/ 23648 h 743495"/>
              <a:gd name="connsiteX3" fmla="*/ 8320392 w 9831422"/>
              <a:gd name="connsiteY3" fmla="*/ 10678 h 743495"/>
              <a:gd name="connsiteX4" fmla="*/ 9831422 w 9831422"/>
              <a:gd name="connsiteY4" fmla="*/ 185776 h 743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31422" h="743495">
                <a:moveTo>
                  <a:pt x="0" y="743495"/>
                </a:moveTo>
                <a:cubicBezTo>
                  <a:pt x="92953" y="657567"/>
                  <a:pt x="185907" y="571639"/>
                  <a:pt x="979252" y="451665"/>
                </a:cubicBezTo>
                <a:cubicBezTo>
                  <a:pt x="1772597" y="331691"/>
                  <a:pt x="3536546" y="31831"/>
                  <a:pt x="4760069" y="23648"/>
                </a:cubicBezTo>
                <a:cubicBezTo>
                  <a:pt x="5983592" y="15465"/>
                  <a:pt x="7475167" y="-16343"/>
                  <a:pt x="8320392" y="10678"/>
                </a:cubicBezTo>
                <a:cubicBezTo>
                  <a:pt x="9165617" y="37699"/>
                  <a:pt x="9498519" y="111737"/>
                  <a:pt x="9831422" y="18577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CA7A90E2-C603-4297-8F79-0AC0B695B146}"/>
              </a:ext>
            </a:extLst>
          </p:cNvPr>
          <p:cNvSpPr/>
          <p:nvPr/>
        </p:nvSpPr>
        <p:spPr>
          <a:xfrm>
            <a:off x="-27586" y="3967716"/>
            <a:ext cx="9727660" cy="513493"/>
          </a:xfrm>
          <a:custGeom>
            <a:avLst/>
            <a:gdLst>
              <a:gd name="connsiteX0" fmla="*/ 0 w 9727660"/>
              <a:gd name="connsiteY0" fmla="*/ 513493 h 513493"/>
              <a:gd name="connsiteX1" fmla="*/ 1536970 w 9727660"/>
              <a:gd name="connsiteY1" fmla="*/ 370820 h 513493"/>
              <a:gd name="connsiteX2" fmla="*/ 4448783 w 9727660"/>
              <a:gd name="connsiteY2" fmla="*/ 46565 h 513493"/>
              <a:gd name="connsiteX3" fmla="*/ 7970196 w 9727660"/>
              <a:gd name="connsiteY3" fmla="*/ 14139 h 513493"/>
              <a:gd name="connsiteX4" fmla="*/ 9727660 w 9727660"/>
              <a:gd name="connsiteY4" fmla="*/ 163297 h 51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27660" h="513493">
                <a:moveTo>
                  <a:pt x="0" y="513493"/>
                </a:moveTo>
                <a:lnTo>
                  <a:pt x="1536970" y="370820"/>
                </a:lnTo>
                <a:cubicBezTo>
                  <a:pt x="2278434" y="292999"/>
                  <a:pt x="3376579" y="106012"/>
                  <a:pt x="4448783" y="46565"/>
                </a:cubicBezTo>
                <a:cubicBezTo>
                  <a:pt x="5520987" y="-12882"/>
                  <a:pt x="7090383" y="-5316"/>
                  <a:pt x="7970196" y="14139"/>
                </a:cubicBezTo>
                <a:cubicBezTo>
                  <a:pt x="8850009" y="33594"/>
                  <a:pt x="9288834" y="98445"/>
                  <a:pt x="9727660" y="16329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B68D68EB-D8CD-4128-8303-9F60FCA245B1}"/>
              </a:ext>
            </a:extLst>
          </p:cNvPr>
          <p:cNvSpPr/>
          <p:nvPr/>
        </p:nvSpPr>
        <p:spPr>
          <a:xfrm>
            <a:off x="95067" y="4589491"/>
            <a:ext cx="9573222" cy="512497"/>
          </a:xfrm>
          <a:custGeom>
            <a:avLst/>
            <a:gdLst>
              <a:gd name="connsiteX0" fmla="*/ 7049 w 9573222"/>
              <a:gd name="connsiteY0" fmla="*/ 1964 h 482541"/>
              <a:gd name="connsiteX1" fmla="*/ 649075 w 9573222"/>
              <a:gd name="connsiteY1" fmla="*/ 53845 h 482541"/>
              <a:gd name="connsiteX2" fmla="*/ 4890334 w 9573222"/>
              <a:gd name="connsiteY2" fmla="*/ 481862 h 482541"/>
              <a:gd name="connsiteX3" fmla="*/ 8800854 w 9573222"/>
              <a:gd name="connsiteY3" fmla="*/ 151122 h 482541"/>
              <a:gd name="connsiteX4" fmla="*/ 9572581 w 9573222"/>
              <a:gd name="connsiteY4" fmla="*/ 73300 h 482541"/>
              <a:gd name="connsiteX0" fmla="*/ 7049 w 9573222"/>
              <a:gd name="connsiteY0" fmla="*/ 1964 h 512497"/>
              <a:gd name="connsiteX1" fmla="*/ 649075 w 9573222"/>
              <a:gd name="connsiteY1" fmla="*/ 53845 h 512497"/>
              <a:gd name="connsiteX2" fmla="*/ 4890334 w 9573222"/>
              <a:gd name="connsiteY2" fmla="*/ 481862 h 512497"/>
              <a:gd name="connsiteX3" fmla="*/ 8800854 w 9573222"/>
              <a:gd name="connsiteY3" fmla="*/ 151122 h 512497"/>
              <a:gd name="connsiteX4" fmla="*/ 9572581 w 9573222"/>
              <a:gd name="connsiteY4" fmla="*/ 73300 h 512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3222" h="512497">
                <a:moveTo>
                  <a:pt x="7049" y="1964"/>
                </a:moveTo>
                <a:cubicBezTo>
                  <a:pt x="-78879" y="-12087"/>
                  <a:pt x="649075" y="53845"/>
                  <a:pt x="649075" y="53845"/>
                </a:cubicBezTo>
                <a:cubicBezTo>
                  <a:pt x="1462956" y="133828"/>
                  <a:pt x="3518734" y="640747"/>
                  <a:pt x="4890334" y="481862"/>
                </a:cubicBezTo>
                <a:cubicBezTo>
                  <a:pt x="6261934" y="322977"/>
                  <a:pt x="8020480" y="219216"/>
                  <a:pt x="8800854" y="151122"/>
                </a:cubicBezTo>
                <a:cubicBezTo>
                  <a:pt x="9581228" y="83028"/>
                  <a:pt x="9576904" y="78164"/>
                  <a:pt x="9572581" y="733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1ACCECF6-644B-41A7-A049-D05153929670}"/>
              </a:ext>
            </a:extLst>
          </p:cNvPr>
          <p:cNvSpPr/>
          <p:nvPr/>
        </p:nvSpPr>
        <p:spPr>
          <a:xfrm>
            <a:off x="264244" y="4318752"/>
            <a:ext cx="9429345" cy="940669"/>
          </a:xfrm>
          <a:custGeom>
            <a:avLst/>
            <a:gdLst>
              <a:gd name="connsiteX0" fmla="*/ 0 w 9429345"/>
              <a:gd name="connsiteY0" fmla="*/ 941016 h 941016"/>
              <a:gd name="connsiteX1" fmla="*/ 1530485 w 9429345"/>
              <a:gd name="connsiteY1" fmla="*/ 435178 h 941016"/>
              <a:gd name="connsiteX2" fmla="*/ 4837889 w 9429345"/>
              <a:gd name="connsiteY2" fmla="*/ 676 h 941016"/>
              <a:gd name="connsiteX3" fmla="*/ 7574604 w 9429345"/>
              <a:gd name="connsiteY3" fmla="*/ 331416 h 941016"/>
              <a:gd name="connsiteX4" fmla="*/ 9429345 w 9429345"/>
              <a:gd name="connsiteY4" fmla="*/ 169289 h 941016"/>
              <a:gd name="connsiteX0" fmla="*/ 0 w 9429345"/>
              <a:gd name="connsiteY0" fmla="*/ 940669 h 940669"/>
              <a:gd name="connsiteX1" fmla="*/ 1504545 w 9429345"/>
              <a:gd name="connsiteY1" fmla="*/ 402405 h 940669"/>
              <a:gd name="connsiteX2" fmla="*/ 4837889 w 9429345"/>
              <a:gd name="connsiteY2" fmla="*/ 329 h 940669"/>
              <a:gd name="connsiteX3" fmla="*/ 7574604 w 9429345"/>
              <a:gd name="connsiteY3" fmla="*/ 331069 h 940669"/>
              <a:gd name="connsiteX4" fmla="*/ 9429345 w 9429345"/>
              <a:gd name="connsiteY4" fmla="*/ 168942 h 94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29345" h="940669">
                <a:moveTo>
                  <a:pt x="0" y="940669"/>
                </a:moveTo>
                <a:cubicBezTo>
                  <a:pt x="362085" y="766111"/>
                  <a:pt x="698230" y="559128"/>
                  <a:pt x="1504545" y="402405"/>
                </a:cubicBezTo>
                <a:cubicBezTo>
                  <a:pt x="2310860" y="245682"/>
                  <a:pt x="3826213" y="12218"/>
                  <a:pt x="4837889" y="329"/>
                </a:cubicBezTo>
                <a:cubicBezTo>
                  <a:pt x="5849565" y="-11560"/>
                  <a:pt x="6809361" y="302967"/>
                  <a:pt x="7574604" y="331069"/>
                </a:cubicBezTo>
                <a:cubicBezTo>
                  <a:pt x="8339847" y="359171"/>
                  <a:pt x="8884596" y="264056"/>
                  <a:pt x="9429345" y="16894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9EDBFF3-1113-472E-AD8F-4C45DC080828}"/>
              </a:ext>
            </a:extLst>
          </p:cNvPr>
          <p:cNvSpPr/>
          <p:nvPr/>
        </p:nvSpPr>
        <p:spPr>
          <a:xfrm>
            <a:off x="63205" y="4339234"/>
            <a:ext cx="9429345" cy="940669"/>
          </a:xfrm>
          <a:custGeom>
            <a:avLst/>
            <a:gdLst>
              <a:gd name="connsiteX0" fmla="*/ 0 w 9429345"/>
              <a:gd name="connsiteY0" fmla="*/ 941016 h 941016"/>
              <a:gd name="connsiteX1" fmla="*/ 1530485 w 9429345"/>
              <a:gd name="connsiteY1" fmla="*/ 435178 h 941016"/>
              <a:gd name="connsiteX2" fmla="*/ 4837889 w 9429345"/>
              <a:gd name="connsiteY2" fmla="*/ 676 h 941016"/>
              <a:gd name="connsiteX3" fmla="*/ 7574604 w 9429345"/>
              <a:gd name="connsiteY3" fmla="*/ 331416 h 941016"/>
              <a:gd name="connsiteX4" fmla="*/ 9429345 w 9429345"/>
              <a:gd name="connsiteY4" fmla="*/ 169289 h 941016"/>
              <a:gd name="connsiteX0" fmla="*/ 0 w 9429345"/>
              <a:gd name="connsiteY0" fmla="*/ 940669 h 940669"/>
              <a:gd name="connsiteX1" fmla="*/ 1504545 w 9429345"/>
              <a:gd name="connsiteY1" fmla="*/ 402405 h 940669"/>
              <a:gd name="connsiteX2" fmla="*/ 4837889 w 9429345"/>
              <a:gd name="connsiteY2" fmla="*/ 329 h 940669"/>
              <a:gd name="connsiteX3" fmla="*/ 7574604 w 9429345"/>
              <a:gd name="connsiteY3" fmla="*/ 331069 h 940669"/>
              <a:gd name="connsiteX4" fmla="*/ 9429345 w 9429345"/>
              <a:gd name="connsiteY4" fmla="*/ 168942 h 94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29345" h="940669">
                <a:moveTo>
                  <a:pt x="0" y="940669"/>
                </a:moveTo>
                <a:cubicBezTo>
                  <a:pt x="362085" y="766111"/>
                  <a:pt x="698230" y="559128"/>
                  <a:pt x="1504545" y="402405"/>
                </a:cubicBezTo>
                <a:cubicBezTo>
                  <a:pt x="2310860" y="245682"/>
                  <a:pt x="3826213" y="12218"/>
                  <a:pt x="4837889" y="329"/>
                </a:cubicBezTo>
                <a:cubicBezTo>
                  <a:pt x="5849565" y="-11560"/>
                  <a:pt x="6809361" y="302967"/>
                  <a:pt x="7574604" y="331069"/>
                </a:cubicBezTo>
                <a:cubicBezTo>
                  <a:pt x="8339847" y="359171"/>
                  <a:pt x="8884596" y="264056"/>
                  <a:pt x="9429345" y="16894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1F4515-8BDB-2410-0DA2-555DCA30E5EA}"/>
                  </a:ext>
                </a:extLst>
              </p:cNvPr>
              <p:cNvSpPr txBox="1"/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1F4515-8BDB-2410-0DA2-555DCA30E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780CA8-2EBC-BDE9-D21A-81F12617AF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470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B36ACD-9299-476A-8C95-3712FBE63DA6}"/>
                  </a:ext>
                </a:extLst>
              </p:cNvPr>
              <p:cNvSpPr txBox="1"/>
              <p:nvPr/>
            </p:nvSpPr>
            <p:spPr>
              <a:xfrm>
                <a:off x="1981700" y="1419998"/>
                <a:ext cx="6346417" cy="35650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400" dirty="0"/>
                  <a:t>For a deterministic process</a:t>
                </a:r>
              </a:p>
              <a:p>
                <a:pPr algn="ctr"/>
                <a:br>
                  <a:rPr lang="en-US" sz="4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4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4400" dirty="0"/>
              </a:p>
              <a:p>
                <a:pPr algn="ctr"/>
                <a:endParaRPr lang="en-US" sz="4400" dirty="0"/>
              </a:p>
              <a:p>
                <a:pPr algn="ctr"/>
                <a:r>
                  <a:rPr lang="en-US" sz="4400" dirty="0"/>
                  <a:t>(equal if reversible)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B36ACD-9299-476A-8C95-3712FBE63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700" y="1419998"/>
                <a:ext cx="6346417" cy="3565015"/>
              </a:xfrm>
              <a:prstGeom prst="rect">
                <a:avLst/>
              </a:prstGeom>
              <a:blipFill>
                <a:blip r:embed="rId2"/>
                <a:stretch>
                  <a:fillRect l="-3458" t="-3590" r="-3554" b="-7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E7C243-65BD-F55A-87DD-2EACA845D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0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14F31FE-0AB2-4E59-B3A3-4EBB34AF7A33}"/>
              </a:ext>
            </a:extLst>
          </p:cNvPr>
          <p:cNvGrpSpPr/>
          <p:nvPr/>
        </p:nvGrpSpPr>
        <p:grpSpPr>
          <a:xfrm>
            <a:off x="279059" y="2657669"/>
            <a:ext cx="2127380" cy="3079102"/>
            <a:chOff x="1564432" y="2657669"/>
            <a:chExt cx="2127380" cy="307910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002B062-2121-48A4-8AF3-53D3221B6BB0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3DD234C-D8CC-4DE9-80F8-8531017B6780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807EBEB-7506-46A6-B2CF-4B34510BE93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7D8B6C9-60EE-4A63-9A65-68B477BABF80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12F012A-C25A-4758-BE8F-679E11714043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7464F50-863B-4A13-BB5E-5D43E4FF5A2F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ED6A104-963C-4037-B42C-824E3C0F59F2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2E23D35-4A4E-4181-AE0A-7B26488F4DC8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BFEFAC-8C9A-4035-BCA3-07CCAA7396BF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0DBE89-37C6-4F18-8982-B2F20C1DA4FC}"/>
              </a:ext>
            </a:extLst>
          </p:cNvPr>
          <p:cNvGrpSpPr/>
          <p:nvPr/>
        </p:nvGrpSpPr>
        <p:grpSpPr>
          <a:xfrm>
            <a:off x="3830916" y="2657669"/>
            <a:ext cx="2127380" cy="3079102"/>
            <a:chOff x="1564432" y="2657669"/>
            <a:chExt cx="2127380" cy="30791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D37F9F3-43CD-4C93-B60A-73C2E29A2538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7A83A5E-8CA0-4142-A5A5-1B943DA4D757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35DABEC-9E48-4829-B632-DC763DECEEDB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49669D2-5806-42E8-80CA-995F1D655DBE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897362-A20D-4F77-AB88-8FAA9E03E0F0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484266-A32E-4E1A-97B3-347FE677236C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88C7B8B-3E61-41B5-8FB7-532C7D555A15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891DF9-5F3C-4D10-9B63-EA1D151F7BAE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71F8F01-8140-431F-ABC5-B29FD6C90896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55D46B-BF6D-4B81-90E3-4A5097A227A5}"/>
              </a:ext>
            </a:extLst>
          </p:cNvPr>
          <p:cNvGrpSpPr/>
          <p:nvPr/>
        </p:nvGrpSpPr>
        <p:grpSpPr>
          <a:xfrm>
            <a:off x="7382773" y="2657669"/>
            <a:ext cx="2127380" cy="3079102"/>
            <a:chOff x="1564432" y="2657669"/>
            <a:chExt cx="2127380" cy="307910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B66B345-8E90-4369-AEFE-CC2C9B199823}"/>
                </a:ext>
              </a:extLst>
            </p:cNvPr>
            <p:cNvSpPr/>
            <p:nvPr/>
          </p:nvSpPr>
          <p:spPr>
            <a:xfrm>
              <a:off x="1564432" y="2657669"/>
              <a:ext cx="2127380" cy="3079102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3DD01E2-B6B7-433D-992C-111DABF3C411}"/>
                </a:ext>
              </a:extLst>
            </p:cNvPr>
            <p:cNvSpPr/>
            <p:nvPr/>
          </p:nvSpPr>
          <p:spPr>
            <a:xfrm>
              <a:off x="2323322" y="35456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2429EFE-73FE-4FBA-BFD5-8C3A5A6F408F}"/>
                </a:ext>
              </a:extLst>
            </p:cNvPr>
            <p:cNvSpPr/>
            <p:nvPr/>
          </p:nvSpPr>
          <p:spPr>
            <a:xfrm>
              <a:off x="2082279" y="3959306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166C752-3AB8-45AF-B05D-3306D761ED2F}"/>
                </a:ext>
              </a:extLst>
            </p:cNvPr>
            <p:cNvSpPr/>
            <p:nvPr/>
          </p:nvSpPr>
          <p:spPr>
            <a:xfrm>
              <a:off x="2662332" y="3150637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2BF787-19E7-4F21-BBCB-FE875426920B}"/>
                </a:ext>
              </a:extLst>
            </p:cNvPr>
            <p:cNvSpPr/>
            <p:nvPr/>
          </p:nvSpPr>
          <p:spPr>
            <a:xfrm>
              <a:off x="3108648" y="3475654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ADFE790-1A46-4687-9E45-57EDF18E2AF0}"/>
                </a:ext>
              </a:extLst>
            </p:cNvPr>
            <p:cNvSpPr/>
            <p:nvPr/>
          </p:nvSpPr>
          <p:spPr>
            <a:xfrm>
              <a:off x="2754084" y="428275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81072AD-0C19-40B2-8415-61E0FC73302D}"/>
                </a:ext>
              </a:extLst>
            </p:cNvPr>
            <p:cNvSpPr/>
            <p:nvPr/>
          </p:nvSpPr>
          <p:spPr>
            <a:xfrm>
              <a:off x="3016897" y="4688632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6E4CDA3-7819-4B73-922E-E0A4DA83179A}"/>
                </a:ext>
              </a:extLst>
            </p:cNvPr>
            <p:cNvSpPr/>
            <p:nvPr/>
          </p:nvSpPr>
          <p:spPr>
            <a:xfrm>
              <a:off x="2670109" y="5019870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ACC90AC-893D-42CB-B680-732B3C6FE99A}"/>
                </a:ext>
              </a:extLst>
            </p:cNvPr>
            <p:cNvSpPr/>
            <p:nvPr/>
          </p:nvSpPr>
          <p:spPr>
            <a:xfrm>
              <a:off x="1981199" y="4612433"/>
              <a:ext cx="83975" cy="839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/>
              <p:nvPr/>
            </p:nvSpPr>
            <p:spPr>
              <a:xfrm>
                <a:off x="5459107" y="5756394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2B1027-BCE9-41C2-8ED5-DD1BEAB1F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107" y="5756394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/>
              <p:nvPr/>
            </p:nvSpPr>
            <p:spPr>
              <a:xfrm>
                <a:off x="1907250" y="5756394"/>
                <a:ext cx="845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12D89C2-2C0E-4D68-89B8-46FEBA22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250" y="5756394"/>
                <a:ext cx="8451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C22677FC-A046-4573-BAC4-8E09DC32210E}"/>
              </a:ext>
            </a:extLst>
          </p:cNvPr>
          <p:cNvSpPr txBox="1"/>
          <p:nvPr/>
        </p:nvSpPr>
        <p:spPr>
          <a:xfrm>
            <a:off x="1731524" y="1598139"/>
            <a:ext cx="86258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At equilibrium, evolutions cannot merge anymore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02FFDF8-E5BD-4CBA-8258-8C4E5EE1C958}"/>
              </a:ext>
            </a:extLst>
          </p:cNvPr>
          <p:cNvSpPr/>
          <p:nvPr/>
        </p:nvSpPr>
        <p:spPr>
          <a:xfrm>
            <a:off x="328826" y="2705878"/>
            <a:ext cx="9433249" cy="524408"/>
          </a:xfrm>
          <a:custGeom>
            <a:avLst/>
            <a:gdLst>
              <a:gd name="connsiteX0" fmla="*/ 0 w 9433249"/>
              <a:gd name="connsiteY0" fmla="*/ 0 h 524408"/>
              <a:gd name="connsiteX1" fmla="*/ 1101013 w 9433249"/>
              <a:gd name="connsiteY1" fmla="*/ 485191 h 524408"/>
              <a:gd name="connsiteX2" fmla="*/ 4646645 w 9433249"/>
              <a:gd name="connsiteY2" fmla="*/ 494522 h 524408"/>
              <a:gd name="connsiteX3" fmla="*/ 8192278 w 9433249"/>
              <a:gd name="connsiteY3" fmla="*/ 494522 h 524408"/>
              <a:gd name="connsiteX4" fmla="*/ 9433249 w 9433249"/>
              <a:gd name="connsiteY4" fmla="*/ 494522 h 524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33249" h="524408">
                <a:moveTo>
                  <a:pt x="0" y="0"/>
                </a:moveTo>
                <a:cubicBezTo>
                  <a:pt x="163286" y="201385"/>
                  <a:pt x="326572" y="402771"/>
                  <a:pt x="1101013" y="485191"/>
                </a:cubicBezTo>
                <a:cubicBezTo>
                  <a:pt x="1875454" y="567611"/>
                  <a:pt x="4646645" y="494522"/>
                  <a:pt x="4646645" y="494522"/>
                </a:cubicBezTo>
                <a:lnTo>
                  <a:pt x="8192278" y="494522"/>
                </a:lnTo>
                <a:lnTo>
                  <a:pt x="9433249" y="494522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BDEB828-F2AD-4AED-B318-3E2DAC1419DA}"/>
              </a:ext>
            </a:extLst>
          </p:cNvPr>
          <p:cNvSpPr/>
          <p:nvPr/>
        </p:nvSpPr>
        <p:spPr>
          <a:xfrm>
            <a:off x="-63059" y="3168738"/>
            <a:ext cx="9825134" cy="843425"/>
          </a:xfrm>
          <a:custGeom>
            <a:avLst/>
            <a:gdLst>
              <a:gd name="connsiteX0" fmla="*/ 0 w 9825134"/>
              <a:gd name="connsiteY0" fmla="*/ 843425 h 843425"/>
              <a:gd name="connsiteX1" fmla="*/ 1147665 w 9825134"/>
              <a:gd name="connsiteY1" fmla="*/ 414217 h 843425"/>
              <a:gd name="connsiteX2" fmla="*/ 5038530 w 9825134"/>
              <a:gd name="connsiteY2" fmla="*/ 31662 h 843425"/>
              <a:gd name="connsiteX3" fmla="*/ 8602824 w 9825134"/>
              <a:gd name="connsiteY3" fmla="*/ 22331 h 843425"/>
              <a:gd name="connsiteX4" fmla="*/ 9825134 w 9825134"/>
              <a:gd name="connsiteY4" fmla="*/ 22331 h 843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25134" h="843425">
                <a:moveTo>
                  <a:pt x="0" y="843425"/>
                </a:moveTo>
                <a:cubicBezTo>
                  <a:pt x="153955" y="696468"/>
                  <a:pt x="307910" y="549511"/>
                  <a:pt x="1147665" y="414217"/>
                </a:cubicBezTo>
                <a:cubicBezTo>
                  <a:pt x="1987420" y="278923"/>
                  <a:pt x="3796004" y="96976"/>
                  <a:pt x="5038530" y="31662"/>
                </a:cubicBezTo>
                <a:cubicBezTo>
                  <a:pt x="6281056" y="-33652"/>
                  <a:pt x="8602824" y="22331"/>
                  <a:pt x="8602824" y="22331"/>
                </a:cubicBezTo>
                <a:lnTo>
                  <a:pt x="9825134" y="22331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CEF0F3AC-F733-4311-942F-0DA06CE0BF05}"/>
              </a:ext>
            </a:extLst>
          </p:cNvPr>
          <p:cNvSpPr/>
          <p:nvPr/>
        </p:nvSpPr>
        <p:spPr>
          <a:xfrm>
            <a:off x="207528" y="3177592"/>
            <a:ext cx="9563878" cy="330829"/>
          </a:xfrm>
          <a:custGeom>
            <a:avLst/>
            <a:gdLst>
              <a:gd name="connsiteX0" fmla="*/ 0 w 9563878"/>
              <a:gd name="connsiteY0" fmla="*/ 50800 h 330829"/>
              <a:gd name="connsiteX1" fmla="*/ 1651519 w 9563878"/>
              <a:gd name="connsiteY1" fmla="*/ 330718 h 330829"/>
              <a:gd name="connsiteX2" fmla="*/ 4777274 w 9563878"/>
              <a:gd name="connsiteY2" fmla="*/ 22808 h 330829"/>
              <a:gd name="connsiteX3" fmla="*/ 8332237 w 9563878"/>
              <a:gd name="connsiteY3" fmla="*/ 22808 h 330829"/>
              <a:gd name="connsiteX4" fmla="*/ 9563878 w 9563878"/>
              <a:gd name="connsiteY4" fmla="*/ 13477 h 33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63878" h="330829">
                <a:moveTo>
                  <a:pt x="0" y="50800"/>
                </a:moveTo>
                <a:cubicBezTo>
                  <a:pt x="427653" y="193091"/>
                  <a:pt x="855307" y="335383"/>
                  <a:pt x="1651519" y="330718"/>
                </a:cubicBezTo>
                <a:cubicBezTo>
                  <a:pt x="2447731" y="326053"/>
                  <a:pt x="3663821" y="74126"/>
                  <a:pt x="4777274" y="22808"/>
                </a:cubicBezTo>
                <a:cubicBezTo>
                  <a:pt x="5890727" y="-28510"/>
                  <a:pt x="8332237" y="22808"/>
                  <a:pt x="8332237" y="22808"/>
                </a:cubicBezTo>
                <a:lnTo>
                  <a:pt x="9563878" y="13477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F392189-F4BD-4A0A-B75F-1E89EC19188F}"/>
              </a:ext>
            </a:extLst>
          </p:cNvPr>
          <p:cNvSpPr/>
          <p:nvPr/>
        </p:nvSpPr>
        <p:spPr>
          <a:xfrm>
            <a:off x="67570" y="3130248"/>
            <a:ext cx="9685176" cy="1115181"/>
          </a:xfrm>
          <a:custGeom>
            <a:avLst/>
            <a:gdLst>
              <a:gd name="connsiteX0" fmla="*/ 7011 w 9692187"/>
              <a:gd name="connsiteY0" fmla="*/ 1115181 h 1115181"/>
              <a:gd name="connsiteX1" fmla="*/ 781452 w 9692187"/>
              <a:gd name="connsiteY1" fmla="*/ 881915 h 1115181"/>
              <a:gd name="connsiteX2" fmla="*/ 4914913 w 9692187"/>
              <a:gd name="connsiteY2" fmla="*/ 60821 h 1115181"/>
              <a:gd name="connsiteX3" fmla="*/ 8469877 w 9692187"/>
              <a:gd name="connsiteY3" fmla="*/ 60821 h 1115181"/>
              <a:gd name="connsiteX4" fmla="*/ 9692187 w 9692187"/>
              <a:gd name="connsiteY4" fmla="*/ 60821 h 1115181"/>
              <a:gd name="connsiteX0" fmla="*/ 0 w 9685176"/>
              <a:gd name="connsiteY0" fmla="*/ 1115181 h 1115181"/>
              <a:gd name="connsiteX1" fmla="*/ 774441 w 9685176"/>
              <a:gd name="connsiteY1" fmla="*/ 881915 h 1115181"/>
              <a:gd name="connsiteX2" fmla="*/ 4907902 w 9685176"/>
              <a:gd name="connsiteY2" fmla="*/ 60821 h 1115181"/>
              <a:gd name="connsiteX3" fmla="*/ 8462866 w 9685176"/>
              <a:gd name="connsiteY3" fmla="*/ 60821 h 1115181"/>
              <a:gd name="connsiteX4" fmla="*/ 9685176 w 9685176"/>
              <a:gd name="connsiteY4" fmla="*/ 60821 h 111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85176" h="1115181">
                <a:moveTo>
                  <a:pt x="0" y="1115181"/>
                </a:moveTo>
                <a:cubicBezTo>
                  <a:pt x="314130" y="965113"/>
                  <a:pt x="-43543" y="1057642"/>
                  <a:pt x="774441" y="881915"/>
                </a:cubicBezTo>
                <a:cubicBezTo>
                  <a:pt x="1592425" y="706188"/>
                  <a:pt x="3626498" y="197670"/>
                  <a:pt x="4907902" y="60821"/>
                </a:cubicBezTo>
                <a:cubicBezTo>
                  <a:pt x="6189306" y="-76028"/>
                  <a:pt x="8462866" y="60821"/>
                  <a:pt x="8462866" y="60821"/>
                </a:cubicBezTo>
                <a:lnTo>
                  <a:pt x="9685176" y="60821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977F24B-1479-4084-8F11-EF7D70F30ECC}"/>
              </a:ext>
            </a:extLst>
          </p:cNvPr>
          <p:cNvSpPr/>
          <p:nvPr/>
        </p:nvSpPr>
        <p:spPr>
          <a:xfrm>
            <a:off x="151545" y="4271585"/>
            <a:ext cx="9657183" cy="1364105"/>
          </a:xfrm>
          <a:custGeom>
            <a:avLst/>
            <a:gdLst>
              <a:gd name="connsiteX0" fmla="*/ 0 w 9657183"/>
              <a:gd name="connsiteY0" fmla="*/ 1364105 h 1364105"/>
              <a:gd name="connsiteX1" fmla="*/ 1268963 w 9657183"/>
              <a:gd name="connsiteY1" fmla="*/ 794937 h 1364105"/>
              <a:gd name="connsiteX2" fmla="*/ 4917232 w 9657183"/>
              <a:gd name="connsiteY2" fmla="*/ 57819 h 1364105"/>
              <a:gd name="connsiteX3" fmla="*/ 8481526 w 9657183"/>
              <a:gd name="connsiteY3" fmla="*/ 48488 h 1364105"/>
              <a:gd name="connsiteX4" fmla="*/ 9657183 w 9657183"/>
              <a:gd name="connsiteY4" fmla="*/ 48488 h 136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7183" h="1364105">
                <a:moveTo>
                  <a:pt x="0" y="1364105"/>
                </a:moveTo>
                <a:cubicBezTo>
                  <a:pt x="224712" y="1188378"/>
                  <a:pt x="449424" y="1012651"/>
                  <a:pt x="1268963" y="794937"/>
                </a:cubicBezTo>
                <a:cubicBezTo>
                  <a:pt x="2088502" y="577223"/>
                  <a:pt x="3715138" y="182227"/>
                  <a:pt x="4917232" y="57819"/>
                </a:cubicBezTo>
                <a:cubicBezTo>
                  <a:pt x="6119326" y="-66589"/>
                  <a:pt x="8481526" y="48488"/>
                  <a:pt x="8481526" y="48488"/>
                </a:cubicBezTo>
                <a:lnTo>
                  <a:pt x="9657183" y="48488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96ACA965-E590-40E7-BA29-C16B164998CE}"/>
              </a:ext>
            </a:extLst>
          </p:cNvPr>
          <p:cNvSpPr/>
          <p:nvPr/>
        </p:nvSpPr>
        <p:spPr>
          <a:xfrm>
            <a:off x="282173" y="4292600"/>
            <a:ext cx="9517225" cy="932543"/>
          </a:xfrm>
          <a:custGeom>
            <a:avLst/>
            <a:gdLst>
              <a:gd name="connsiteX0" fmla="*/ 0 w 9517225"/>
              <a:gd name="connsiteY0" fmla="*/ 932543 h 932543"/>
              <a:gd name="connsiteX1" fmla="*/ 1492898 w 9517225"/>
              <a:gd name="connsiteY1" fmla="*/ 438020 h 932543"/>
              <a:gd name="connsiteX2" fmla="*/ 4786604 w 9517225"/>
              <a:gd name="connsiteY2" fmla="*/ 36804 h 932543"/>
              <a:gd name="connsiteX3" fmla="*/ 8332237 w 9517225"/>
              <a:gd name="connsiteY3" fmla="*/ 18143 h 932543"/>
              <a:gd name="connsiteX4" fmla="*/ 9517225 w 9517225"/>
              <a:gd name="connsiteY4" fmla="*/ 27473 h 932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17225" h="932543">
                <a:moveTo>
                  <a:pt x="0" y="932543"/>
                </a:moveTo>
                <a:cubicBezTo>
                  <a:pt x="347565" y="759926"/>
                  <a:pt x="695131" y="587310"/>
                  <a:pt x="1492898" y="438020"/>
                </a:cubicBezTo>
                <a:cubicBezTo>
                  <a:pt x="2290665" y="288730"/>
                  <a:pt x="3646714" y="106784"/>
                  <a:pt x="4786604" y="36804"/>
                </a:cubicBezTo>
                <a:cubicBezTo>
                  <a:pt x="5926494" y="-33176"/>
                  <a:pt x="8332237" y="18143"/>
                  <a:pt x="8332237" y="18143"/>
                </a:cubicBezTo>
                <a:lnTo>
                  <a:pt x="9517225" y="2747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1E059D7-496B-49E7-9E7D-37081A817370}"/>
              </a:ext>
            </a:extLst>
          </p:cNvPr>
          <p:cNvSpPr/>
          <p:nvPr/>
        </p:nvSpPr>
        <p:spPr>
          <a:xfrm>
            <a:off x="48908" y="4294500"/>
            <a:ext cx="9797143" cy="370811"/>
          </a:xfrm>
          <a:custGeom>
            <a:avLst/>
            <a:gdLst>
              <a:gd name="connsiteX0" fmla="*/ 45347 w 9842490"/>
              <a:gd name="connsiteY0" fmla="*/ 352144 h 398468"/>
              <a:gd name="connsiteX1" fmla="*/ 726482 w 9842490"/>
              <a:gd name="connsiteY1" fmla="*/ 370805 h 398468"/>
              <a:gd name="connsiteX2" fmla="*/ 5065216 w 9842490"/>
              <a:gd name="connsiteY2" fmla="*/ 25572 h 398468"/>
              <a:gd name="connsiteX3" fmla="*/ 8620180 w 9842490"/>
              <a:gd name="connsiteY3" fmla="*/ 25572 h 398468"/>
              <a:gd name="connsiteX4" fmla="*/ 9842490 w 9842490"/>
              <a:gd name="connsiteY4" fmla="*/ 16242 h 398468"/>
              <a:gd name="connsiteX0" fmla="*/ 743 w 9797886"/>
              <a:gd name="connsiteY0" fmla="*/ 352144 h 420143"/>
              <a:gd name="connsiteX1" fmla="*/ 681878 w 9797886"/>
              <a:gd name="connsiteY1" fmla="*/ 370805 h 420143"/>
              <a:gd name="connsiteX2" fmla="*/ 5020612 w 9797886"/>
              <a:gd name="connsiteY2" fmla="*/ 25572 h 420143"/>
              <a:gd name="connsiteX3" fmla="*/ 8575576 w 9797886"/>
              <a:gd name="connsiteY3" fmla="*/ 25572 h 420143"/>
              <a:gd name="connsiteX4" fmla="*/ 9797886 w 9797886"/>
              <a:gd name="connsiteY4" fmla="*/ 16242 h 420143"/>
              <a:gd name="connsiteX0" fmla="*/ 0 w 9797143"/>
              <a:gd name="connsiteY0" fmla="*/ 352144 h 394198"/>
              <a:gd name="connsiteX1" fmla="*/ 681135 w 9797143"/>
              <a:gd name="connsiteY1" fmla="*/ 370805 h 394198"/>
              <a:gd name="connsiteX2" fmla="*/ 5019869 w 9797143"/>
              <a:gd name="connsiteY2" fmla="*/ 25572 h 394198"/>
              <a:gd name="connsiteX3" fmla="*/ 8574833 w 9797143"/>
              <a:gd name="connsiteY3" fmla="*/ 25572 h 394198"/>
              <a:gd name="connsiteX4" fmla="*/ 9797143 w 9797143"/>
              <a:gd name="connsiteY4" fmla="*/ 16242 h 394198"/>
              <a:gd name="connsiteX0" fmla="*/ 0 w 9797143"/>
              <a:gd name="connsiteY0" fmla="*/ 352144 h 370811"/>
              <a:gd name="connsiteX1" fmla="*/ 681135 w 9797143"/>
              <a:gd name="connsiteY1" fmla="*/ 370805 h 370811"/>
              <a:gd name="connsiteX2" fmla="*/ 5019869 w 9797143"/>
              <a:gd name="connsiteY2" fmla="*/ 25572 h 370811"/>
              <a:gd name="connsiteX3" fmla="*/ 8574833 w 9797143"/>
              <a:gd name="connsiteY3" fmla="*/ 25572 h 370811"/>
              <a:gd name="connsiteX4" fmla="*/ 9797143 w 9797143"/>
              <a:gd name="connsiteY4" fmla="*/ 16242 h 370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143" h="370811">
                <a:moveTo>
                  <a:pt x="0" y="352144"/>
                </a:moveTo>
                <a:cubicBezTo>
                  <a:pt x="211494" y="370028"/>
                  <a:pt x="236376" y="369250"/>
                  <a:pt x="681135" y="370805"/>
                </a:cubicBezTo>
                <a:cubicBezTo>
                  <a:pt x="1125894" y="372360"/>
                  <a:pt x="3704253" y="83111"/>
                  <a:pt x="5019869" y="25572"/>
                </a:cubicBezTo>
                <a:cubicBezTo>
                  <a:pt x="6335485" y="-31967"/>
                  <a:pt x="8574833" y="25572"/>
                  <a:pt x="8574833" y="25572"/>
                </a:cubicBezTo>
                <a:lnTo>
                  <a:pt x="9797143" y="16242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E107F6B3-2582-43EB-B1CD-24D266703585}"/>
              </a:ext>
            </a:extLst>
          </p:cNvPr>
          <p:cNvSpPr/>
          <p:nvPr/>
        </p:nvSpPr>
        <p:spPr>
          <a:xfrm>
            <a:off x="207528" y="4279858"/>
            <a:ext cx="9619862" cy="674697"/>
          </a:xfrm>
          <a:custGeom>
            <a:avLst/>
            <a:gdLst>
              <a:gd name="connsiteX0" fmla="*/ 0 w 9619862"/>
              <a:gd name="connsiteY0" fmla="*/ 674697 h 674697"/>
              <a:gd name="connsiteX1" fmla="*/ 1296956 w 9619862"/>
              <a:gd name="connsiteY1" fmla="*/ 49546 h 674697"/>
              <a:gd name="connsiteX2" fmla="*/ 4870580 w 9619862"/>
              <a:gd name="connsiteY2" fmla="*/ 40215 h 674697"/>
              <a:gd name="connsiteX3" fmla="*/ 8416213 w 9619862"/>
              <a:gd name="connsiteY3" fmla="*/ 40215 h 674697"/>
              <a:gd name="connsiteX4" fmla="*/ 9619862 w 9619862"/>
              <a:gd name="connsiteY4" fmla="*/ 49546 h 674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9862" h="674697">
                <a:moveTo>
                  <a:pt x="0" y="674697"/>
                </a:moveTo>
                <a:cubicBezTo>
                  <a:pt x="242596" y="414995"/>
                  <a:pt x="485193" y="155293"/>
                  <a:pt x="1296956" y="49546"/>
                </a:cubicBezTo>
                <a:cubicBezTo>
                  <a:pt x="2108719" y="-56201"/>
                  <a:pt x="4870580" y="40215"/>
                  <a:pt x="4870580" y="40215"/>
                </a:cubicBezTo>
                <a:lnTo>
                  <a:pt x="8416213" y="40215"/>
                </a:lnTo>
                <a:lnTo>
                  <a:pt x="9619862" y="4954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907FA2-0E49-4B30-AF31-6E1050BC1B39}"/>
              </a:ext>
            </a:extLst>
          </p:cNvPr>
          <p:cNvSpPr txBox="1"/>
          <p:nvPr/>
        </p:nvSpPr>
        <p:spPr>
          <a:xfrm>
            <a:off x="395183" y="328320"/>
            <a:ext cx="1059059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Consider a process where a system reaches a final equilibrium</a:t>
            </a:r>
            <a:br>
              <a:rPr lang="en-US" sz="3200" dirty="0"/>
            </a:br>
            <a:r>
              <a:rPr lang="en-US" sz="3200" dirty="0"/>
              <a:t>that can be predicted from the initial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90F003B7-AF5C-0B76-1071-70E815CD899D}"/>
                  </a:ext>
                </a:extLst>
              </p:cNvPr>
              <p:cNvSpPr txBox="1"/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90F003B7-AF5C-0B76-1071-70E815CD8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424" y="5756394"/>
                <a:ext cx="84516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30730E-A276-6C06-3071-F9B5B4DAEA5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215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B36ACD-9299-476A-8C95-3712FBE63DA6}"/>
                  </a:ext>
                </a:extLst>
              </p:cNvPr>
              <p:cNvSpPr txBox="1"/>
              <p:nvPr/>
            </p:nvSpPr>
            <p:spPr>
              <a:xfrm>
                <a:off x="1981702" y="1419998"/>
                <a:ext cx="6346417" cy="42421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400" dirty="0"/>
                  <a:t>For a deterministic process</a:t>
                </a:r>
              </a:p>
              <a:p>
                <a:pPr algn="ctr"/>
                <a:br>
                  <a:rPr lang="en-US" sz="4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4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4400" dirty="0"/>
              </a:p>
              <a:p>
                <a:pPr algn="ctr"/>
                <a:endParaRPr lang="en-US" sz="4400" dirty="0"/>
              </a:p>
              <a:p>
                <a:pPr algn="ctr"/>
                <a:r>
                  <a:rPr lang="en-US" sz="4400" dirty="0"/>
                  <a:t>(equal if reversible)</a:t>
                </a:r>
              </a:p>
              <a:p>
                <a:pPr algn="ctr"/>
                <a:r>
                  <a:rPr lang="en-US" sz="4400" dirty="0"/>
                  <a:t>(maximum at equilibrium)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B36ACD-9299-476A-8C95-3712FBE63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702" y="1419998"/>
                <a:ext cx="6346417" cy="4242123"/>
              </a:xfrm>
              <a:prstGeom prst="rect">
                <a:avLst/>
              </a:prstGeom>
              <a:blipFill>
                <a:blip r:embed="rId2"/>
                <a:stretch>
                  <a:fillRect l="-3458" t="-3017" r="-3554" b="-5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9602D7-14AF-2297-9675-9133FBD54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83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4258C6-BFA9-4CAC-9ACE-CB9B7A6749D7}"/>
              </a:ext>
            </a:extLst>
          </p:cNvPr>
          <p:cNvSpPr txBox="1"/>
          <p:nvPr/>
        </p:nvSpPr>
        <p:spPr>
          <a:xfrm>
            <a:off x="214604" y="305187"/>
            <a:ext cx="117659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Suppose we have a composite of two systems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6319DB8-34D5-4808-8E3F-9672091E8F82}"/>
              </a:ext>
            </a:extLst>
          </p:cNvPr>
          <p:cNvGrpSpPr/>
          <p:nvPr/>
        </p:nvGrpSpPr>
        <p:grpSpPr>
          <a:xfrm>
            <a:off x="349698" y="1389724"/>
            <a:ext cx="885379" cy="1482267"/>
            <a:chOff x="1408384" y="1385535"/>
            <a:chExt cx="885379" cy="1482267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E7D4F8C-FA42-48B1-9D4D-B327BC537696}"/>
                </a:ext>
              </a:extLst>
            </p:cNvPr>
            <p:cNvGrpSpPr/>
            <p:nvPr/>
          </p:nvGrpSpPr>
          <p:grpSpPr>
            <a:xfrm>
              <a:off x="1705935" y="1624923"/>
              <a:ext cx="587828" cy="1242879"/>
              <a:chOff x="1705935" y="1624923"/>
              <a:chExt cx="587828" cy="1242879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B1DE010-656C-41BD-B5EB-FACC52D987A0}"/>
                  </a:ext>
                </a:extLst>
              </p:cNvPr>
              <p:cNvSpPr/>
              <p:nvPr/>
            </p:nvSpPr>
            <p:spPr>
              <a:xfrm>
                <a:off x="1705935" y="1624923"/>
                <a:ext cx="587828" cy="1242879"/>
              </a:xfrm>
              <a:prstGeom prst="ellipse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8739CA2-0D59-4428-889A-3F8259C29F93}"/>
                  </a:ext>
                </a:extLst>
              </p:cNvPr>
              <p:cNvSpPr/>
              <p:nvPr/>
            </p:nvSpPr>
            <p:spPr>
              <a:xfrm>
                <a:off x="1946978" y="2162388"/>
                <a:ext cx="83975" cy="8397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D14BF25-27C9-439A-B75F-05F3A2AFE8EC}"/>
                  </a:ext>
                </a:extLst>
              </p:cNvPr>
              <p:cNvSpPr/>
              <p:nvPr/>
            </p:nvSpPr>
            <p:spPr>
              <a:xfrm>
                <a:off x="1957862" y="2465704"/>
                <a:ext cx="83975" cy="8397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4FCEE20-C430-4B3C-83CB-09243373B513}"/>
                  </a:ext>
                </a:extLst>
              </p:cNvPr>
              <p:cNvSpPr/>
              <p:nvPr/>
            </p:nvSpPr>
            <p:spPr>
              <a:xfrm>
                <a:off x="1942318" y="1855281"/>
                <a:ext cx="83975" cy="8397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32B1BC2-852C-45DA-ACEE-E4DCD19AE5A7}"/>
                    </a:ext>
                  </a:extLst>
                </p:cNvPr>
                <p:cNvSpPr txBox="1"/>
                <p:nvPr/>
              </p:nvSpPr>
              <p:spPr>
                <a:xfrm>
                  <a:off x="1408384" y="1385535"/>
                  <a:ext cx="4613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𝒮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32B1BC2-852C-45DA-ACEE-E4DCD19AE5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8384" y="1385535"/>
                  <a:ext cx="461345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D5B7240-5800-4A08-945E-D60470FDBD73}"/>
              </a:ext>
            </a:extLst>
          </p:cNvPr>
          <p:cNvGrpSpPr/>
          <p:nvPr/>
        </p:nvGrpSpPr>
        <p:grpSpPr>
          <a:xfrm>
            <a:off x="289261" y="3394649"/>
            <a:ext cx="973489" cy="789798"/>
            <a:chOff x="3495081" y="2867802"/>
            <a:chExt cx="973489" cy="789798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5FE5C54-A400-400B-9E7E-4D630AB6C742}"/>
                </a:ext>
              </a:extLst>
            </p:cNvPr>
            <p:cNvGrpSpPr/>
            <p:nvPr/>
          </p:nvGrpSpPr>
          <p:grpSpPr>
            <a:xfrm>
              <a:off x="3880742" y="3200400"/>
              <a:ext cx="587828" cy="457200"/>
              <a:chOff x="3880742" y="3200400"/>
              <a:chExt cx="587828" cy="4572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100316F-4DB4-460A-8D63-638770073E47}"/>
                  </a:ext>
                </a:extLst>
              </p:cNvPr>
              <p:cNvSpPr/>
              <p:nvPr/>
            </p:nvSpPr>
            <p:spPr>
              <a:xfrm>
                <a:off x="3880742" y="3200400"/>
                <a:ext cx="587828" cy="457200"/>
              </a:xfrm>
              <a:prstGeom prst="ellipse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CB59B23-6502-4754-88E5-9463BC6AD21A}"/>
                  </a:ext>
                </a:extLst>
              </p:cNvPr>
              <p:cNvSpPr/>
              <p:nvPr/>
            </p:nvSpPr>
            <p:spPr>
              <a:xfrm>
                <a:off x="3998157" y="3395654"/>
                <a:ext cx="83975" cy="8397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FBDC1937-AC7B-482C-8828-1E523F43963F}"/>
                  </a:ext>
                </a:extLst>
              </p:cNvPr>
              <p:cNvSpPr/>
              <p:nvPr/>
            </p:nvSpPr>
            <p:spPr>
              <a:xfrm>
                <a:off x="4281183" y="3389427"/>
                <a:ext cx="83975" cy="8397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69845D8-0F11-48D9-84A7-FC663A40B252}"/>
                    </a:ext>
                  </a:extLst>
                </p:cNvPr>
                <p:cNvSpPr txBox="1"/>
                <p:nvPr/>
              </p:nvSpPr>
              <p:spPr>
                <a:xfrm>
                  <a:off x="3495081" y="2867802"/>
                  <a:ext cx="4666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𝒮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69845D8-0F11-48D9-84A7-FC663A40B2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5081" y="2867802"/>
                  <a:ext cx="46666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097BFF6-9190-429D-859A-0F6A50101EEB}"/>
              </a:ext>
            </a:extLst>
          </p:cNvPr>
          <p:cNvGrpSpPr/>
          <p:nvPr/>
        </p:nvGrpSpPr>
        <p:grpSpPr>
          <a:xfrm>
            <a:off x="2091398" y="2063479"/>
            <a:ext cx="1401602" cy="1664055"/>
            <a:chOff x="4940330" y="961957"/>
            <a:chExt cx="1401602" cy="166405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816F2A5-4C16-45FE-85AB-D24C94C744A9}"/>
                </a:ext>
              </a:extLst>
            </p:cNvPr>
            <p:cNvGrpSpPr/>
            <p:nvPr/>
          </p:nvGrpSpPr>
          <p:grpSpPr>
            <a:xfrm>
              <a:off x="5292009" y="1383133"/>
              <a:ext cx="698244" cy="1242879"/>
              <a:chOff x="1942319" y="3651215"/>
              <a:chExt cx="698244" cy="1242879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F162A2F-E245-4A61-AEEF-64CB5752D75B}"/>
                  </a:ext>
                </a:extLst>
              </p:cNvPr>
              <p:cNvSpPr/>
              <p:nvPr/>
            </p:nvSpPr>
            <p:spPr>
              <a:xfrm>
                <a:off x="1942319" y="3651215"/>
                <a:ext cx="698244" cy="1242879"/>
              </a:xfrm>
              <a:prstGeom prst="ellipse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74F6A71-2E69-4F16-A5A9-899549E4E9AD}"/>
                  </a:ext>
                </a:extLst>
              </p:cNvPr>
              <p:cNvSpPr/>
              <p:nvPr/>
            </p:nvSpPr>
            <p:spPr>
              <a:xfrm>
                <a:off x="2099378" y="4236895"/>
                <a:ext cx="83975" cy="8397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7AA4383-86D2-4BA6-9140-A3E3363AD492}"/>
                  </a:ext>
                </a:extLst>
              </p:cNvPr>
              <p:cNvSpPr/>
              <p:nvPr/>
            </p:nvSpPr>
            <p:spPr>
              <a:xfrm>
                <a:off x="2110262" y="4540211"/>
                <a:ext cx="83975" cy="8397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CD89A90-8479-401E-95B5-2D251D1EED32}"/>
                  </a:ext>
                </a:extLst>
              </p:cNvPr>
              <p:cNvSpPr/>
              <p:nvPr/>
            </p:nvSpPr>
            <p:spPr>
              <a:xfrm>
                <a:off x="2094718" y="3929788"/>
                <a:ext cx="83975" cy="8397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A97C706-8759-4A0D-8090-80182E7ECC6C}"/>
                  </a:ext>
                </a:extLst>
              </p:cNvPr>
              <p:cNvSpPr/>
              <p:nvPr/>
            </p:nvSpPr>
            <p:spPr>
              <a:xfrm>
                <a:off x="2382404" y="4230668"/>
                <a:ext cx="83975" cy="8397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A0C3E7A-6366-47A9-8B01-E3A03A1DD750}"/>
                  </a:ext>
                </a:extLst>
              </p:cNvPr>
              <p:cNvSpPr/>
              <p:nvPr/>
            </p:nvSpPr>
            <p:spPr>
              <a:xfrm>
                <a:off x="2393288" y="4533984"/>
                <a:ext cx="83975" cy="8397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A2277A97-3A50-4C34-9208-E6EACDD59269}"/>
                  </a:ext>
                </a:extLst>
              </p:cNvPr>
              <p:cNvSpPr/>
              <p:nvPr/>
            </p:nvSpPr>
            <p:spPr>
              <a:xfrm>
                <a:off x="2377744" y="3923561"/>
                <a:ext cx="83975" cy="8397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2F0477BB-8464-4A18-A1D8-4A0AFE08C4D9}"/>
                    </a:ext>
                  </a:extLst>
                </p:cNvPr>
                <p:cNvSpPr txBox="1"/>
                <p:nvPr/>
              </p:nvSpPr>
              <p:spPr>
                <a:xfrm>
                  <a:off x="4940330" y="961957"/>
                  <a:ext cx="14016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𝒮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𝒮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𝒮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2F0477BB-8464-4A18-A1D8-4A0AFE08C4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0330" y="961957"/>
                  <a:ext cx="140160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B7A95184-EB95-4FEE-939C-EB675087770B}"/>
              </a:ext>
            </a:extLst>
          </p:cNvPr>
          <p:cNvSpPr txBox="1"/>
          <p:nvPr/>
        </p:nvSpPr>
        <p:spPr>
          <a:xfrm>
            <a:off x="473817" y="4539830"/>
            <a:ext cx="48787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State space</a:t>
            </a:r>
            <a:br>
              <a:rPr lang="en-US" sz="3200" dirty="0"/>
            </a:br>
            <a:r>
              <a:rPr lang="en-US" sz="3200" dirty="0"/>
              <a:t>is the product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7552F3-FC56-4DD9-AA65-0393A46734F2}"/>
              </a:ext>
            </a:extLst>
          </p:cNvPr>
          <p:cNvSpPr txBox="1"/>
          <p:nvPr/>
        </p:nvSpPr>
        <p:spPr>
          <a:xfrm>
            <a:off x="4261932" y="4885303"/>
            <a:ext cx="50407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Evolutions, in general, are not the product: there may be correlations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A13266A-7F47-4B5A-B6EB-F1B4A31FF392}"/>
              </a:ext>
            </a:extLst>
          </p:cNvPr>
          <p:cNvGrpSpPr/>
          <p:nvPr/>
        </p:nvGrpSpPr>
        <p:grpSpPr>
          <a:xfrm>
            <a:off x="4273389" y="1413349"/>
            <a:ext cx="6236859" cy="3279535"/>
            <a:chOff x="1679454" y="101107"/>
            <a:chExt cx="6236859" cy="327953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EEB3B19-893B-42FA-95C9-78F41A756342}"/>
                </a:ext>
              </a:extLst>
            </p:cNvPr>
            <p:cNvSpPr/>
            <p:nvPr/>
          </p:nvSpPr>
          <p:spPr>
            <a:xfrm>
              <a:off x="1833188" y="1071197"/>
              <a:ext cx="1109356" cy="613848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408156 h 408156"/>
                <a:gd name="connsiteX1" fmla="*/ 1608096 w 1608096"/>
                <a:gd name="connsiteY1" fmla="*/ 0 h 408156"/>
                <a:gd name="connsiteX0" fmla="*/ 0 w 1461557"/>
                <a:gd name="connsiteY0" fmla="*/ 683648 h 683648"/>
                <a:gd name="connsiteX1" fmla="*/ 1461557 w 1461557"/>
                <a:gd name="connsiteY1" fmla="*/ 0 h 683648"/>
                <a:gd name="connsiteX0" fmla="*/ 0 w 1520172"/>
                <a:gd name="connsiteY0" fmla="*/ 736403 h 736403"/>
                <a:gd name="connsiteX1" fmla="*/ 1520172 w 1520172"/>
                <a:gd name="connsiteY1" fmla="*/ 0 h 736403"/>
                <a:gd name="connsiteX0" fmla="*/ 0 w 1479141"/>
                <a:gd name="connsiteY0" fmla="*/ 818464 h 818464"/>
                <a:gd name="connsiteX1" fmla="*/ 1479141 w 1479141"/>
                <a:gd name="connsiteY1" fmla="*/ 0 h 81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79141" h="818464">
                  <a:moveTo>
                    <a:pt x="0" y="818464"/>
                  </a:moveTo>
                  <a:lnTo>
                    <a:pt x="147914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9C25C18-4270-4DAE-8FCD-7E89F24A65D9}"/>
                </a:ext>
              </a:extLst>
            </p:cNvPr>
            <p:cNvSpPr/>
            <p:nvPr/>
          </p:nvSpPr>
          <p:spPr>
            <a:xfrm>
              <a:off x="1819999" y="464532"/>
              <a:ext cx="1122545" cy="741308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837225 h 864760"/>
                <a:gd name="connsiteX1" fmla="*/ 813799 w 1608096"/>
                <a:gd name="connsiteY1" fmla="*/ 3572 h 864760"/>
                <a:gd name="connsiteX2" fmla="*/ 1608096 w 1608096"/>
                <a:gd name="connsiteY2" fmla="*/ 429069 h 864760"/>
                <a:gd name="connsiteX0" fmla="*/ 0 w 1608096"/>
                <a:gd name="connsiteY0" fmla="*/ 837225 h 837225"/>
                <a:gd name="connsiteX1" fmla="*/ 813799 w 1608096"/>
                <a:gd name="connsiteY1" fmla="*/ 3572 h 837225"/>
                <a:gd name="connsiteX2" fmla="*/ 1608096 w 1608096"/>
                <a:gd name="connsiteY2" fmla="*/ 429069 h 837225"/>
                <a:gd name="connsiteX0" fmla="*/ 0 w 1608096"/>
                <a:gd name="connsiteY0" fmla="*/ 847908 h 847908"/>
                <a:gd name="connsiteX1" fmla="*/ 813799 w 1608096"/>
                <a:gd name="connsiteY1" fmla="*/ 14255 h 847908"/>
                <a:gd name="connsiteX2" fmla="*/ 1608096 w 1608096"/>
                <a:gd name="connsiteY2" fmla="*/ 439752 h 847908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998154 h 998154"/>
                <a:gd name="connsiteX1" fmla="*/ 761044 w 1496727"/>
                <a:gd name="connsiteY1" fmla="*/ 41410 h 998154"/>
                <a:gd name="connsiteX2" fmla="*/ 1496727 w 1496727"/>
                <a:gd name="connsiteY2" fmla="*/ 349676 h 998154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96727" h="988409">
                  <a:moveTo>
                    <a:pt x="0" y="988409"/>
                  </a:moveTo>
                  <a:cubicBezTo>
                    <a:pt x="28472" y="486410"/>
                    <a:pt x="452975" y="151468"/>
                    <a:pt x="702429" y="43388"/>
                  </a:cubicBezTo>
                  <a:cubicBezTo>
                    <a:pt x="951883" y="-64692"/>
                    <a:pt x="1355184" y="27328"/>
                    <a:pt x="1496727" y="33993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504FA46-15B8-4FE2-A597-1BAFBD9118BF}"/>
                </a:ext>
              </a:extLst>
            </p:cNvPr>
            <p:cNvSpPr/>
            <p:nvPr/>
          </p:nvSpPr>
          <p:spPr>
            <a:xfrm>
              <a:off x="1833188" y="1557505"/>
              <a:ext cx="1122545" cy="765400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837225 h 864760"/>
                <a:gd name="connsiteX1" fmla="*/ 813799 w 1608096"/>
                <a:gd name="connsiteY1" fmla="*/ 3572 h 864760"/>
                <a:gd name="connsiteX2" fmla="*/ 1608096 w 1608096"/>
                <a:gd name="connsiteY2" fmla="*/ 429069 h 864760"/>
                <a:gd name="connsiteX0" fmla="*/ 0 w 1608096"/>
                <a:gd name="connsiteY0" fmla="*/ 837225 h 837225"/>
                <a:gd name="connsiteX1" fmla="*/ 813799 w 1608096"/>
                <a:gd name="connsiteY1" fmla="*/ 3572 h 837225"/>
                <a:gd name="connsiteX2" fmla="*/ 1608096 w 1608096"/>
                <a:gd name="connsiteY2" fmla="*/ 429069 h 837225"/>
                <a:gd name="connsiteX0" fmla="*/ 0 w 1608096"/>
                <a:gd name="connsiteY0" fmla="*/ 847908 h 847908"/>
                <a:gd name="connsiteX1" fmla="*/ 813799 w 1608096"/>
                <a:gd name="connsiteY1" fmla="*/ 14255 h 847908"/>
                <a:gd name="connsiteX2" fmla="*/ 1608096 w 1608096"/>
                <a:gd name="connsiteY2" fmla="*/ 439752 h 847908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998154 h 998154"/>
                <a:gd name="connsiteX1" fmla="*/ 761044 w 1496727"/>
                <a:gd name="connsiteY1" fmla="*/ 41410 h 998154"/>
                <a:gd name="connsiteX2" fmla="*/ 1496727 w 1496727"/>
                <a:gd name="connsiteY2" fmla="*/ 349676 h 998154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  <a:gd name="connsiteX0" fmla="*/ 0 w 1496727"/>
                <a:gd name="connsiteY0" fmla="*/ 700797 h 1042301"/>
                <a:gd name="connsiteX1" fmla="*/ 784491 w 1496727"/>
                <a:gd name="connsiteY1" fmla="*/ 1033590 h 1042301"/>
                <a:gd name="connsiteX2" fmla="*/ 1496727 w 1496727"/>
                <a:gd name="connsiteY2" fmla="*/ 52319 h 1042301"/>
                <a:gd name="connsiteX0" fmla="*/ 0 w 1496727"/>
                <a:gd name="connsiteY0" fmla="*/ 700797 h 1072850"/>
                <a:gd name="connsiteX1" fmla="*/ 784491 w 1496727"/>
                <a:gd name="connsiteY1" fmla="*/ 1033590 h 1072850"/>
                <a:gd name="connsiteX2" fmla="*/ 1496727 w 1496727"/>
                <a:gd name="connsiteY2" fmla="*/ 52319 h 1072850"/>
                <a:gd name="connsiteX0" fmla="*/ 0 w 1496727"/>
                <a:gd name="connsiteY0" fmla="*/ 648478 h 1020531"/>
                <a:gd name="connsiteX1" fmla="*/ 784491 w 1496727"/>
                <a:gd name="connsiteY1" fmla="*/ 981271 h 1020531"/>
                <a:gd name="connsiteX2" fmla="*/ 1496727 w 1496727"/>
                <a:gd name="connsiteY2" fmla="*/ 0 h 10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96727" h="1020531">
                  <a:moveTo>
                    <a:pt x="0" y="648478"/>
                  </a:moveTo>
                  <a:cubicBezTo>
                    <a:pt x="104672" y="972955"/>
                    <a:pt x="535037" y="1089351"/>
                    <a:pt x="784491" y="981271"/>
                  </a:cubicBezTo>
                  <a:cubicBezTo>
                    <a:pt x="1033945" y="873191"/>
                    <a:pt x="1378631" y="431812"/>
                    <a:pt x="1496727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65CDB8F-009A-4FFF-8E41-F9869ED3A801}"/>
                    </a:ext>
                  </a:extLst>
                </p:cNvPr>
                <p:cNvSpPr txBox="1"/>
                <p:nvPr/>
              </p:nvSpPr>
              <p:spPr>
                <a:xfrm>
                  <a:off x="2006214" y="2662238"/>
                  <a:ext cx="5487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65CDB8F-009A-4FFF-8E41-F9869ED3A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214" y="2662238"/>
                  <a:ext cx="548740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BBB5DAD-7ACB-44C7-A99E-476E56113900}"/>
                </a:ext>
              </a:extLst>
            </p:cNvPr>
            <p:cNvSpPr/>
            <p:nvPr/>
          </p:nvSpPr>
          <p:spPr>
            <a:xfrm>
              <a:off x="3913984" y="2712426"/>
              <a:ext cx="548740" cy="572961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408156 h 408156"/>
                <a:gd name="connsiteX1" fmla="*/ 1608096 w 1608096"/>
                <a:gd name="connsiteY1" fmla="*/ 0 h 408156"/>
                <a:gd name="connsiteX0" fmla="*/ 0 w 1461557"/>
                <a:gd name="connsiteY0" fmla="*/ 683648 h 683648"/>
                <a:gd name="connsiteX1" fmla="*/ 1461557 w 1461557"/>
                <a:gd name="connsiteY1" fmla="*/ 0 h 683648"/>
                <a:gd name="connsiteX0" fmla="*/ 0 w 1520172"/>
                <a:gd name="connsiteY0" fmla="*/ 736403 h 736403"/>
                <a:gd name="connsiteX1" fmla="*/ 1520172 w 1520172"/>
                <a:gd name="connsiteY1" fmla="*/ 0 h 736403"/>
                <a:gd name="connsiteX0" fmla="*/ 0 w 1479141"/>
                <a:gd name="connsiteY0" fmla="*/ 818464 h 818464"/>
                <a:gd name="connsiteX1" fmla="*/ 1479141 w 1479141"/>
                <a:gd name="connsiteY1" fmla="*/ 0 h 81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79141" h="818464">
                  <a:moveTo>
                    <a:pt x="0" y="818464"/>
                  </a:moveTo>
                  <a:lnTo>
                    <a:pt x="147914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419F6D7-30A0-44AD-A470-8A89FF9A3C8B}"/>
                </a:ext>
              </a:extLst>
            </p:cNvPr>
            <p:cNvSpPr/>
            <p:nvPr/>
          </p:nvSpPr>
          <p:spPr>
            <a:xfrm>
              <a:off x="4939703" y="2712425"/>
              <a:ext cx="252155" cy="572961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408156 h 408156"/>
                <a:gd name="connsiteX1" fmla="*/ 1608096 w 1608096"/>
                <a:gd name="connsiteY1" fmla="*/ 0 h 408156"/>
                <a:gd name="connsiteX0" fmla="*/ 0 w 1461557"/>
                <a:gd name="connsiteY0" fmla="*/ 683648 h 683648"/>
                <a:gd name="connsiteX1" fmla="*/ 1461557 w 1461557"/>
                <a:gd name="connsiteY1" fmla="*/ 0 h 683648"/>
                <a:gd name="connsiteX0" fmla="*/ 0 w 1520172"/>
                <a:gd name="connsiteY0" fmla="*/ 736403 h 736403"/>
                <a:gd name="connsiteX1" fmla="*/ 1520172 w 1520172"/>
                <a:gd name="connsiteY1" fmla="*/ 0 h 736403"/>
                <a:gd name="connsiteX0" fmla="*/ 0 w 1479141"/>
                <a:gd name="connsiteY0" fmla="*/ 818464 h 818464"/>
                <a:gd name="connsiteX1" fmla="*/ 1479141 w 1479141"/>
                <a:gd name="connsiteY1" fmla="*/ 0 h 81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79141" h="818464">
                  <a:moveTo>
                    <a:pt x="0" y="818464"/>
                  </a:moveTo>
                  <a:lnTo>
                    <a:pt x="147914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D640351-FF7A-4ECE-83ED-900343E4C7CE}"/>
                </a:ext>
              </a:extLst>
            </p:cNvPr>
            <p:cNvSpPr/>
            <p:nvPr/>
          </p:nvSpPr>
          <p:spPr>
            <a:xfrm flipH="1">
              <a:off x="5713266" y="2712424"/>
              <a:ext cx="330819" cy="572961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408156 h 408156"/>
                <a:gd name="connsiteX1" fmla="*/ 1608096 w 1608096"/>
                <a:gd name="connsiteY1" fmla="*/ 0 h 408156"/>
                <a:gd name="connsiteX0" fmla="*/ 0 w 1461557"/>
                <a:gd name="connsiteY0" fmla="*/ 683648 h 683648"/>
                <a:gd name="connsiteX1" fmla="*/ 1461557 w 1461557"/>
                <a:gd name="connsiteY1" fmla="*/ 0 h 683648"/>
                <a:gd name="connsiteX0" fmla="*/ 0 w 1520172"/>
                <a:gd name="connsiteY0" fmla="*/ 736403 h 736403"/>
                <a:gd name="connsiteX1" fmla="*/ 1520172 w 1520172"/>
                <a:gd name="connsiteY1" fmla="*/ 0 h 736403"/>
                <a:gd name="connsiteX0" fmla="*/ 0 w 1479141"/>
                <a:gd name="connsiteY0" fmla="*/ 818464 h 818464"/>
                <a:gd name="connsiteX1" fmla="*/ 1479141 w 1479141"/>
                <a:gd name="connsiteY1" fmla="*/ 0 h 81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79141" h="818464">
                  <a:moveTo>
                    <a:pt x="0" y="818464"/>
                  </a:moveTo>
                  <a:lnTo>
                    <a:pt x="147914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CFF628F-C890-450A-A991-84E0C1E21994}"/>
                    </a:ext>
                  </a:extLst>
                </p:cNvPr>
                <p:cNvSpPr txBox="1"/>
                <p:nvPr/>
              </p:nvSpPr>
              <p:spPr>
                <a:xfrm>
                  <a:off x="6396085" y="2895625"/>
                  <a:ext cx="5487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CFF628F-C890-450A-A991-84E0C1E219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085" y="2895625"/>
                  <a:ext cx="548740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E04961C-C97A-49EF-88E3-39CCE3E9C4FC}"/>
                </a:ext>
              </a:extLst>
            </p:cNvPr>
            <p:cNvSpPr/>
            <p:nvPr/>
          </p:nvSpPr>
          <p:spPr>
            <a:xfrm>
              <a:off x="3894858" y="464532"/>
              <a:ext cx="587328" cy="741308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837225 h 864760"/>
                <a:gd name="connsiteX1" fmla="*/ 813799 w 1608096"/>
                <a:gd name="connsiteY1" fmla="*/ 3572 h 864760"/>
                <a:gd name="connsiteX2" fmla="*/ 1608096 w 1608096"/>
                <a:gd name="connsiteY2" fmla="*/ 429069 h 864760"/>
                <a:gd name="connsiteX0" fmla="*/ 0 w 1608096"/>
                <a:gd name="connsiteY0" fmla="*/ 837225 h 837225"/>
                <a:gd name="connsiteX1" fmla="*/ 813799 w 1608096"/>
                <a:gd name="connsiteY1" fmla="*/ 3572 h 837225"/>
                <a:gd name="connsiteX2" fmla="*/ 1608096 w 1608096"/>
                <a:gd name="connsiteY2" fmla="*/ 429069 h 837225"/>
                <a:gd name="connsiteX0" fmla="*/ 0 w 1608096"/>
                <a:gd name="connsiteY0" fmla="*/ 847908 h 847908"/>
                <a:gd name="connsiteX1" fmla="*/ 813799 w 1608096"/>
                <a:gd name="connsiteY1" fmla="*/ 14255 h 847908"/>
                <a:gd name="connsiteX2" fmla="*/ 1608096 w 1608096"/>
                <a:gd name="connsiteY2" fmla="*/ 439752 h 847908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998154 h 998154"/>
                <a:gd name="connsiteX1" fmla="*/ 761044 w 1496727"/>
                <a:gd name="connsiteY1" fmla="*/ 41410 h 998154"/>
                <a:gd name="connsiteX2" fmla="*/ 1496727 w 1496727"/>
                <a:gd name="connsiteY2" fmla="*/ 349676 h 998154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96727" h="988409">
                  <a:moveTo>
                    <a:pt x="0" y="988409"/>
                  </a:moveTo>
                  <a:cubicBezTo>
                    <a:pt x="28472" y="486410"/>
                    <a:pt x="452975" y="151468"/>
                    <a:pt x="702429" y="43388"/>
                  </a:cubicBezTo>
                  <a:cubicBezTo>
                    <a:pt x="951883" y="-64692"/>
                    <a:pt x="1355184" y="27328"/>
                    <a:pt x="1496727" y="33993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1F1E263-1CD0-4791-84B4-E770F9D5884B}"/>
                </a:ext>
              </a:extLst>
            </p:cNvPr>
            <p:cNvSpPr/>
            <p:nvPr/>
          </p:nvSpPr>
          <p:spPr>
            <a:xfrm>
              <a:off x="4939703" y="1071197"/>
              <a:ext cx="252155" cy="613848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408156 h 408156"/>
                <a:gd name="connsiteX1" fmla="*/ 1608096 w 1608096"/>
                <a:gd name="connsiteY1" fmla="*/ 0 h 408156"/>
                <a:gd name="connsiteX0" fmla="*/ 0 w 1461557"/>
                <a:gd name="connsiteY0" fmla="*/ 683648 h 683648"/>
                <a:gd name="connsiteX1" fmla="*/ 1461557 w 1461557"/>
                <a:gd name="connsiteY1" fmla="*/ 0 h 683648"/>
                <a:gd name="connsiteX0" fmla="*/ 0 w 1520172"/>
                <a:gd name="connsiteY0" fmla="*/ 736403 h 736403"/>
                <a:gd name="connsiteX1" fmla="*/ 1520172 w 1520172"/>
                <a:gd name="connsiteY1" fmla="*/ 0 h 736403"/>
                <a:gd name="connsiteX0" fmla="*/ 0 w 1479141"/>
                <a:gd name="connsiteY0" fmla="*/ 818464 h 818464"/>
                <a:gd name="connsiteX1" fmla="*/ 1479141 w 1479141"/>
                <a:gd name="connsiteY1" fmla="*/ 0 h 81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79141" h="818464">
                  <a:moveTo>
                    <a:pt x="0" y="818464"/>
                  </a:moveTo>
                  <a:lnTo>
                    <a:pt x="147914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9A1EC85-B483-4339-8AF0-7379B6F254B5}"/>
                </a:ext>
              </a:extLst>
            </p:cNvPr>
            <p:cNvSpPr/>
            <p:nvPr/>
          </p:nvSpPr>
          <p:spPr>
            <a:xfrm flipH="1">
              <a:off x="5709109" y="1639567"/>
              <a:ext cx="353962" cy="765400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837225 h 864760"/>
                <a:gd name="connsiteX1" fmla="*/ 813799 w 1608096"/>
                <a:gd name="connsiteY1" fmla="*/ 3572 h 864760"/>
                <a:gd name="connsiteX2" fmla="*/ 1608096 w 1608096"/>
                <a:gd name="connsiteY2" fmla="*/ 429069 h 864760"/>
                <a:gd name="connsiteX0" fmla="*/ 0 w 1608096"/>
                <a:gd name="connsiteY0" fmla="*/ 837225 h 837225"/>
                <a:gd name="connsiteX1" fmla="*/ 813799 w 1608096"/>
                <a:gd name="connsiteY1" fmla="*/ 3572 h 837225"/>
                <a:gd name="connsiteX2" fmla="*/ 1608096 w 1608096"/>
                <a:gd name="connsiteY2" fmla="*/ 429069 h 837225"/>
                <a:gd name="connsiteX0" fmla="*/ 0 w 1608096"/>
                <a:gd name="connsiteY0" fmla="*/ 847908 h 847908"/>
                <a:gd name="connsiteX1" fmla="*/ 813799 w 1608096"/>
                <a:gd name="connsiteY1" fmla="*/ 14255 h 847908"/>
                <a:gd name="connsiteX2" fmla="*/ 1608096 w 1608096"/>
                <a:gd name="connsiteY2" fmla="*/ 439752 h 847908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998154 h 998154"/>
                <a:gd name="connsiteX1" fmla="*/ 761044 w 1496727"/>
                <a:gd name="connsiteY1" fmla="*/ 41410 h 998154"/>
                <a:gd name="connsiteX2" fmla="*/ 1496727 w 1496727"/>
                <a:gd name="connsiteY2" fmla="*/ 349676 h 998154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  <a:gd name="connsiteX0" fmla="*/ 0 w 1496727"/>
                <a:gd name="connsiteY0" fmla="*/ 700797 h 1042301"/>
                <a:gd name="connsiteX1" fmla="*/ 784491 w 1496727"/>
                <a:gd name="connsiteY1" fmla="*/ 1033590 h 1042301"/>
                <a:gd name="connsiteX2" fmla="*/ 1496727 w 1496727"/>
                <a:gd name="connsiteY2" fmla="*/ 52319 h 1042301"/>
                <a:gd name="connsiteX0" fmla="*/ 0 w 1496727"/>
                <a:gd name="connsiteY0" fmla="*/ 700797 h 1072850"/>
                <a:gd name="connsiteX1" fmla="*/ 784491 w 1496727"/>
                <a:gd name="connsiteY1" fmla="*/ 1033590 h 1072850"/>
                <a:gd name="connsiteX2" fmla="*/ 1496727 w 1496727"/>
                <a:gd name="connsiteY2" fmla="*/ 52319 h 1072850"/>
                <a:gd name="connsiteX0" fmla="*/ 0 w 1496727"/>
                <a:gd name="connsiteY0" fmla="*/ 648478 h 1020531"/>
                <a:gd name="connsiteX1" fmla="*/ 784491 w 1496727"/>
                <a:gd name="connsiteY1" fmla="*/ 981271 h 1020531"/>
                <a:gd name="connsiteX2" fmla="*/ 1496727 w 1496727"/>
                <a:gd name="connsiteY2" fmla="*/ 0 h 10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96727" h="1020531">
                  <a:moveTo>
                    <a:pt x="0" y="648478"/>
                  </a:moveTo>
                  <a:cubicBezTo>
                    <a:pt x="104672" y="972955"/>
                    <a:pt x="535037" y="1089351"/>
                    <a:pt x="784491" y="981271"/>
                  </a:cubicBezTo>
                  <a:cubicBezTo>
                    <a:pt x="1033945" y="873191"/>
                    <a:pt x="1378631" y="431812"/>
                    <a:pt x="1496727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F780F15B-34E8-4DFE-8E03-5BE42403BE7B}"/>
                    </a:ext>
                  </a:extLst>
                </p:cNvPr>
                <p:cNvSpPr txBox="1"/>
                <p:nvPr/>
              </p:nvSpPr>
              <p:spPr>
                <a:xfrm>
                  <a:off x="6833388" y="1134013"/>
                  <a:ext cx="108292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F780F15B-34E8-4DFE-8E03-5BE42403BE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3388" y="1134013"/>
                  <a:ext cx="1082925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Trapezoid 61">
              <a:extLst>
                <a:ext uri="{FF2B5EF4-FFF2-40B4-BE49-F238E27FC236}">
                  <a16:creationId xmlns:a16="http://schemas.microsoft.com/office/drawing/2014/main" id="{977218C1-A6C2-4E18-B478-B33610FE9E54}"/>
                </a:ext>
              </a:extLst>
            </p:cNvPr>
            <p:cNvSpPr/>
            <p:nvPr/>
          </p:nvSpPr>
          <p:spPr>
            <a:xfrm>
              <a:off x="3349870" y="2576146"/>
              <a:ext cx="3239966" cy="804496"/>
            </a:xfrm>
            <a:prstGeom prst="trapezoid">
              <a:avLst>
                <a:gd name="adj" fmla="val 59973"/>
              </a:avLst>
            </a:prstGeom>
            <a:noFill/>
            <a:ln w="19050">
              <a:solidFill>
                <a:schemeClr val="tx1">
                  <a:lumMod val="75000"/>
                  <a:lumOff val="2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rapezoid 62">
              <a:extLst>
                <a:ext uri="{FF2B5EF4-FFF2-40B4-BE49-F238E27FC236}">
                  <a16:creationId xmlns:a16="http://schemas.microsoft.com/office/drawing/2014/main" id="{4179DEC5-FF87-46F0-A0AF-2865A417D576}"/>
                </a:ext>
              </a:extLst>
            </p:cNvPr>
            <p:cNvSpPr/>
            <p:nvPr/>
          </p:nvSpPr>
          <p:spPr>
            <a:xfrm rot="5400000">
              <a:off x="1084992" y="695569"/>
              <a:ext cx="2611317" cy="1422394"/>
            </a:xfrm>
            <a:prstGeom prst="trapezoid">
              <a:avLst>
                <a:gd name="adj" fmla="val 24581"/>
              </a:avLst>
            </a:prstGeom>
            <a:noFill/>
            <a:ln w="19050">
              <a:solidFill>
                <a:schemeClr val="tx1">
                  <a:lumMod val="75000"/>
                  <a:lumOff val="2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CF95BE56-DB04-476A-A6CF-109C6145ACA9}"/>
                </a:ext>
              </a:extLst>
            </p:cNvPr>
            <p:cNvGrpSpPr/>
            <p:nvPr/>
          </p:nvGrpSpPr>
          <p:grpSpPr>
            <a:xfrm>
              <a:off x="3343049" y="101108"/>
              <a:ext cx="3246786" cy="2614247"/>
              <a:chOff x="3343049" y="101108"/>
              <a:chExt cx="3246786" cy="2614247"/>
            </a:xfrm>
          </p:grpSpPr>
          <p:sp>
            <p:nvSpPr>
              <p:cNvPr id="65" name="Trapezoid 64">
                <a:extLst>
                  <a:ext uri="{FF2B5EF4-FFF2-40B4-BE49-F238E27FC236}">
                    <a16:creationId xmlns:a16="http://schemas.microsoft.com/office/drawing/2014/main" id="{ADA47AF3-7C0E-474A-98DF-A8ED5DA84437}"/>
                  </a:ext>
                </a:extLst>
              </p:cNvPr>
              <p:cNvSpPr/>
              <p:nvPr/>
            </p:nvSpPr>
            <p:spPr>
              <a:xfrm rot="5400000" flipV="1">
                <a:off x="5041386" y="1163976"/>
                <a:ext cx="2611317" cy="485581"/>
              </a:xfrm>
              <a:prstGeom prst="trapezoid">
                <a:avLst>
                  <a:gd name="adj" fmla="val 68942"/>
                </a:avLst>
              </a:prstGeom>
              <a:noFill/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rapezoid 65">
                <a:extLst>
                  <a:ext uri="{FF2B5EF4-FFF2-40B4-BE49-F238E27FC236}">
                    <a16:creationId xmlns:a16="http://schemas.microsoft.com/office/drawing/2014/main" id="{770A740F-1989-494E-ADF3-E0DA8710A38C}"/>
                  </a:ext>
                </a:extLst>
              </p:cNvPr>
              <p:cNvSpPr/>
              <p:nvPr/>
            </p:nvSpPr>
            <p:spPr>
              <a:xfrm rot="5400000">
                <a:off x="2278753" y="1172225"/>
                <a:ext cx="2611317" cy="469084"/>
              </a:xfrm>
              <a:prstGeom prst="trapezoid">
                <a:avLst>
                  <a:gd name="adj" fmla="val 71440"/>
                </a:avLst>
              </a:prstGeom>
              <a:noFill/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AB75D0A6-1821-4EC1-95CA-07BEB42683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18954" y="441091"/>
                <a:ext cx="2285300" cy="0"/>
              </a:xfrm>
              <a:prstGeom prst="line">
                <a:avLst/>
              </a:prstGeom>
              <a:noFill/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2DA99644-9022-411E-978E-A2E5DA14EF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5073" y="2373934"/>
                <a:ext cx="2285300" cy="0"/>
              </a:xfrm>
              <a:prstGeom prst="line">
                <a:avLst/>
              </a:prstGeom>
              <a:noFill/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56EA21D5-00A7-4A59-B7EE-D3BDDEFB19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2725" y="101117"/>
                <a:ext cx="3237110" cy="0"/>
              </a:xfrm>
              <a:prstGeom prst="line">
                <a:avLst/>
              </a:prstGeom>
              <a:noFill/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7805CF4B-48F2-4DCC-9DDF-86CC2F57FE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3049" y="2715355"/>
                <a:ext cx="3237110" cy="0"/>
              </a:xfrm>
              <a:prstGeom prst="line">
                <a:avLst/>
              </a:prstGeom>
              <a:noFill/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" name="Arrow: Right 1">
            <a:extLst>
              <a:ext uri="{FF2B5EF4-FFF2-40B4-BE49-F238E27FC236}">
                <a16:creationId xmlns:a16="http://schemas.microsoft.com/office/drawing/2014/main" id="{764E0532-F2F5-43A9-93CD-853DCC62F167}"/>
              </a:ext>
            </a:extLst>
          </p:cNvPr>
          <p:cNvSpPr/>
          <p:nvPr/>
        </p:nvSpPr>
        <p:spPr>
          <a:xfrm>
            <a:off x="1422515" y="2771720"/>
            <a:ext cx="793404" cy="584775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B8C3E-971F-A759-20CE-BC435F2A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6413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829DED-4665-421B-9C21-341E61C0DBE2}"/>
                  </a:ext>
                </a:extLst>
              </p:cNvPr>
              <p:cNvSpPr txBox="1"/>
              <p:nvPr/>
            </p:nvSpPr>
            <p:spPr>
              <a:xfrm>
                <a:off x="501109" y="3469717"/>
                <a:ext cx="55669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For each pair of evolutions there is an evolution of the composite: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829DED-4665-421B-9C21-341E61C0D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09" y="3469717"/>
                <a:ext cx="5566932" cy="707886"/>
              </a:xfrm>
              <a:prstGeom prst="rect">
                <a:avLst/>
              </a:prstGeom>
              <a:blipFill>
                <a:blip r:embed="rId2"/>
                <a:stretch>
                  <a:fillRect l="-1095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292F740-5B5E-428B-84ED-62E709B19BE9}"/>
                  </a:ext>
                </a:extLst>
              </p:cNvPr>
              <p:cNvSpPr txBox="1"/>
              <p:nvPr/>
            </p:nvSpPr>
            <p:spPr>
              <a:xfrm>
                <a:off x="505341" y="2707502"/>
                <a:ext cx="502103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For each pair of states there is a state for the composite system: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#(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𝒮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)=#(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𝒮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)#(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𝒮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292F740-5B5E-428B-84ED-62E709B19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41" y="2707502"/>
                <a:ext cx="5021037" cy="707886"/>
              </a:xfrm>
              <a:prstGeom prst="rect">
                <a:avLst/>
              </a:prstGeom>
              <a:blipFill>
                <a:blip r:embed="rId3"/>
                <a:stretch>
                  <a:fillRect l="-1335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B7A95184-EB95-4FEE-939C-EB675087770B}"/>
              </a:ext>
            </a:extLst>
          </p:cNvPr>
          <p:cNvSpPr txBox="1"/>
          <p:nvPr/>
        </p:nvSpPr>
        <p:spPr>
          <a:xfrm>
            <a:off x="296283" y="464731"/>
            <a:ext cx="602489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If the systems are independent, the evolution of one does not constrain the evolution of the other: all pairs are possible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F7552F3-FC56-4DD9-AA65-0393A46734F2}"/>
                  </a:ext>
                </a:extLst>
              </p:cNvPr>
              <p:cNvSpPr txBox="1"/>
              <p:nvPr/>
            </p:nvSpPr>
            <p:spPr>
              <a:xfrm>
                <a:off x="214604" y="5386941"/>
                <a:ext cx="9022838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dirty="0"/>
                  <a:t>Note: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</m:oMath>
                </a14:m>
                <a:endParaRPr lang="en-US" sz="3200" dirty="0"/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3200" dirty="0"/>
                  <a:t> is additive for independent systems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F7552F3-FC56-4DD9-AA65-0393A4673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604" y="5386941"/>
                <a:ext cx="9022838" cy="1077218"/>
              </a:xfrm>
              <a:prstGeom prst="rect">
                <a:avLst/>
              </a:prstGeom>
              <a:blipFill>
                <a:blip r:embed="rId4"/>
                <a:stretch>
                  <a:fillRect t="-6818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EA13266A-7F47-4B5A-B6EB-F1B4A31FF392}"/>
              </a:ext>
            </a:extLst>
          </p:cNvPr>
          <p:cNvGrpSpPr/>
          <p:nvPr/>
        </p:nvGrpSpPr>
        <p:grpSpPr>
          <a:xfrm>
            <a:off x="6702042" y="190124"/>
            <a:ext cx="5265371" cy="3841734"/>
            <a:chOff x="1679454" y="-461092"/>
            <a:chExt cx="5265371" cy="3841734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EEB3B19-893B-42FA-95C9-78F41A756342}"/>
                </a:ext>
              </a:extLst>
            </p:cNvPr>
            <p:cNvSpPr/>
            <p:nvPr/>
          </p:nvSpPr>
          <p:spPr>
            <a:xfrm>
              <a:off x="1833188" y="1071197"/>
              <a:ext cx="1109356" cy="613848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408156 h 408156"/>
                <a:gd name="connsiteX1" fmla="*/ 1608096 w 1608096"/>
                <a:gd name="connsiteY1" fmla="*/ 0 h 408156"/>
                <a:gd name="connsiteX0" fmla="*/ 0 w 1461557"/>
                <a:gd name="connsiteY0" fmla="*/ 683648 h 683648"/>
                <a:gd name="connsiteX1" fmla="*/ 1461557 w 1461557"/>
                <a:gd name="connsiteY1" fmla="*/ 0 h 683648"/>
                <a:gd name="connsiteX0" fmla="*/ 0 w 1520172"/>
                <a:gd name="connsiteY0" fmla="*/ 736403 h 736403"/>
                <a:gd name="connsiteX1" fmla="*/ 1520172 w 1520172"/>
                <a:gd name="connsiteY1" fmla="*/ 0 h 736403"/>
                <a:gd name="connsiteX0" fmla="*/ 0 w 1479141"/>
                <a:gd name="connsiteY0" fmla="*/ 818464 h 818464"/>
                <a:gd name="connsiteX1" fmla="*/ 1479141 w 1479141"/>
                <a:gd name="connsiteY1" fmla="*/ 0 h 81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79141" h="818464">
                  <a:moveTo>
                    <a:pt x="0" y="818464"/>
                  </a:moveTo>
                  <a:lnTo>
                    <a:pt x="147914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9C25C18-4270-4DAE-8FCD-7E89F24A65D9}"/>
                </a:ext>
              </a:extLst>
            </p:cNvPr>
            <p:cNvSpPr/>
            <p:nvPr/>
          </p:nvSpPr>
          <p:spPr>
            <a:xfrm>
              <a:off x="1819999" y="464532"/>
              <a:ext cx="1122545" cy="741308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837225 h 864760"/>
                <a:gd name="connsiteX1" fmla="*/ 813799 w 1608096"/>
                <a:gd name="connsiteY1" fmla="*/ 3572 h 864760"/>
                <a:gd name="connsiteX2" fmla="*/ 1608096 w 1608096"/>
                <a:gd name="connsiteY2" fmla="*/ 429069 h 864760"/>
                <a:gd name="connsiteX0" fmla="*/ 0 w 1608096"/>
                <a:gd name="connsiteY0" fmla="*/ 837225 h 837225"/>
                <a:gd name="connsiteX1" fmla="*/ 813799 w 1608096"/>
                <a:gd name="connsiteY1" fmla="*/ 3572 h 837225"/>
                <a:gd name="connsiteX2" fmla="*/ 1608096 w 1608096"/>
                <a:gd name="connsiteY2" fmla="*/ 429069 h 837225"/>
                <a:gd name="connsiteX0" fmla="*/ 0 w 1608096"/>
                <a:gd name="connsiteY0" fmla="*/ 847908 h 847908"/>
                <a:gd name="connsiteX1" fmla="*/ 813799 w 1608096"/>
                <a:gd name="connsiteY1" fmla="*/ 14255 h 847908"/>
                <a:gd name="connsiteX2" fmla="*/ 1608096 w 1608096"/>
                <a:gd name="connsiteY2" fmla="*/ 439752 h 847908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998154 h 998154"/>
                <a:gd name="connsiteX1" fmla="*/ 761044 w 1496727"/>
                <a:gd name="connsiteY1" fmla="*/ 41410 h 998154"/>
                <a:gd name="connsiteX2" fmla="*/ 1496727 w 1496727"/>
                <a:gd name="connsiteY2" fmla="*/ 349676 h 998154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96727" h="988409">
                  <a:moveTo>
                    <a:pt x="0" y="988409"/>
                  </a:moveTo>
                  <a:cubicBezTo>
                    <a:pt x="28472" y="486410"/>
                    <a:pt x="452975" y="151468"/>
                    <a:pt x="702429" y="43388"/>
                  </a:cubicBezTo>
                  <a:cubicBezTo>
                    <a:pt x="951883" y="-64692"/>
                    <a:pt x="1355184" y="27328"/>
                    <a:pt x="1496727" y="33993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504FA46-15B8-4FE2-A597-1BAFBD9118BF}"/>
                </a:ext>
              </a:extLst>
            </p:cNvPr>
            <p:cNvSpPr/>
            <p:nvPr/>
          </p:nvSpPr>
          <p:spPr>
            <a:xfrm>
              <a:off x="1833188" y="1557505"/>
              <a:ext cx="1122545" cy="765400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837225 h 864760"/>
                <a:gd name="connsiteX1" fmla="*/ 813799 w 1608096"/>
                <a:gd name="connsiteY1" fmla="*/ 3572 h 864760"/>
                <a:gd name="connsiteX2" fmla="*/ 1608096 w 1608096"/>
                <a:gd name="connsiteY2" fmla="*/ 429069 h 864760"/>
                <a:gd name="connsiteX0" fmla="*/ 0 w 1608096"/>
                <a:gd name="connsiteY0" fmla="*/ 837225 h 837225"/>
                <a:gd name="connsiteX1" fmla="*/ 813799 w 1608096"/>
                <a:gd name="connsiteY1" fmla="*/ 3572 h 837225"/>
                <a:gd name="connsiteX2" fmla="*/ 1608096 w 1608096"/>
                <a:gd name="connsiteY2" fmla="*/ 429069 h 837225"/>
                <a:gd name="connsiteX0" fmla="*/ 0 w 1608096"/>
                <a:gd name="connsiteY0" fmla="*/ 847908 h 847908"/>
                <a:gd name="connsiteX1" fmla="*/ 813799 w 1608096"/>
                <a:gd name="connsiteY1" fmla="*/ 14255 h 847908"/>
                <a:gd name="connsiteX2" fmla="*/ 1608096 w 1608096"/>
                <a:gd name="connsiteY2" fmla="*/ 439752 h 847908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998154 h 998154"/>
                <a:gd name="connsiteX1" fmla="*/ 761044 w 1496727"/>
                <a:gd name="connsiteY1" fmla="*/ 41410 h 998154"/>
                <a:gd name="connsiteX2" fmla="*/ 1496727 w 1496727"/>
                <a:gd name="connsiteY2" fmla="*/ 349676 h 998154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  <a:gd name="connsiteX0" fmla="*/ 0 w 1496727"/>
                <a:gd name="connsiteY0" fmla="*/ 700797 h 1042301"/>
                <a:gd name="connsiteX1" fmla="*/ 784491 w 1496727"/>
                <a:gd name="connsiteY1" fmla="*/ 1033590 h 1042301"/>
                <a:gd name="connsiteX2" fmla="*/ 1496727 w 1496727"/>
                <a:gd name="connsiteY2" fmla="*/ 52319 h 1042301"/>
                <a:gd name="connsiteX0" fmla="*/ 0 w 1496727"/>
                <a:gd name="connsiteY0" fmla="*/ 700797 h 1072850"/>
                <a:gd name="connsiteX1" fmla="*/ 784491 w 1496727"/>
                <a:gd name="connsiteY1" fmla="*/ 1033590 h 1072850"/>
                <a:gd name="connsiteX2" fmla="*/ 1496727 w 1496727"/>
                <a:gd name="connsiteY2" fmla="*/ 52319 h 1072850"/>
                <a:gd name="connsiteX0" fmla="*/ 0 w 1496727"/>
                <a:gd name="connsiteY0" fmla="*/ 648478 h 1020531"/>
                <a:gd name="connsiteX1" fmla="*/ 784491 w 1496727"/>
                <a:gd name="connsiteY1" fmla="*/ 981271 h 1020531"/>
                <a:gd name="connsiteX2" fmla="*/ 1496727 w 1496727"/>
                <a:gd name="connsiteY2" fmla="*/ 0 h 10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96727" h="1020531">
                  <a:moveTo>
                    <a:pt x="0" y="648478"/>
                  </a:moveTo>
                  <a:cubicBezTo>
                    <a:pt x="104672" y="972955"/>
                    <a:pt x="535037" y="1089351"/>
                    <a:pt x="784491" y="981271"/>
                  </a:cubicBezTo>
                  <a:cubicBezTo>
                    <a:pt x="1033945" y="873191"/>
                    <a:pt x="1378631" y="431812"/>
                    <a:pt x="1496727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65CDB8F-009A-4FFF-8E41-F9869ED3A801}"/>
                    </a:ext>
                  </a:extLst>
                </p:cNvPr>
                <p:cNvSpPr txBox="1"/>
                <p:nvPr/>
              </p:nvSpPr>
              <p:spPr>
                <a:xfrm>
                  <a:off x="2006214" y="2662238"/>
                  <a:ext cx="5487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65CDB8F-009A-4FFF-8E41-F9869ED3A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214" y="2662238"/>
                  <a:ext cx="548740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BBB5DAD-7ACB-44C7-A99E-476E56113900}"/>
                </a:ext>
              </a:extLst>
            </p:cNvPr>
            <p:cNvSpPr/>
            <p:nvPr/>
          </p:nvSpPr>
          <p:spPr>
            <a:xfrm>
              <a:off x="3913984" y="2712426"/>
              <a:ext cx="548740" cy="572961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408156 h 408156"/>
                <a:gd name="connsiteX1" fmla="*/ 1608096 w 1608096"/>
                <a:gd name="connsiteY1" fmla="*/ 0 h 408156"/>
                <a:gd name="connsiteX0" fmla="*/ 0 w 1461557"/>
                <a:gd name="connsiteY0" fmla="*/ 683648 h 683648"/>
                <a:gd name="connsiteX1" fmla="*/ 1461557 w 1461557"/>
                <a:gd name="connsiteY1" fmla="*/ 0 h 683648"/>
                <a:gd name="connsiteX0" fmla="*/ 0 w 1520172"/>
                <a:gd name="connsiteY0" fmla="*/ 736403 h 736403"/>
                <a:gd name="connsiteX1" fmla="*/ 1520172 w 1520172"/>
                <a:gd name="connsiteY1" fmla="*/ 0 h 736403"/>
                <a:gd name="connsiteX0" fmla="*/ 0 w 1479141"/>
                <a:gd name="connsiteY0" fmla="*/ 818464 h 818464"/>
                <a:gd name="connsiteX1" fmla="*/ 1479141 w 1479141"/>
                <a:gd name="connsiteY1" fmla="*/ 0 h 81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79141" h="818464">
                  <a:moveTo>
                    <a:pt x="0" y="818464"/>
                  </a:moveTo>
                  <a:lnTo>
                    <a:pt x="147914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419F6D7-30A0-44AD-A470-8A89FF9A3C8B}"/>
                </a:ext>
              </a:extLst>
            </p:cNvPr>
            <p:cNvSpPr/>
            <p:nvPr/>
          </p:nvSpPr>
          <p:spPr>
            <a:xfrm>
              <a:off x="4939703" y="2712425"/>
              <a:ext cx="252155" cy="572961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408156 h 408156"/>
                <a:gd name="connsiteX1" fmla="*/ 1608096 w 1608096"/>
                <a:gd name="connsiteY1" fmla="*/ 0 h 408156"/>
                <a:gd name="connsiteX0" fmla="*/ 0 w 1461557"/>
                <a:gd name="connsiteY0" fmla="*/ 683648 h 683648"/>
                <a:gd name="connsiteX1" fmla="*/ 1461557 w 1461557"/>
                <a:gd name="connsiteY1" fmla="*/ 0 h 683648"/>
                <a:gd name="connsiteX0" fmla="*/ 0 w 1520172"/>
                <a:gd name="connsiteY0" fmla="*/ 736403 h 736403"/>
                <a:gd name="connsiteX1" fmla="*/ 1520172 w 1520172"/>
                <a:gd name="connsiteY1" fmla="*/ 0 h 736403"/>
                <a:gd name="connsiteX0" fmla="*/ 0 w 1479141"/>
                <a:gd name="connsiteY0" fmla="*/ 818464 h 818464"/>
                <a:gd name="connsiteX1" fmla="*/ 1479141 w 1479141"/>
                <a:gd name="connsiteY1" fmla="*/ 0 h 81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79141" h="818464">
                  <a:moveTo>
                    <a:pt x="0" y="818464"/>
                  </a:moveTo>
                  <a:lnTo>
                    <a:pt x="147914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D640351-FF7A-4ECE-83ED-900343E4C7CE}"/>
                </a:ext>
              </a:extLst>
            </p:cNvPr>
            <p:cNvSpPr/>
            <p:nvPr/>
          </p:nvSpPr>
          <p:spPr>
            <a:xfrm flipH="1">
              <a:off x="5713266" y="2712424"/>
              <a:ext cx="330819" cy="572961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408156 h 408156"/>
                <a:gd name="connsiteX1" fmla="*/ 1608096 w 1608096"/>
                <a:gd name="connsiteY1" fmla="*/ 0 h 408156"/>
                <a:gd name="connsiteX0" fmla="*/ 0 w 1461557"/>
                <a:gd name="connsiteY0" fmla="*/ 683648 h 683648"/>
                <a:gd name="connsiteX1" fmla="*/ 1461557 w 1461557"/>
                <a:gd name="connsiteY1" fmla="*/ 0 h 683648"/>
                <a:gd name="connsiteX0" fmla="*/ 0 w 1520172"/>
                <a:gd name="connsiteY0" fmla="*/ 736403 h 736403"/>
                <a:gd name="connsiteX1" fmla="*/ 1520172 w 1520172"/>
                <a:gd name="connsiteY1" fmla="*/ 0 h 736403"/>
                <a:gd name="connsiteX0" fmla="*/ 0 w 1479141"/>
                <a:gd name="connsiteY0" fmla="*/ 818464 h 818464"/>
                <a:gd name="connsiteX1" fmla="*/ 1479141 w 1479141"/>
                <a:gd name="connsiteY1" fmla="*/ 0 h 81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79141" h="818464">
                  <a:moveTo>
                    <a:pt x="0" y="818464"/>
                  </a:moveTo>
                  <a:lnTo>
                    <a:pt x="147914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CFF628F-C890-450A-A991-84E0C1E21994}"/>
                    </a:ext>
                  </a:extLst>
                </p:cNvPr>
                <p:cNvSpPr txBox="1"/>
                <p:nvPr/>
              </p:nvSpPr>
              <p:spPr>
                <a:xfrm>
                  <a:off x="6396085" y="2895625"/>
                  <a:ext cx="5487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CFF628F-C890-450A-A991-84E0C1E219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085" y="2895625"/>
                  <a:ext cx="548740" cy="307777"/>
                </a:xfrm>
                <a:prstGeom prst="rect">
                  <a:avLst/>
                </a:prstGeom>
                <a:blipFill>
                  <a:blip r:embed="rId9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9B62046-1025-4924-BE8D-C5DB115DD1A8}"/>
                </a:ext>
              </a:extLst>
            </p:cNvPr>
            <p:cNvSpPr/>
            <p:nvPr/>
          </p:nvSpPr>
          <p:spPr>
            <a:xfrm>
              <a:off x="3908046" y="1071197"/>
              <a:ext cx="580427" cy="613848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408156 h 408156"/>
                <a:gd name="connsiteX1" fmla="*/ 1608096 w 1608096"/>
                <a:gd name="connsiteY1" fmla="*/ 0 h 408156"/>
                <a:gd name="connsiteX0" fmla="*/ 0 w 1461557"/>
                <a:gd name="connsiteY0" fmla="*/ 683648 h 683648"/>
                <a:gd name="connsiteX1" fmla="*/ 1461557 w 1461557"/>
                <a:gd name="connsiteY1" fmla="*/ 0 h 683648"/>
                <a:gd name="connsiteX0" fmla="*/ 0 w 1520172"/>
                <a:gd name="connsiteY0" fmla="*/ 736403 h 736403"/>
                <a:gd name="connsiteX1" fmla="*/ 1520172 w 1520172"/>
                <a:gd name="connsiteY1" fmla="*/ 0 h 736403"/>
                <a:gd name="connsiteX0" fmla="*/ 0 w 1479141"/>
                <a:gd name="connsiteY0" fmla="*/ 818464 h 818464"/>
                <a:gd name="connsiteX1" fmla="*/ 1479141 w 1479141"/>
                <a:gd name="connsiteY1" fmla="*/ 0 h 81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79141" h="818464">
                  <a:moveTo>
                    <a:pt x="0" y="818464"/>
                  </a:moveTo>
                  <a:lnTo>
                    <a:pt x="147914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E04961C-C97A-49EF-88E3-39CCE3E9C4FC}"/>
                </a:ext>
              </a:extLst>
            </p:cNvPr>
            <p:cNvSpPr/>
            <p:nvPr/>
          </p:nvSpPr>
          <p:spPr>
            <a:xfrm>
              <a:off x="3894858" y="464532"/>
              <a:ext cx="587328" cy="741308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837225 h 864760"/>
                <a:gd name="connsiteX1" fmla="*/ 813799 w 1608096"/>
                <a:gd name="connsiteY1" fmla="*/ 3572 h 864760"/>
                <a:gd name="connsiteX2" fmla="*/ 1608096 w 1608096"/>
                <a:gd name="connsiteY2" fmla="*/ 429069 h 864760"/>
                <a:gd name="connsiteX0" fmla="*/ 0 w 1608096"/>
                <a:gd name="connsiteY0" fmla="*/ 837225 h 837225"/>
                <a:gd name="connsiteX1" fmla="*/ 813799 w 1608096"/>
                <a:gd name="connsiteY1" fmla="*/ 3572 h 837225"/>
                <a:gd name="connsiteX2" fmla="*/ 1608096 w 1608096"/>
                <a:gd name="connsiteY2" fmla="*/ 429069 h 837225"/>
                <a:gd name="connsiteX0" fmla="*/ 0 w 1608096"/>
                <a:gd name="connsiteY0" fmla="*/ 847908 h 847908"/>
                <a:gd name="connsiteX1" fmla="*/ 813799 w 1608096"/>
                <a:gd name="connsiteY1" fmla="*/ 14255 h 847908"/>
                <a:gd name="connsiteX2" fmla="*/ 1608096 w 1608096"/>
                <a:gd name="connsiteY2" fmla="*/ 439752 h 847908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998154 h 998154"/>
                <a:gd name="connsiteX1" fmla="*/ 761044 w 1496727"/>
                <a:gd name="connsiteY1" fmla="*/ 41410 h 998154"/>
                <a:gd name="connsiteX2" fmla="*/ 1496727 w 1496727"/>
                <a:gd name="connsiteY2" fmla="*/ 349676 h 998154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96727" h="988409">
                  <a:moveTo>
                    <a:pt x="0" y="988409"/>
                  </a:moveTo>
                  <a:cubicBezTo>
                    <a:pt x="28472" y="486410"/>
                    <a:pt x="452975" y="151468"/>
                    <a:pt x="702429" y="43388"/>
                  </a:cubicBezTo>
                  <a:cubicBezTo>
                    <a:pt x="951883" y="-64692"/>
                    <a:pt x="1355184" y="27328"/>
                    <a:pt x="1496727" y="33993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B84B772-0FF9-40F6-BEA3-3217D47A7D8C}"/>
                </a:ext>
              </a:extLst>
            </p:cNvPr>
            <p:cNvSpPr/>
            <p:nvPr/>
          </p:nvSpPr>
          <p:spPr>
            <a:xfrm>
              <a:off x="3908047" y="1557505"/>
              <a:ext cx="587328" cy="765400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837225 h 864760"/>
                <a:gd name="connsiteX1" fmla="*/ 813799 w 1608096"/>
                <a:gd name="connsiteY1" fmla="*/ 3572 h 864760"/>
                <a:gd name="connsiteX2" fmla="*/ 1608096 w 1608096"/>
                <a:gd name="connsiteY2" fmla="*/ 429069 h 864760"/>
                <a:gd name="connsiteX0" fmla="*/ 0 w 1608096"/>
                <a:gd name="connsiteY0" fmla="*/ 837225 h 837225"/>
                <a:gd name="connsiteX1" fmla="*/ 813799 w 1608096"/>
                <a:gd name="connsiteY1" fmla="*/ 3572 h 837225"/>
                <a:gd name="connsiteX2" fmla="*/ 1608096 w 1608096"/>
                <a:gd name="connsiteY2" fmla="*/ 429069 h 837225"/>
                <a:gd name="connsiteX0" fmla="*/ 0 w 1608096"/>
                <a:gd name="connsiteY0" fmla="*/ 847908 h 847908"/>
                <a:gd name="connsiteX1" fmla="*/ 813799 w 1608096"/>
                <a:gd name="connsiteY1" fmla="*/ 14255 h 847908"/>
                <a:gd name="connsiteX2" fmla="*/ 1608096 w 1608096"/>
                <a:gd name="connsiteY2" fmla="*/ 439752 h 847908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998154 h 998154"/>
                <a:gd name="connsiteX1" fmla="*/ 761044 w 1496727"/>
                <a:gd name="connsiteY1" fmla="*/ 41410 h 998154"/>
                <a:gd name="connsiteX2" fmla="*/ 1496727 w 1496727"/>
                <a:gd name="connsiteY2" fmla="*/ 349676 h 998154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  <a:gd name="connsiteX0" fmla="*/ 0 w 1496727"/>
                <a:gd name="connsiteY0" fmla="*/ 700797 h 1042301"/>
                <a:gd name="connsiteX1" fmla="*/ 784491 w 1496727"/>
                <a:gd name="connsiteY1" fmla="*/ 1033590 h 1042301"/>
                <a:gd name="connsiteX2" fmla="*/ 1496727 w 1496727"/>
                <a:gd name="connsiteY2" fmla="*/ 52319 h 1042301"/>
                <a:gd name="connsiteX0" fmla="*/ 0 w 1496727"/>
                <a:gd name="connsiteY0" fmla="*/ 700797 h 1072850"/>
                <a:gd name="connsiteX1" fmla="*/ 784491 w 1496727"/>
                <a:gd name="connsiteY1" fmla="*/ 1033590 h 1072850"/>
                <a:gd name="connsiteX2" fmla="*/ 1496727 w 1496727"/>
                <a:gd name="connsiteY2" fmla="*/ 52319 h 1072850"/>
                <a:gd name="connsiteX0" fmla="*/ 0 w 1496727"/>
                <a:gd name="connsiteY0" fmla="*/ 648478 h 1020531"/>
                <a:gd name="connsiteX1" fmla="*/ 784491 w 1496727"/>
                <a:gd name="connsiteY1" fmla="*/ 981271 h 1020531"/>
                <a:gd name="connsiteX2" fmla="*/ 1496727 w 1496727"/>
                <a:gd name="connsiteY2" fmla="*/ 0 h 10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96727" h="1020531">
                  <a:moveTo>
                    <a:pt x="0" y="648478"/>
                  </a:moveTo>
                  <a:cubicBezTo>
                    <a:pt x="104672" y="972955"/>
                    <a:pt x="535037" y="1089351"/>
                    <a:pt x="784491" y="981271"/>
                  </a:cubicBezTo>
                  <a:cubicBezTo>
                    <a:pt x="1033945" y="873191"/>
                    <a:pt x="1378631" y="431812"/>
                    <a:pt x="1496727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1F1E263-1CD0-4791-84B4-E770F9D5884B}"/>
                </a:ext>
              </a:extLst>
            </p:cNvPr>
            <p:cNvSpPr/>
            <p:nvPr/>
          </p:nvSpPr>
          <p:spPr>
            <a:xfrm>
              <a:off x="4939703" y="1071197"/>
              <a:ext cx="252155" cy="613848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408156 h 408156"/>
                <a:gd name="connsiteX1" fmla="*/ 1608096 w 1608096"/>
                <a:gd name="connsiteY1" fmla="*/ 0 h 408156"/>
                <a:gd name="connsiteX0" fmla="*/ 0 w 1461557"/>
                <a:gd name="connsiteY0" fmla="*/ 683648 h 683648"/>
                <a:gd name="connsiteX1" fmla="*/ 1461557 w 1461557"/>
                <a:gd name="connsiteY1" fmla="*/ 0 h 683648"/>
                <a:gd name="connsiteX0" fmla="*/ 0 w 1520172"/>
                <a:gd name="connsiteY0" fmla="*/ 736403 h 736403"/>
                <a:gd name="connsiteX1" fmla="*/ 1520172 w 1520172"/>
                <a:gd name="connsiteY1" fmla="*/ 0 h 736403"/>
                <a:gd name="connsiteX0" fmla="*/ 0 w 1479141"/>
                <a:gd name="connsiteY0" fmla="*/ 818464 h 818464"/>
                <a:gd name="connsiteX1" fmla="*/ 1479141 w 1479141"/>
                <a:gd name="connsiteY1" fmla="*/ 0 h 81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79141" h="818464">
                  <a:moveTo>
                    <a:pt x="0" y="818464"/>
                  </a:moveTo>
                  <a:lnTo>
                    <a:pt x="147914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E666BFC-0B8A-4D67-8896-D983C699D776}"/>
                </a:ext>
              </a:extLst>
            </p:cNvPr>
            <p:cNvSpPr/>
            <p:nvPr/>
          </p:nvSpPr>
          <p:spPr>
            <a:xfrm>
              <a:off x="4926515" y="464532"/>
              <a:ext cx="255153" cy="741308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837225 h 864760"/>
                <a:gd name="connsiteX1" fmla="*/ 813799 w 1608096"/>
                <a:gd name="connsiteY1" fmla="*/ 3572 h 864760"/>
                <a:gd name="connsiteX2" fmla="*/ 1608096 w 1608096"/>
                <a:gd name="connsiteY2" fmla="*/ 429069 h 864760"/>
                <a:gd name="connsiteX0" fmla="*/ 0 w 1608096"/>
                <a:gd name="connsiteY0" fmla="*/ 837225 h 837225"/>
                <a:gd name="connsiteX1" fmla="*/ 813799 w 1608096"/>
                <a:gd name="connsiteY1" fmla="*/ 3572 h 837225"/>
                <a:gd name="connsiteX2" fmla="*/ 1608096 w 1608096"/>
                <a:gd name="connsiteY2" fmla="*/ 429069 h 837225"/>
                <a:gd name="connsiteX0" fmla="*/ 0 w 1608096"/>
                <a:gd name="connsiteY0" fmla="*/ 847908 h 847908"/>
                <a:gd name="connsiteX1" fmla="*/ 813799 w 1608096"/>
                <a:gd name="connsiteY1" fmla="*/ 14255 h 847908"/>
                <a:gd name="connsiteX2" fmla="*/ 1608096 w 1608096"/>
                <a:gd name="connsiteY2" fmla="*/ 439752 h 847908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998154 h 998154"/>
                <a:gd name="connsiteX1" fmla="*/ 761044 w 1496727"/>
                <a:gd name="connsiteY1" fmla="*/ 41410 h 998154"/>
                <a:gd name="connsiteX2" fmla="*/ 1496727 w 1496727"/>
                <a:gd name="connsiteY2" fmla="*/ 349676 h 998154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96727" h="988409">
                  <a:moveTo>
                    <a:pt x="0" y="988409"/>
                  </a:moveTo>
                  <a:cubicBezTo>
                    <a:pt x="28472" y="486410"/>
                    <a:pt x="452975" y="151468"/>
                    <a:pt x="702429" y="43388"/>
                  </a:cubicBezTo>
                  <a:cubicBezTo>
                    <a:pt x="951883" y="-64692"/>
                    <a:pt x="1355184" y="27328"/>
                    <a:pt x="1496727" y="33993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934D5A-72BA-4CA1-A713-07FCA1737A2C}"/>
                </a:ext>
              </a:extLst>
            </p:cNvPr>
            <p:cNvSpPr/>
            <p:nvPr/>
          </p:nvSpPr>
          <p:spPr>
            <a:xfrm>
              <a:off x="4939704" y="1557505"/>
              <a:ext cx="255153" cy="765400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837225 h 864760"/>
                <a:gd name="connsiteX1" fmla="*/ 813799 w 1608096"/>
                <a:gd name="connsiteY1" fmla="*/ 3572 h 864760"/>
                <a:gd name="connsiteX2" fmla="*/ 1608096 w 1608096"/>
                <a:gd name="connsiteY2" fmla="*/ 429069 h 864760"/>
                <a:gd name="connsiteX0" fmla="*/ 0 w 1608096"/>
                <a:gd name="connsiteY0" fmla="*/ 837225 h 837225"/>
                <a:gd name="connsiteX1" fmla="*/ 813799 w 1608096"/>
                <a:gd name="connsiteY1" fmla="*/ 3572 h 837225"/>
                <a:gd name="connsiteX2" fmla="*/ 1608096 w 1608096"/>
                <a:gd name="connsiteY2" fmla="*/ 429069 h 837225"/>
                <a:gd name="connsiteX0" fmla="*/ 0 w 1608096"/>
                <a:gd name="connsiteY0" fmla="*/ 847908 h 847908"/>
                <a:gd name="connsiteX1" fmla="*/ 813799 w 1608096"/>
                <a:gd name="connsiteY1" fmla="*/ 14255 h 847908"/>
                <a:gd name="connsiteX2" fmla="*/ 1608096 w 1608096"/>
                <a:gd name="connsiteY2" fmla="*/ 439752 h 847908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998154 h 998154"/>
                <a:gd name="connsiteX1" fmla="*/ 761044 w 1496727"/>
                <a:gd name="connsiteY1" fmla="*/ 41410 h 998154"/>
                <a:gd name="connsiteX2" fmla="*/ 1496727 w 1496727"/>
                <a:gd name="connsiteY2" fmla="*/ 349676 h 998154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  <a:gd name="connsiteX0" fmla="*/ 0 w 1496727"/>
                <a:gd name="connsiteY0" fmla="*/ 700797 h 1042301"/>
                <a:gd name="connsiteX1" fmla="*/ 784491 w 1496727"/>
                <a:gd name="connsiteY1" fmla="*/ 1033590 h 1042301"/>
                <a:gd name="connsiteX2" fmla="*/ 1496727 w 1496727"/>
                <a:gd name="connsiteY2" fmla="*/ 52319 h 1042301"/>
                <a:gd name="connsiteX0" fmla="*/ 0 w 1496727"/>
                <a:gd name="connsiteY0" fmla="*/ 700797 h 1072850"/>
                <a:gd name="connsiteX1" fmla="*/ 784491 w 1496727"/>
                <a:gd name="connsiteY1" fmla="*/ 1033590 h 1072850"/>
                <a:gd name="connsiteX2" fmla="*/ 1496727 w 1496727"/>
                <a:gd name="connsiteY2" fmla="*/ 52319 h 1072850"/>
                <a:gd name="connsiteX0" fmla="*/ 0 w 1496727"/>
                <a:gd name="connsiteY0" fmla="*/ 648478 h 1020531"/>
                <a:gd name="connsiteX1" fmla="*/ 784491 w 1496727"/>
                <a:gd name="connsiteY1" fmla="*/ 981271 h 1020531"/>
                <a:gd name="connsiteX2" fmla="*/ 1496727 w 1496727"/>
                <a:gd name="connsiteY2" fmla="*/ 0 h 10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96727" h="1020531">
                  <a:moveTo>
                    <a:pt x="0" y="648478"/>
                  </a:moveTo>
                  <a:cubicBezTo>
                    <a:pt x="104672" y="972955"/>
                    <a:pt x="535037" y="1089351"/>
                    <a:pt x="784491" y="981271"/>
                  </a:cubicBezTo>
                  <a:cubicBezTo>
                    <a:pt x="1033945" y="873191"/>
                    <a:pt x="1378631" y="431812"/>
                    <a:pt x="1496727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5C78B15-8EBA-4FA1-B2F3-8279C741E3BA}"/>
                </a:ext>
              </a:extLst>
            </p:cNvPr>
            <p:cNvSpPr/>
            <p:nvPr/>
          </p:nvSpPr>
          <p:spPr>
            <a:xfrm flipH="1">
              <a:off x="5713266" y="1153259"/>
              <a:ext cx="349803" cy="613848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408156 h 408156"/>
                <a:gd name="connsiteX1" fmla="*/ 1608096 w 1608096"/>
                <a:gd name="connsiteY1" fmla="*/ 0 h 408156"/>
                <a:gd name="connsiteX0" fmla="*/ 0 w 1461557"/>
                <a:gd name="connsiteY0" fmla="*/ 683648 h 683648"/>
                <a:gd name="connsiteX1" fmla="*/ 1461557 w 1461557"/>
                <a:gd name="connsiteY1" fmla="*/ 0 h 683648"/>
                <a:gd name="connsiteX0" fmla="*/ 0 w 1520172"/>
                <a:gd name="connsiteY0" fmla="*/ 736403 h 736403"/>
                <a:gd name="connsiteX1" fmla="*/ 1520172 w 1520172"/>
                <a:gd name="connsiteY1" fmla="*/ 0 h 736403"/>
                <a:gd name="connsiteX0" fmla="*/ 0 w 1479141"/>
                <a:gd name="connsiteY0" fmla="*/ 818464 h 818464"/>
                <a:gd name="connsiteX1" fmla="*/ 1479141 w 1479141"/>
                <a:gd name="connsiteY1" fmla="*/ 0 h 81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79141" h="818464">
                  <a:moveTo>
                    <a:pt x="0" y="818464"/>
                  </a:moveTo>
                  <a:lnTo>
                    <a:pt x="147914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799035F-749C-47F5-A2EA-4A2B7E52A31A}"/>
                </a:ext>
              </a:extLst>
            </p:cNvPr>
            <p:cNvSpPr/>
            <p:nvPr/>
          </p:nvSpPr>
          <p:spPr>
            <a:xfrm flipH="1">
              <a:off x="5695920" y="546594"/>
              <a:ext cx="353962" cy="741308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837225 h 864760"/>
                <a:gd name="connsiteX1" fmla="*/ 813799 w 1608096"/>
                <a:gd name="connsiteY1" fmla="*/ 3572 h 864760"/>
                <a:gd name="connsiteX2" fmla="*/ 1608096 w 1608096"/>
                <a:gd name="connsiteY2" fmla="*/ 429069 h 864760"/>
                <a:gd name="connsiteX0" fmla="*/ 0 w 1608096"/>
                <a:gd name="connsiteY0" fmla="*/ 837225 h 837225"/>
                <a:gd name="connsiteX1" fmla="*/ 813799 w 1608096"/>
                <a:gd name="connsiteY1" fmla="*/ 3572 h 837225"/>
                <a:gd name="connsiteX2" fmla="*/ 1608096 w 1608096"/>
                <a:gd name="connsiteY2" fmla="*/ 429069 h 837225"/>
                <a:gd name="connsiteX0" fmla="*/ 0 w 1608096"/>
                <a:gd name="connsiteY0" fmla="*/ 847908 h 847908"/>
                <a:gd name="connsiteX1" fmla="*/ 813799 w 1608096"/>
                <a:gd name="connsiteY1" fmla="*/ 14255 h 847908"/>
                <a:gd name="connsiteX2" fmla="*/ 1608096 w 1608096"/>
                <a:gd name="connsiteY2" fmla="*/ 439752 h 847908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998154 h 998154"/>
                <a:gd name="connsiteX1" fmla="*/ 761044 w 1496727"/>
                <a:gd name="connsiteY1" fmla="*/ 41410 h 998154"/>
                <a:gd name="connsiteX2" fmla="*/ 1496727 w 1496727"/>
                <a:gd name="connsiteY2" fmla="*/ 349676 h 998154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96727" h="988409">
                  <a:moveTo>
                    <a:pt x="0" y="988409"/>
                  </a:moveTo>
                  <a:cubicBezTo>
                    <a:pt x="28472" y="486410"/>
                    <a:pt x="452975" y="151468"/>
                    <a:pt x="702429" y="43388"/>
                  </a:cubicBezTo>
                  <a:cubicBezTo>
                    <a:pt x="951883" y="-64692"/>
                    <a:pt x="1355184" y="27328"/>
                    <a:pt x="1496727" y="33993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9A1EC85-B483-4339-8AF0-7379B6F254B5}"/>
                </a:ext>
              </a:extLst>
            </p:cNvPr>
            <p:cNvSpPr/>
            <p:nvPr/>
          </p:nvSpPr>
          <p:spPr>
            <a:xfrm flipH="1">
              <a:off x="5709109" y="1639567"/>
              <a:ext cx="353962" cy="765400"/>
            </a:xfrm>
            <a:custGeom>
              <a:avLst/>
              <a:gdLst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8192278 w 9433249"/>
                <a:gd name="connsiteY3" fmla="*/ 494522 h 524408"/>
                <a:gd name="connsiteX4" fmla="*/ 9433249 w 9433249"/>
                <a:gd name="connsiteY4" fmla="*/ 494522 h 524408"/>
                <a:gd name="connsiteX0" fmla="*/ 0 w 9433249"/>
                <a:gd name="connsiteY0" fmla="*/ 0 h 524408"/>
                <a:gd name="connsiteX1" fmla="*/ 1101013 w 9433249"/>
                <a:gd name="connsiteY1" fmla="*/ 485191 h 524408"/>
                <a:gd name="connsiteX2" fmla="*/ 4646645 w 9433249"/>
                <a:gd name="connsiteY2" fmla="*/ 494522 h 524408"/>
                <a:gd name="connsiteX3" fmla="*/ 9433249 w 9433249"/>
                <a:gd name="connsiteY3" fmla="*/ 494522 h 524408"/>
                <a:gd name="connsiteX0" fmla="*/ 0 w 9433249"/>
                <a:gd name="connsiteY0" fmla="*/ 0 h 523927"/>
                <a:gd name="connsiteX1" fmla="*/ 1101013 w 9433249"/>
                <a:gd name="connsiteY1" fmla="*/ 485191 h 523927"/>
                <a:gd name="connsiteX2" fmla="*/ 9433249 w 9433249"/>
                <a:gd name="connsiteY2" fmla="*/ 494522 h 523927"/>
                <a:gd name="connsiteX0" fmla="*/ 0 w 2475604"/>
                <a:gd name="connsiteY0" fmla="*/ 120944 h 607088"/>
                <a:gd name="connsiteX1" fmla="*/ 1101013 w 2475604"/>
                <a:gd name="connsiteY1" fmla="*/ 606135 h 607088"/>
                <a:gd name="connsiteX2" fmla="*/ 2475604 w 2475604"/>
                <a:gd name="connsiteY2" fmla="*/ 4 h 607088"/>
                <a:gd name="connsiteX0" fmla="*/ 0 w 2475604"/>
                <a:gd name="connsiteY0" fmla="*/ 120940 h 607084"/>
                <a:gd name="connsiteX1" fmla="*/ 1101013 w 2475604"/>
                <a:gd name="connsiteY1" fmla="*/ 606131 h 607084"/>
                <a:gd name="connsiteX2" fmla="*/ 2475604 w 2475604"/>
                <a:gd name="connsiteY2" fmla="*/ 0 h 607084"/>
                <a:gd name="connsiteX0" fmla="*/ 0 w 2305619"/>
                <a:gd name="connsiteY0" fmla="*/ 296787 h 786921"/>
                <a:gd name="connsiteX1" fmla="*/ 1101013 w 2305619"/>
                <a:gd name="connsiteY1" fmla="*/ 781978 h 786921"/>
                <a:gd name="connsiteX2" fmla="*/ 2305619 w 2305619"/>
                <a:gd name="connsiteY2" fmla="*/ 0 h 786921"/>
                <a:gd name="connsiteX0" fmla="*/ 0 w 2405266"/>
                <a:gd name="connsiteY0" fmla="*/ 367125 h 790677"/>
                <a:gd name="connsiteX1" fmla="*/ 1200660 w 2405266"/>
                <a:gd name="connsiteY1" fmla="*/ 781978 h 790677"/>
                <a:gd name="connsiteX2" fmla="*/ 2405266 w 2405266"/>
                <a:gd name="connsiteY2" fmla="*/ 0 h 790677"/>
                <a:gd name="connsiteX0" fmla="*/ 0 w 2405266"/>
                <a:gd name="connsiteY0" fmla="*/ 367125 h 678116"/>
                <a:gd name="connsiteX1" fmla="*/ 1106876 w 2405266"/>
                <a:gd name="connsiteY1" fmla="*/ 664748 h 678116"/>
                <a:gd name="connsiteX2" fmla="*/ 2405266 w 2405266"/>
                <a:gd name="connsiteY2" fmla="*/ 0 h 678116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721397"/>
                <a:gd name="connsiteX1" fmla="*/ 1106876 w 1608096"/>
                <a:gd name="connsiteY1" fmla="*/ 705779 h 721397"/>
                <a:gd name="connsiteX2" fmla="*/ 1608096 w 1608096"/>
                <a:gd name="connsiteY2" fmla="*/ 0 h 721397"/>
                <a:gd name="connsiteX0" fmla="*/ 0 w 1608096"/>
                <a:gd name="connsiteY0" fmla="*/ 408156 h 683586"/>
                <a:gd name="connsiteX1" fmla="*/ 960337 w 1608096"/>
                <a:gd name="connsiteY1" fmla="*/ 664749 h 683586"/>
                <a:gd name="connsiteX2" fmla="*/ 1608096 w 1608096"/>
                <a:gd name="connsiteY2" fmla="*/ 0 h 683586"/>
                <a:gd name="connsiteX0" fmla="*/ 0 w 1608096"/>
                <a:gd name="connsiteY0" fmla="*/ 837225 h 864760"/>
                <a:gd name="connsiteX1" fmla="*/ 813799 w 1608096"/>
                <a:gd name="connsiteY1" fmla="*/ 3572 h 864760"/>
                <a:gd name="connsiteX2" fmla="*/ 1608096 w 1608096"/>
                <a:gd name="connsiteY2" fmla="*/ 429069 h 864760"/>
                <a:gd name="connsiteX0" fmla="*/ 0 w 1608096"/>
                <a:gd name="connsiteY0" fmla="*/ 837225 h 837225"/>
                <a:gd name="connsiteX1" fmla="*/ 813799 w 1608096"/>
                <a:gd name="connsiteY1" fmla="*/ 3572 h 837225"/>
                <a:gd name="connsiteX2" fmla="*/ 1608096 w 1608096"/>
                <a:gd name="connsiteY2" fmla="*/ 429069 h 837225"/>
                <a:gd name="connsiteX0" fmla="*/ 0 w 1608096"/>
                <a:gd name="connsiteY0" fmla="*/ 847908 h 847908"/>
                <a:gd name="connsiteX1" fmla="*/ 813799 w 1608096"/>
                <a:gd name="connsiteY1" fmla="*/ 14255 h 847908"/>
                <a:gd name="connsiteX2" fmla="*/ 1608096 w 1608096"/>
                <a:gd name="connsiteY2" fmla="*/ 439752 h 847908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1101757 h 1101757"/>
                <a:gd name="connsiteX1" fmla="*/ 702430 w 1496727"/>
                <a:gd name="connsiteY1" fmla="*/ 27782 h 1101757"/>
                <a:gd name="connsiteX2" fmla="*/ 1496727 w 1496727"/>
                <a:gd name="connsiteY2" fmla="*/ 453279 h 1101757"/>
                <a:gd name="connsiteX0" fmla="*/ 0 w 1496727"/>
                <a:gd name="connsiteY0" fmla="*/ 998154 h 998154"/>
                <a:gd name="connsiteX1" fmla="*/ 761044 w 1496727"/>
                <a:gd name="connsiteY1" fmla="*/ 41410 h 998154"/>
                <a:gd name="connsiteX2" fmla="*/ 1496727 w 1496727"/>
                <a:gd name="connsiteY2" fmla="*/ 349676 h 998154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  <a:gd name="connsiteX0" fmla="*/ 0 w 1496727"/>
                <a:gd name="connsiteY0" fmla="*/ 988409 h 988409"/>
                <a:gd name="connsiteX1" fmla="*/ 702429 w 1496727"/>
                <a:gd name="connsiteY1" fmla="*/ 43388 h 988409"/>
                <a:gd name="connsiteX2" fmla="*/ 1496727 w 1496727"/>
                <a:gd name="connsiteY2" fmla="*/ 339931 h 988409"/>
                <a:gd name="connsiteX0" fmla="*/ 0 w 1496727"/>
                <a:gd name="connsiteY0" fmla="*/ 700797 h 1042301"/>
                <a:gd name="connsiteX1" fmla="*/ 784491 w 1496727"/>
                <a:gd name="connsiteY1" fmla="*/ 1033590 h 1042301"/>
                <a:gd name="connsiteX2" fmla="*/ 1496727 w 1496727"/>
                <a:gd name="connsiteY2" fmla="*/ 52319 h 1042301"/>
                <a:gd name="connsiteX0" fmla="*/ 0 w 1496727"/>
                <a:gd name="connsiteY0" fmla="*/ 700797 h 1072850"/>
                <a:gd name="connsiteX1" fmla="*/ 784491 w 1496727"/>
                <a:gd name="connsiteY1" fmla="*/ 1033590 h 1072850"/>
                <a:gd name="connsiteX2" fmla="*/ 1496727 w 1496727"/>
                <a:gd name="connsiteY2" fmla="*/ 52319 h 1072850"/>
                <a:gd name="connsiteX0" fmla="*/ 0 w 1496727"/>
                <a:gd name="connsiteY0" fmla="*/ 648478 h 1020531"/>
                <a:gd name="connsiteX1" fmla="*/ 784491 w 1496727"/>
                <a:gd name="connsiteY1" fmla="*/ 981271 h 1020531"/>
                <a:gd name="connsiteX2" fmla="*/ 1496727 w 1496727"/>
                <a:gd name="connsiteY2" fmla="*/ 0 h 10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96727" h="1020531">
                  <a:moveTo>
                    <a:pt x="0" y="648478"/>
                  </a:moveTo>
                  <a:cubicBezTo>
                    <a:pt x="104672" y="972955"/>
                    <a:pt x="535037" y="1089351"/>
                    <a:pt x="784491" y="981271"/>
                  </a:cubicBezTo>
                  <a:cubicBezTo>
                    <a:pt x="1033945" y="873191"/>
                    <a:pt x="1378631" y="431812"/>
                    <a:pt x="1496727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F780F15B-34E8-4DFE-8E03-5BE42403BE7B}"/>
                    </a:ext>
                  </a:extLst>
                </p:cNvPr>
                <p:cNvSpPr txBox="1"/>
                <p:nvPr/>
              </p:nvSpPr>
              <p:spPr>
                <a:xfrm>
                  <a:off x="4512628" y="-461092"/>
                  <a:ext cx="108292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F780F15B-34E8-4DFE-8E03-5BE42403BE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2628" y="-461092"/>
                  <a:ext cx="1082925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Trapezoid 61">
              <a:extLst>
                <a:ext uri="{FF2B5EF4-FFF2-40B4-BE49-F238E27FC236}">
                  <a16:creationId xmlns:a16="http://schemas.microsoft.com/office/drawing/2014/main" id="{977218C1-A6C2-4E18-B478-B33610FE9E54}"/>
                </a:ext>
              </a:extLst>
            </p:cNvPr>
            <p:cNvSpPr/>
            <p:nvPr/>
          </p:nvSpPr>
          <p:spPr>
            <a:xfrm>
              <a:off x="3349870" y="2576146"/>
              <a:ext cx="3239966" cy="804496"/>
            </a:xfrm>
            <a:prstGeom prst="trapezoid">
              <a:avLst>
                <a:gd name="adj" fmla="val 59973"/>
              </a:avLst>
            </a:prstGeom>
            <a:noFill/>
            <a:ln w="19050">
              <a:solidFill>
                <a:schemeClr val="tx1">
                  <a:lumMod val="75000"/>
                  <a:lumOff val="2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rapezoid 62">
              <a:extLst>
                <a:ext uri="{FF2B5EF4-FFF2-40B4-BE49-F238E27FC236}">
                  <a16:creationId xmlns:a16="http://schemas.microsoft.com/office/drawing/2014/main" id="{4179DEC5-FF87-46F0-A0AF-2865A417D576}"/>
                </a:ext>
              </a:extLst>
            </p:cNvPr>
            <p:cNvSpPr/>
            <p:nvPr/>
          </p:nvSpPr>
          <p:spPr>
            <a:xfrm rot="5400000">
              <a:off x="1084992" y="695569"/>
              <a:ext cx="2611317" cy="1422394"/>
            </a:xfrm>
            <a:prstGeom prst="trapezoid">
              <a:avLst>
                <a:gd name="adj" fmla="val 24581"/>
              </a:avLst>
            </a:prstGeom>
            <a:noFill/>
            <a:ln w="19050">
              <a:solidFill>
                <a:schemeClr val="tx1">
                  <a:lumMod val="75000"/>
                  <a:lumOff val="2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CF95BE56-DB04-476A-A6CF-109C6145ACA9}"/>
                </a:ext>
              </a:extLst>
            </p:cNvPr>
            <p:cNvGrpSpPr/>
            <p:nvPr/>
          </p:nvGrpSpPr>
          <p:grpSpPr>
            <a:xfrm>
              <a:off x="3343049" y="101108"/>
              <a:ext cx="3246786" cy="2614247"/>
              <a:chOff x="3343049" y="101108"/>
              <a:chExt cx="3246786" cy="2614247"/>
            </a:xfrm>
          </p:grpSpPr>
          <p:sp>
            <p:nvSpPr>
              <p:cNvPr id="65" name="Trapezoid 64">
                <a:extLst>
                  <a:ext uri="{FF2B5EF4-FFF2-40B4-BE49-F238E27FC236}">
                    <a16:creationId xmlns:a16="http://schemas.microsoft.com/office/drawing/2014/main" id="{ADA47AF3-7C0E-474A-98DF-A8ED5DA84437}"/>
                  </a:ext>
                </a:extLst>
              </p:cNvPr>
              <p:cNvSpPr/>
              <p:nvPr/>
            </p:nvSpPr>
            <p:spPr>
              <a:xfrm rot="5400000" flipV="1">
                <a:off x="5041386" y="1163976"/>
                <a:ext cx="2611317" cy="485581"/>
              </a:xfrm>
              <a:prstGeom prst="trapezoid">
                <a:avLst>
                  <a:gd name="adj" fmla="val 68942"/>
                </a:avLst>
              </a:prstGeom>
              <a:noFill/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rapezoid 65">
                <a:extLst>
                  <a:ext uri="{FF2B5EF4-FFF2-40B4-BE49-F238E27FC236}">
                    <a16:creationId xmlns:a16="http://schemas.microsoft.com/office/drawing/2014/main" id="{770A740F-1989-494E-ADF3-E0DA8710A38C}"/>
                  </a:ext>
                </a:extLst>
              </p:cNvPr>
              <p:cNvSpPr/>
              <p:nvPr/>
            </p:nvSpPr>
            <p:spPr>
              <a:xfrm rot="5400000">
                <a:off x="2278753" y="1172225"/>
                <a:ext cx="2611317" cy="469084"/>
              </a:xfrm>
              <a:prstGeom prst="trapezoid">
                <a:avLst>
                  <a:gd name="adj" fmla="val 71440"/>
                </a:avLst>
              </a:prstGeom>
              <a:noFill/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AB75D0A6-1821-4EC1-95CA-07BEB42683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18954" y="441091"/>
                <a:ext cx="2285300" cy="0"/>
              </a:xfrm>
              <a:prstGeom prst="line">
                <a:avLst/>
              </a:prstGeom>
              <a:noFill/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2DA99644-9022-411E-978E-A2E5DA14EF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5073" y="2373934"/>
                <a:ext cx="2285300" cy="0"/>
              </a:xfrm>
              <a:prstGeom prst="line">
                <a:avLst/>
              </a:prstGeom>
              <a:noFill/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56EA21D5-00A7-4A59-B7EE-D3BDDEFB19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2725" y="101117"/>
                <a:ext cx="3237110" cy="0"/>
              </a:xfrm>
              <a:prstGeom prst="line">
                <a:avLst/>
              </a:prstGeom>
              <a:noFill/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7805CF4B-48F2-4DCC-9DDF-86CC2F57FE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3049" y="2715355"/>
                <a:ext cx="3237110" cy="0"/>
              </a:xfrm>
              <a:prstGeom prst="line">
                <a:avLst/>
              </a:prstGeom>
              <a:noFill/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D160A0-C25A-52B0-8D92-F33DC44D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37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F7552F3-FC56-4DD9-AA65-0393A46734F2}"/>
                  </a:ext>
                </a:extLst>
              </p:cNvPr>
              <p:cNvSpPr txBox="1"/>
              <p:nvPr/>
            </p:nvSpPr>
            <p:spPr>
              <a:xfrm>
                <a:off x="289246" y="665655"/>
                <a:ext cx="8988243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dirty="0"/>
                  <a:t>Define the process entropy as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func>
                  </m:oMath>
                </a14:m>
                <a:r>
                  <a:rPr lang="en-US" sz="3200" dirty="0"/>
                  <a:t> </a:t>
                </a:r>
              </a:p>
              <a:p>
                <a:pPr algn="ctr"/>
                <a:r>
                  <a:rPr lang="en-US" sz="3200" dirty="0"/>
                  <a:t>The log of the count of evolutions per state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F7552F3-FC56-4DD9-AA65-0393A4673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46" y="665655"/>
                <a:ext cx="8988243" cy="1077218"/>
              </a:xfrm>
              <a:prstGeom prst="rect">
                <a:avLst/>
              </a:prstGeom>
              <a:blipFill>
                <a:blip r:embed="rId2"/>
                <a:stretch>
                  <a:fillRect t="-6780" b="-17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D0DC69E-CA39-44B5-B58F-A6756FA5071A}"/>
                  </a:ext>
                </a:extLst>
              </p:cNvPr>
              <p:cNvSpPr txBox="1"/>
              <p:nvPr/>
            </p:nvSpPr>
            <p:spPr>
              <a:xfrm>
                <a:off x="283028" y="2167167"/>
                <a:ext cx="8988242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dirty="0"/>
                  <a:t>It is additive for independent systems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D0DC69E-CA39-44B5-B58F-A6756FA50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28" y="2167167"/>
                <a:ext cx="8988242" cy="1077218"/>
              </a:xfrm>
              <a:prstGeom prst="rect">
                <a:avLst/>
              </a:prstGeom>
              <a:blipFill>
                <a:blip r:embed="rId3"/>
                <a:stretch>
                  <a:fillRect t="-7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FE23D3C-1A07-4773-84FA-7542416DBC7D}"/>
                  </a:ext>
                </a:extLst>
              </p:cNvPr>
              <p:cNvSpPr txBox="1"/>
              <p:nvPr/>
            </p:nvSpPr>
            <p:spPr>
              <a:xfrm>
                <a:off x="289248" y="3668680"/>
                <a:ext cx="8988241" cy="2125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/>
                  <a:t>For a deterministic process</a:t>
                </a:r>
                <a:endParaRPr lang="en-US" sz="3200" b="0" i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3200" dirty="0"/>
                  <a:t> </a:t>
                </a:r>
                <a:br>
                  <a:rPr lang="en-US" sz="3200" dirty="0"/>
                </a:br>
                <a:r>
                  <a:rPr lang="en-US" sz="3200" dirty="0"/>
                  <a:t>(equal if reversible)</a:t>
                </a:r>
              </a:p>
              <a:p>
                <a:pPr algn="ctr"/>
                <a:r>
                  <a:rPr lang="en-US" sz="3200" dirty="0"/>
                  <a:t>(maximum at equilibrium)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FE23D3C-1A07-4773-84FA-7542416DB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48" y="3668680"/>
                <a:ext cx="8988241" cy="2125518"/>
              </a:xfrm>
              <a:prstGeom prst="rect">
                <a:avLst/>
              </a:prstGeom>
              <a:blipFill>
                <a:blip r:embed="rId4"/>
                <a:stretch>
                  <a:fillRect t="-3448" b="-8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0D5F04-084B-325E-6768-0CF40AA8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14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982F7A0-5F64-4137-9128-9AB0A7389E5C}"/>
              </a:ext>
            </a:extLst>
          </p:cNvPr>
          <p:cNvSpPr/>
          <p:nvPr/>
        </p:nvSpPr>
        <p:spPr>
          <a:xfrm>
            <a:off x="8956392" y="375017"/>
            <a:ext cx="2976663" cy="248479"/>
          </a:xfrm>
          <a:custGeom>
            <a:avLst/>
            <a:gdLst>
              <a:gd name="connsiteX0" fmla="*/ 0 w 10648545"/>
              <a:gd name="connsiteY0" fmla="*/ 1083013 h 1083013"/>
              <a:gd name="connsiteX1" fmla="*/ 2075234 w 10648545"/>
              <a:gd name="connsiteY1" fmla="*/ 661481 h 1083013"/>
              <a:gd name="connsiteX2" fmla="*/ 4961107 w 10648545"/>
              <a:gd name="connsiteY2" fmla="*/ 337226 h 1083013"/>
              <a:gd name="connsiteX3" fmla="*/ 8508460 w 10648545"/>
              <a:gd name="connsiteY3" fmla="*/ 337226 h 1083013"/>
              <a:gd name="connsiteX4" fmla="*/ 10648545 w 10648545"/>
              <a:gd name="connsiteY4" fmla="*/ 0 h 108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48545" h="1083013">
                <a:moveTo>
                  <a:pt x="0" y="1083013"/>
                </a:moveTo>
                <a:cubicBezTo>
                  <a:pt x="624191" y="934396"/>
                  <a:pt x="1248383" y="785779"/>
                  <a:pt x="2075234" y="661481"/>
                </a:cubicBezTo>
                <a:cubicBezTo>
                  <a:pt x="2902085" y="537183"/>
                  <a:pt x="3888903" y="391268"/>
                  <a:pt x="4961107" y="337226"/>
                </a:cubicBezTo>
                <a:cubicBezTo>
                  <a:pt x="6033311" y="283184"/>
                  <a:pt x="7560554" y="393430"/>
                  <a:pt x="8508460" y="337226"/>
                </a:cubicBezTo>
                <a:cubicBezTo>
                  <a:pt x="9456366" y="281022"/>
                  <a:pt x="10052455" y="140511"/>
                  <a:pt x="10648545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B87090-77AA-4816-A95E-9EEB331991D4}"/>
              </a:ext>
            </a:extLst>
          </p:cNvPr>
          <p:cNvSpPr/>
          <p:nvPr/>
        </p:nvSpPr>
        <p:spPr>
          <a:xfrm>
            <a:off x="10477149" y="408797"/>
            <a:ext cx="83975" cy="8397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1FC477-1391-4832-9E73-C57020DDDCCB}"/>
                  </a:ext>
                </a:extLst>
              </p:cNvPr>
              <p:cNvSpPr txBox="1"/>
              <p:nvPr/>
            </p:nvSpPr>
            <p:spPr>
              <a:xfrm>
                <a:off x="10392007" y="93407"/>
                <a:ext cx="3382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1FC477-1391-4832-9E73-C57020DDD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2007" y="93407"/>
                <a:ext cx="3382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59A70F-9F39-4AAE-BC75-9E768810028D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9809061" y="450785"/>
            <a:ext cx="668088" cy="1331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F596EF-4A7C-408D-B97B-A0CA5CF7E7D9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10561124" y="462739"/>
            <a:ext cx="632238" cy="13776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C8DE114B-F8ED-40E3-91EC-2AA6413E10C8}"/>
              </a:ext>
            </a:extLst>
          </p:cNvPr>
          <p:cNvSpPr/>
          <p:nvPr/>
        </p:nvSpPr>
        <p:spPr>
          <a:xfrm>
            <a:off x="9706474" y="1384740"/>
            <a:ext cx="1554278" cy="155427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E9C19F3-E2D1-439E-9338-309E80BD0D5B}"/>
              </a:ext>
            </a:extLst>
          </p:cNvPr>
          <p:cNvSpPr/>
          <p:nvPr/>
        </p:nvSpPr>
        <p:spPr>
          <a:xfrm>
            <a:off x="9717240" y="2056794"/>
            <a:ext cx="1541145" cy="170688"/>
          </a:xfrm>
          <a:custGeom>
            <a:avLst/>
            <a:gdLst>
              <a:gd name="connsiteX0" fmla="*/ 0 w 2170176"/>
              <a:gd name="connsiteY0" fmla="*/ 0 h 226174"/>
              <a:gd name="connsiteX1" fmla="*/ 73152 w 2170176"/>
              <a:gd name="connsiteY1" fmla="*/ 6096 h 226174"/>
              <a:gd name="connsiteX2" fmla="*/ 121920 w 2170176"/>
              <a:gd name="connsiteY2" fmla="*/ 30480 h 226174"/>
              <a:gd name="connsiteX3" fmla="*/ 152400 w 2170176"/>
              <a:gd name="connsiteY3" fmla="*/ 36576 h 226174"/>
              <a:gd name="connsiteX4" fmla="*/ 170688 w 2170176"/>
              <a:gd name="connsiteY4" fmla="*/ 48768 h 226174"/>
              <a:gd name="connsiteX5" fmla="*/ 213360 w 2170176"/>
              <a:gd name="connsiteY5" fmla="*/ 60960 h 226174"/>
              <a:gd name="connsiteX6" fmla="*/ 231648 w 2170176"/>
              <a:gd name="connsiteY6" fmla="*/ 67056 h 226174"/>
              <a:gd name="connsiteX7" fmla="*/ 280416 w 2170176"/>
              <a:gd name="connsiteY7" fmla="*/ 97536 h 226174"/>
              <a:gd name="connsiteX8" fmla="*/ 298704 w 2170176"/>
              <a:gd name="connsiteY8" fmla="*/ 109728 h 226174"/>
              <a:gd name="connsiteX9" fmla="*/ 329184 w 2170176"/>
              <a:gd name="connsiteY9" fmla="*/ 121920 h 226174"/>
              <a:gd name="connsiteX10" fmla="*/ 353568 w 2170176"/>
              <a:gd name="connsiteY10" fmla="*/ 140208 h 226174"/>
              <a:gd name="connsiteX11" fmla="*/ 371856 w 2170176"/>
              <a:gd name="connsiteY11" fmla="*/ 146304 h 226174"/>
              <a:gd name="connsiteX12" fmla="*/ 469392 w 2170176"/>
              <a:gd name="connsiteY12" fmla="*/ 182880 h 226174"/>
              <a:gd name="connsiteX13" fmla="*/ 512064 w 2170176"/>
              <a:gd name="connsiteY13" fmla="*/ 195072 h 226174"/>
              <a:gd name="connsiteX14" fmla="*/ 530352 w 2170176"/>
              <a:gd name="connsiteY14" fmla="*/ 201168 h 226174"/>
              <a:gd name="connsiteX15" fmla="*/ 579120 w 2170176"/>
              <a:gd name="connsiteY15" fmla="*/ 213360 h 226174"/>
              <a:gd name="connsiteX16" fmla="*/ 688848 w 2170176"/>
              <a:gd name="connsiteY16" fmla="*/ 188976 h 226174"/>
              <a:gd name="connsiteX17" fmla="*/ 713232 w 2170176"/>
              <a:gd name="connsiteY17" fmla="*/ 182880 h 226174"/>
              <a:gd name="connsiteX18" fmla="*/ 786384 w 2170176"/>
              <a:gd name="connsiteY18" fmla="*/ 140208 h 226174"/>
              <a:gd name="connsiteX19" fmla="*/ 804672 w 2170176"/>
              <a:gd name="connsiteY19" fmla="*/ 134112 h 226174"/>
              <a:gd name="connsiteX20" fmla="*/ 841248 w 2170176"/>
              <a:gd name="connsiteY20" fmla="*/ 109728 h 226174"/>
              <a:gd name="connsiteX21" fmla="*/ 859536 w 2170176"/>
              <a:gd name="connsiteY21" fmla="*/ 103632 h 226174"/>
              <a:gd name="connsiteX22" fmla="*/ 890016 w 2170176"/>
              <a:gd name="connsiteY22" fmla="*/ 85344 h 226174"/>
              <a:gd name="connsiteX23" fmla="*/ 908304 w 2170176"/>
              <a:gd name="connsiteY23" fmla="*/ 73152 h 226174"/>
              <a:gd name="connsiteX24" fmla="*/ 926592 w 2170176"/>
              <a:gd name="connsiteY24" fmla="*/ 67056 h 226174"/>
              <a:gd name="connsiteX25" fmla="*/ 981456 w 2170176"/>
              <a:gd name="connsiteY25" fmla="*/ 42672 h 226174"/>
              <a:gd name="connsiteX26" fmla="*/ 1048512 w 2170176"/>
              <a:gd name="connsiteY26" fmla="*/ 54864 h 226174"/>
              <a:gd name="connsiteX27" fmla="*/ 1085088 w 2170176"/>
              <a:gd name="connsiteY27" fmla="*/ 79248 h 226174"/>
              <a:gd name="connsiteX28" fmla="*/ 1121664 w 2170176"/>
              <a:gd name="connsiteY28" fmla="*/ 97536 h 226174"/>
              <a:gd name="connsiteX29" fmla="*/ 1170432 w 2170176"/>
              <a:gd name="connsiteY29" fmla="*/ 128016 h 226174"/>
              <a:gd name="connsiteX30" fmla="*/ 1188720 w 2170176"/>
              <a:gd name="connsiteY30" fmla="*/ 134112 h 226174"/>
              <a:gd name="connsiteX31" fmla="*/ 1213104 w 2170176"/>
              <a:gd name="connsiteY31" fmla="*/ 146304 h 226174"/>
              <a:gd name="connsiteX32" fmla="*/ 1267968 w 2170176"/>
              <a:gd name="connsiteY32" fmla="*/ 170688 h 226174"/>
              <a:gd name="connsiteX33" fmla="*/ 1420368 w 2170176"/>
              <a:gd name="connsiteY33" fmla="*/ 128016 h 226174"/>
              <a:gd name="connsiteX34" fmla="*/ 1469136 w 2170176"/>
              <a:gd name="connsiteY34" fmla="*/ 109728 h 226174"/>
              <a:gd name="connsiteX35" fmla="*/ 1511808 w 2170176"/>
              <a:gd name="connsiteY35" fmla="*/ 97536 h 226174"/>
              <a:gd name="connsiteX36" fmla="*/ 1530096 w 2170176"/>
              <a:gd name="connsiteY36" fmla="*/ 85344 h 226174"/>
              <a:gd name="connsiteX37" fmla="*/ 1737360 w 2170176"/>
              <a:gd name="connsiteY37" fmla="*/ 103632 h 226174"/>
              <a:gd name="connsiteX38" fmla="*/ 1822704 w 2170176"/>
              <a:gd name="connsiteY38" fmla="*/ 109728 h 226174"/>
              <a:gd name="connsiteX39" fmla="*/ 1908048 w 2170176"/>
              <a:gd name="connsiteY39" fmla="*/ 146304 h 226174"/>
              <a:gd name="connsiteX40" fmla="*/ 1962912 w 2170176"/>
              <a:gd name="connsiteY40" fmla="*/ 176784 h 226174"/>
              <a:gd name="connsiteX41" fmla="*/ 1987296 w 2170176"/>
              <a:gd name="connsiteY41" fmla="*/ 201168 h 226174"/>
              <a:gd name="connsiteX42" fmla="*/ 1993392 w 2170176"/>
              <a:gd name="connsiteY42" fmla="*/ 219456 h 226174"/>
              <a:gd name="connsiteX43" fmla="*/ 2048256 w 2170176"/>
              <a:gd name="connsiteY43" fmla="*/ 225552 h 226174"/>
              <a:gd name="connsiteX44" fmla="*/ 2170176 w 2170176"/>
              <a:gd name="connsiteY44" fmla="*/ 225552 h 226174"/>
              <a:gd name="connsiteX0" fmla="*/ 0 w 2097024"/>
              <a:gd name="connsiteY0" fmla="*/ 0 h 220078"/>
              <a:gd name="connsiteX1" fmla="*/ 48768 w 2097024"/>
              <a:gd name="connsiteY1" fmla="*/ 24384 h 220078"/>
              <a:gd name="connsiteX2" fmla="*/ 79248 w 2097024"/>
              <a:gd name="connsiteY2" fmla="*/ 30480 h 220078"/>
              <a:gd name="connsiteX3" fmla="*/ 97536 w 2097024"/>
              <a:gd name="connsiteY3" fmla="*/ 42672 h 220078"/>
              <a:gd name="connsiteX4" fmla="*/ 140208 w 2097024"/>
              <a:gd name="connsiteY4" fmla="*/ 54864 h 220078"/>
              <a:gd name="connsiteX5" fmla="*/ 158496 w 2097024"/>
              <a:gd name="connsiteY5" fmla="*/ 60960 h 220078"/>
              <a:gd name="connsiteX6" fmla="*/ 207264 w 2097024"/>
              <a:gd name="connsiteY6" fmla="*/ 91440 h 220078"/>
              <a:gd name="connsiteX7" fmla="*/ 225552 w 2097024"/>
              <a:gd name="connsiteY7" fmla="*/ 103632 h 220078"/>
              <a:gd name="connsiteX8" fmla="*/ 256032 w 2097024"/>
              <a:gd name="connsiteY8" fmla="*/ 115824 h 220078"/>
              <a:gd name="connsiteX9" fmla="*/ 280416 w 2097024"/>
              <a:gd name="connsiteY9" fmla="*/ 134112 h 220078"/>
              <a:gd name="connsiteX10" fmla="*/ 298704 w 2097024"/>
              <a:gd name="connsiteY10" fmla="*/ 140208 h 220078"/>
              <a:gd name="connsiteX11" fmla="*/ 396240 w 2097024"/>
              <a:gd name="connsiteY11" fmla="*/ 176784 h 220078"/>
              <a:gd name="connsiteX12" fmla="*/ 438912 w 2097024"/>
              <a:gd name="connsiteY12" fmla="*/ 188976 h 220078"/>
              <a:gd name="connsiteX13" fmla="*/ 457200 w 2097024"/>
              <a:gd name="connsiteY13" fmla="*/ 195072 h 220078"/>
              <a:gd name="connsiteX14" fmla="*/ 505968 w 2097024"/>
              <a:gd name="connsiteY14" fmla="*/ 207264 h 220078"/>
              <a:gd name="connsiteX15" fmla="*/ 615696 w 2097024"/>
              <a:gd name="connsiteY15" fmla="*/ 182880 h 220078"/>
              <a:gd name="connsiteX16" fmla="*/ 640080 w 2097024"/>
              <a:gd name="connsiteY16" fmla="*/ 176784 h 220078"/>
              <a:gd name="connsiteX17" fmla="*/ 713232 w 2097024"/>
              <a:gd name="connsiteY17" fmla="*/ 134112 h 220078"/>
              <a:gd name="connsiteX18" fmla="*/ 731520 w 2097024"/>
              <a:gd name="connsiteY18" fmla="*/ 128016 h 220078"/>
              <a:gd name="connsiteX19" fmla="*/ 768096 w 2097024"/>
              <a:gd name="connsiteY19" fmla="*/ 103632 h 220078"/>
              <a:gd name="connsiteX20" fmla="*/ 786384 w 2097024"/>
              <a:gd name="connsiteY20" fmla="*/ 97536 h 220078"/>
              <a:gd name="connsiteX21" fmla="*/ 816864 w 2097024"/>
              <a:gd name="connsiteY21" fmla="*/ 79248 h 220078"/>
              <a:gd name="connsiteX22" fmla="*/ 835152 w 2097024"/>
              <a:gd name="connsiteY22" fmla="*/ 67056 h 220078"/>
              <a:gd name="connsiteX23" fmla="*/ 853440 w 2097024"/>
              <a:gd name="connsiteY23" fmla="*/ 60960 h 220078"/>
              <a:gd name="connsiteX24" fmla="*/ 908304 w 2097024"/>
              <a:gd name="connsiteY24" fmla="*/ 36576 h 220078"/>
              <a:gd name="connsiteX25" fmla="*/ 975360 w 2097024"/>
              <a:gd name="connsiteY25" fmla="*/ 48768 h 220078"/>
              <a:gd name="connsiteX26" fmla="*/ 1011936 w 2097024"/>
              <a:gd name="connsiteY26" fmla="*/ 73152 h 220078"/>
              <a:gd name="connsiteX27" fmla="*/ 1048512 w 2097024"/>
              <a:gd name="connsiteY27" fmla="*/ 91440 h 220078"/>
              <a:gd name="connsiteX28" fmla="*/ 1097280 w 2097024"/>
              <a:gd name="connsiteY28" fmla="*/ 121920 h 220078"/>
              <a:gd name="connsiteX29" fmla="*/ 1115568 w 2097024"/>
              <a:gd name="connsiteY29" fmla="*/ 128016 h 220078"/>
              <a:gd name="connsiteX30" fmla="*/ 1139952 w 2097024"/>
              <a:gd name="connsiteY30" fmla="*/ 140208 h 220078"/>
              <a:gd name="connsiteX31" fmla="*/ 1194816 w 2097024"/>
              <a:gd name="connsiteY31" fmla="*/ 164592 h 220078"/>
              <a:gd name="connsiteX32" fmla="*/ 1347216 w 2097024"/>
              <a:gd name="connsiteY32" fmla="*/ 121920 h 220078"/>
              <a:gd name="connsiteX33" fmla="*/ 1395984 w 2097024"/>
              <a:gd name="connsiteY33" fmla="*/ 103632 h 220078"/>
              <a:gd name="connsiteX34" fmla="*/ 1438656 w 2097024"/>
              <a:gd name="connsiteY34" fmla="*/ 91440 h 220078"/>
              <a:gd name="connsiteX35" fmla="*/ 1456944 w 2097024"/>
              <a:gd name="connsiteY35" fmla="*/ 79248 h 220078"/>
              <a:gd name="connsiteX36" fmla="*/ 1664208 w 2097024"/>
              <a:gd name="connsiteY36" fmla="*/ 97536 h 220078"/>
              <a:gd name="connsiteX37" fmla="*/ 1749552 w 2097024"/>
              <a:gd name="connsiteY37" fmla="*/ 103632 h 220078"/>
              <a:gd name="connsiteX38" fmla="*/ 1834896 w 2097024"/>
              <a:gd name="connsiteY38" fmla="*/ 140208 h 220078"/>
              <a:gd name="connsiteX39" fmla="*/ 1889760 w 2097024"/>
              <a:gd name="connsiteY39" fmla="*/ 170688 h 220078"/>
              <a:gd name="connsiteX40" fmla="*/ 1914144 w 2097024"/>
              <a:gd name="connsiteY40" fmla="*/ 195072 h 220078"/>
              <a:gd name="connsiteX41" fmla="*/ 1920240 w 2097024"/>
              <a:gd name="connsiteY41" fmla="*/ 213360 h 220078"/>
              <a:gd name="connsiteX42" fmla="*/ 1975104 w 2097024"/>
              <a:gd name="connsiteY42" fmla="*/ 219456 h 220078"/>
              <a:gd name="connsiteX43" fmla="*/ 2097024 w 2097024"/>
              <a:gd name="connsiteY43" fmla="*/ 219456 h 220078"/>
              <a:gd name="connsiteX0" fmla="*/ 0 w 2048256"/>
              <a:gd name="connsiteY0" fmla="*/ 0 h 195694"/>
              <a:gd name="connsiteX1" fmla="*/ 30480 w 2048256"/>
              <a:gd name="connsiteY1" fmla="*/ 6096 h 195694"/>
              <a:gd name="connsiteX2" fmla="*/ 48768 w 2048256"/>
              <a:gd name="connsiteY2" fmla="*/ 18288 h 195694"/>
              <a:gd name="connsiteX3" fmla="*/ 91440 w 2048256"/>
              <a:gd name="connsiteY3" fmla="*/ 30480 h 195694"/>
              <a:gd name="connsiteX4" fmla="*/ 109728 w 2048256"/>
              <a:gd name="connsiteY4" fmla="*/ 36576 h 195694"/>
              <a:gd name="connsiteX5" fmla="*/ 158496 w 2048256"/>
              <a:gd name="connsiteY5" fmla="*/ 67056 h 195694"/>
              <a:gd name="connsiteX6" fmla="*/ 176784 w 2048256"/>
              <a:gd name="connsiteY6" fmla="*/ 79248 h 195694"/>
              <a:gd name="connsiteX7" fmla="*/ 207264 w 2048256"/>
              <a:gd name="connsiteY7" fmla="*/ 91440 h 195694"/>
              <a:gd name="connsiteX8" fmla="*/ 231648 w 2048256"/>
              <a:gd name="connsiteY8" fmla="*/ 109728 h 195694"/>
              <a:gd name="connsiteX9" fmla="*/ 249936 w 2048256"/>
              <a:gd name="connsiteY9" fmla="*/ 115824 h 195694"/>
              <a:gd name="connsiteX10" fmla="*/ 347472 w 2048256"/>
              <a:gd name="connsiteY10" fmla="*/ 152400 h 195694"/>
              <a:gd name="connsiteX11" fmla="*/ 390144 w 2048256"/>
              <a:gd name="connsiteY11" fmla="*/ 164592 h 195694"/>
              <a:gd name="connsiteX12" fmla="*/ 408432 w 2048256"/>
              <a:gd name="connsiteY12" fmla="*/ 170688 h 195694"/>
              <a:gd name="connsiteX13" fmla="*/ 457200 w 2048256"/>
              <a:gd name="connsiteY13" fmla="*/ 182880 h 195694"/>
              <a:gd name="connsiteX14" fmla="*/ 566928 w 2048256"/>
              <a:gd name="connsiteY14" fmla="*/ 158496 h 195694"/>
              <a:gd name="connsiteX15" fmla="*/ 591312 w 2048256"/>
              <a:gd name="connsiteY15" fmla="*/ 152400 h 195694"/>
              <a:gd name="connsiteX16" fmla="*/ 664464 w 2048256"/>
              <a:gd name="connsiteY16" fmla="*/ 109728 h 195694"/>
              <a:gd name="connsiteX17" fmla="*/ 682752 w 2048256"/>
              <a:gd name="connsiteY17" fmla="*/ 103632 h 195694"/>
              <a:gd name="connsiteX18" fmla="*/ 719328 w 2048256"/>
              <a:gd name="connsiteY18" fmla="*/ 79248 h 195694"/>
              <a:gd name="connsiteX19" fmla="*/ 737616 w 2048256"/>
              <a:gd name="connsiteY19" fmla="*/ 73152 h 195694"/>
              <a:gd name="connsiteX20" fmla="*/ 768096 w 2048256"/>
              <a:gd name="connsiteY20" fmla="*/ 54864 h 195694"/>
              <a:gd name="connsiteX21" fmla="*/ 786384 w 2048256"/>
              <a:gd name="connsiteY21" fmla="*/ 42672 h 195694"/>
              <a:gd name="connsiteX22" fmla="*/ 804672 w 2048256"/>
              <a:gd name="connsiteY22" fmla="*/ 36576 h 195694"/>
              <a:gd name="connsiteX23" fmla="*/ 859536 w 2048256"/>
              <a:gd name="connsiteY23" fmla="*/ 12192 h 195694"/>
              <a:gd name="connsiteX24" fmla="*/ 926592 w 2048256"/>
              <a:gd name="connsiteY24" fmla="*/ 24384 h 195694"/>
              <a:gd name="connsiteX25" fmla="*/ 963168 w 2048256"/>
              <a:gd name="connsiteY25" fmla="*/ 48768 h 195694"/>
              <a:gd name="connsiteX26" fmla="*/ 999744 w 2048256"/>
              <a:gd name="connsiteY26" fmla="*/ 67056 h 195694"/>
              <a:gd name="connsiteX27" fmla="*/ 1048512 w 2048256"/>
              <a:gd name="connsiteY27" fmla="*/ 97536 h 195694"/>
              <a:gd name="connsiteX28" fmla="*/ 1066800 w 2048256"/>
              <a:gd name="connsiteY28" fmla="*/ 103632 h 195694"/>
              <a:gd name="connsiteX29" fmla="*/ 1091184 w 2048256"/>
              <a:gd name="connsiteY29" fmla="*/ 115824 h 195694"/>
              <a:gd name="connsiteX30" fmla="*/ 1146048 w 2048256"/>
              <a:gd name="connsiteY30" fmla="*/ 140208 h 195694"/>
              <a:gd name="connsiteX31" fmla="*/ 1298448 w 2048256"/>
              <a:gd name="connsiteY31" fmla="*/ 97536 h 195694"/>
              <a:gd name="connsiteX32" fmla="*/ 1347216 w 2048256"/>
              <a:gd name="connsiteY32" fmla="*/ 79248 h 195694"/>
              <a:gd name="connsiteX33" fmla="*/ 1389888 w 2048256"/>
              <a:gd name="connsiteY33" fmla="*/ 67056 h 195694"/>
              <a:gd name="connsiteX34" fmla="*/ 1408176 w 2048256"/>
              <a:gd name="connsiteY34" fmla="*/ 54864 h 195694"/>
              <a:gd name="connsiteX35" fmla="*/ 1615440 w 2048256"/>
              <a:gd name="connsiteY35" fmla="*/ 73152 h 195694"/>
              <a:gd name="connsiteX36" fmla="*/ 1700784 w 2048256"/>
              <a:gd name="connsiteY36" fmla="*/ 79248 h 195694"/>
              <a:gd name="connsiteX37" fmla="*/ 1786128 w 2048256"/>
              <a:gd name="connsiteY37" fmla="*/ 115824 h 195694"/>
              <a:gd name="connsiteX38" fmla="*/ 1840992 w 2048256"/>
              <a:gd name="connsiteY38" fmla="*/ 146304 h 195694"/>
              <a:gd name="connsiteX39" fmla="*/ 1865376 w 2048256"/>
              <a:gd name="connsiteY39" fmla="*/ 170688 h 195694"/>
              <a:gd name="connsiteX40" fmla="*/ 1871472 w 2048256"/>
              <a:gd name="connsiteY40" fmla="*/ 188976 h 195694"/>
              <a:gd name="connsiteX41" fmla="*/ 1926336 w 2048256"/>
              <a:gd name="connsiteY41" fmla="*/ 195072 h 195694"/>
              <a:gd name="connsiteX42" fmla="*/ 2048256 w 2048256"/>
              <a:gd name="connsiteY42" fmla="*/ 195072 h 195694"/>
              <a:gd name="connsiteX0" fmla="*/ 0 w 2017776"/>
              <a:gd name="connsiteY0" fmla="*/ 0 h 189598"/>
              <a:gd name="connsiteX1" fmla="*/ 18288 w 2017776"/>
              <a:gd name="connsiteY1" fmla="*/ 12192 h 189598"/>
              <a:gd name="connsiteX2" fmla="*/ 60960 w 2017776"/>
              <a:gd name="connsiteY2" fmla="*/ 24384 h 189598"/>
              <a:gd name="connsiteX3" fmla="*/ 79248 w 2017776"/>
              <a:gd name="connsiteY3" fmla="*/ 30480 h 189598"/>
              <a:gd name="connsiteX4" fmla="*/ 128016 w 2017776"/>
              <a:gd name="connsiteY4" fmla="*/ 60960 h 189598"/>
              <a:gd name="connsiteX5" fmla="*/ 146304 w 2017776"/>
              <a:gd name="connsiteY5" fmla="*/ 73152 h 189598"/>
              <a:gd name="connsiteX6" fmla="*/ 176784 w 2017776"/>
              <a:gd name="connsiteY6" fmla="*/ 85344 h 189598"/>
              <a:gd name="connsiteX7" fmla="*/ 201168 w 2017776"/>
              <a:gd name="connsiteY7" fmla="*/ 103632 h 189598"/>
              <a:gd name="connsiteX8" fmla="*/ 219456 w 2017776"/>
              <a:gd name="connsiteY8" fmla="*/ 109728 h 189598"/>
              <a:gd name="connsiteX9" fmla="*/ 316992 w 2017776"/>
              <a:gd name="connsiteY9" fmla="*/ 146304 h 189598"/>
              <a:gd name="connsiteX10" fmla="*/ 359664 w 2017776"/>
              <a:gd name="connsiteY10" fmla="*/ 158496 h 189598"/>
              <a:gd name="connsiteX11" fmla="*/ 377952 w 2017776"/>
              <a:gd name="connsiteY11" fmla="*/ 164592 h 189598"/>
              <a:gd name="connsiteX12" fmla="*/ 426720 w 2017776"/>
              <a:gd name="connsiteY12" fmla="*/ 176784 h 189598"/>
              <a:gd name="connsiteX13" fmla="*/ 536448 w 2017776"/>
              <a:gd name="connsiteY13" fmla="*/ 152400 h 189598"/>
              <a:gd name="connsiteX14" fmla="*/ 560832 w 2017776"/>
              <a:gd name="connsiteY14" fmla="*/ 146304 h 189598"/>
              <a:gd name="connsiteX15" fmla="*/ 633984 w 2017776"/>
              <a:gd name="connsiteY15" fmla="*/ 103632 h 189598"/>
              <a:gd name="connsiteX16" fmla="*/ 652272 w 2017776"/>
              <a:gd name="connsiteY16" fmla="*/ 97536 h 189598"/>
              <a:gd name="connsiteX17" fmla="*/ 688848 w 2017776"/>
              <a:gd name="connsiteY17" fmla="*/ 73152 h 189598"/>
              <a:gd name="connsiteX18" fmla="*/ 707136 w 2017776"/>
              <a:gd name="connsiteY18" fmla="*/ 67056 h 189598"/>
              <a:gd name="connsiteX19" fmla="*/ 737616 w 2017776"/>
              <a:gd name="connsiteY19" fmla="*/ 48768 h 189598"/>
              <a:gd name="connsiteX20" fmla="*/ 755904 w 2017776"/>
              <a:gd name="connsiteY20" fmla="*/ 36576 h 189598"/>
              <a:gd name="connsiteX21" fmla="*/ 774192 w 2017776"/>
              <a:gd name="connsiteY21" fmla="*/ 30480 h 189598"/>
              <a:gd name="connsiteX22" fmla="*/ 829056 w 2017776"/>
              <a:gd name="connsiteY22" fmla="*/ 6096 h 189598"/>
              <a:gd name="connsiteX23" fmla="*/ 896112 w 2017776"/>
              <a:gd name="connsiteY23" fmla="*/ 18288 h 189598"/>
              <a:gd name="connsiteX24" fmla="*/ 932688 w 2017776"/>
              <a:gd name="connsiteY24" fmla="*/ 42672 h 189598"/>
              <a:gd name="connsiteX25" fmla="*/ 969264 w 2017776"/>
              <a:gd name="connsiteY25" fmla="*/ 60960 h 189598"/>
              <a:gd name="connsiteX26" fmla="*/ 1018032 w 2017776"/>
              <a:gd name="connsiteY26" fmla="*/ 91440 h 189598"/>
              <a:gd name="connsiteX27" fmla="*/ 1036320 w 2017776"/>
              <a:gd name="connsiteY27" fmla="*/ 97536 h 189598"/>
              <a:gd name="connsiteX28" fmla="*/ 1060704 w 2017776"/>
              <a:gd name="connsiteY28" fmla="*/ 109728 h 189598"/>
              <a:gd name="connsiteX29" fmla="*/ 1115568 w 2017776"/>
              <a:gd name="connsiteY29" fmla="*/ 134112 h 189598"/>
              <a:gd name="connsiteX30" fmla="*/ 1267968 w 2017776"/>
              <a:gd name="connsiteY30" fmla="*/ 91440 h 189598"/>
              <a:gd name="connsiteX31" fmla="*/ 1316736 w 2017776"/>
              <a:gd name="connsiteY31" fmla="*/ 73152 h 189598"/>
              <a:gd name="connsiteX32" fmla="*/ 1359408 w 2017776"/>
              <a:gd name="connsiteY32" fmla="*/ 60960 h 189598"/>
              <a:gd name="connsiteX33" fmla="*/ 1377696 w 2017776"/>
              <a:gd name="connsiteY33" fmla="*/ 48768 h 189598"/>
              <a:gd name="connsiteX34" fmla="*/ 1584960 w 2017776"/>
              <a:gd name="connsiteY34" fmla="*/ 67056 h 189598"/>
              <a:gd name="connsiteX35" fmla="*/ 1670304 w 2017776"/>
              <a:gd name="connsiteY35" fmla="*/ 73152 h 189598"/>
              <a:gd name="connsiteX36" fmla="*/ 1755648 w 2017776"/>
              <a:gd name="connsiteY36" fmla="*/ 109728 h 189598"/>
              <a:gd name="connsiteX37" fmla="*/ 1810512 w 2017776"/>
              <a:gd name="connsiteY37" fmla="*/ 140208 h 189598"/>
              <a:gd name="connsiteX38" fmla="*/ 1834896 w 2017776"/>
              <a:gd name="connsiteY38" fmla="*/ 164592 h 189598"/>
              <a:gd name="connsiteX39" fmla="*/ 1840992 w 2017776"/>
              <a:gd name="connsiteY39" fmla="*/ 182880 h 189598"/>
              <a:gd name="connsiteX40" fmla="*/ 1895856 w 2017776"/>
              <a:gd name="connsiteY40" fmla="*/ 188976 h 189598"/>
              <a:gd name="connsiteX41" fmla="*/ 2017776 w 2017776"/>
              <a:gd name="connsiteY41" fmla="*/ 188976 h 189598"/>
              <a:gd name="connsiteX0" fmla="*/ 0 w 1999488"/>
              <a:gd name="connsiteY0" fmla="*/ 6096 h 183502"/>
              <a:gd name="connsiteX1" fmla="*/ 42672 w 1999488"/>
              <a:gd name="connsiteY1" fmla="*/ 18288 h 183502"/>
              <a:gd name="connsiteX2" fmla="*/ 60960 w 1999488"/>
              <a:gd name="connsiteY2" fmla="*/ 24384 h 183502"/>
              <a:gd name="connsiteX3" fmla="*/ 109728 w 1999488"/>
              <a:gd name="connsiteY3" fmla="*/ 54864 h 183502"/>
              <a:gd name="connsiteX4" fmla="*/ 128016 w 1999488"/>
              <a:gd name="connsiteY4" fmla="*/ 67056 h 183502"/>
              <a:gd name="connsiteX5" fmla="*/ 158496 w 1999488"/>
              <a:gd name="connsiteY5" fmla="*/ 79248 h 183502"/>
              <a:gd name="connsiteX6" fmla="*/ 182880 w 1999488"/>
              <a:gd name="connsiteY6" fmla="*/ 97536 h 183502"/>
              <a:gd name="connsiteX7" fmla="*/ 201168 w 1999488"/>
              <a:gd name="connsiteY7" fmla="*/ 103632 h 183502"/>
              <a:gd name="connsiteX8" fmla="*/ 298704 w 1999488"/>
              <a:gd name="connsiteY8" fmla="*/ 140208 h 183502"/>
              <a:gd name="connsiteX9" fmla="*/ 341376 w 1999488"/>
              <a:gd name="connsiteY9" fmla="*/ 152400 h 183502"/>
              <a:gd name="connsiteX10" fmla="*/ 359664 w 1999488"/>
              <a:gd name="connsiteY10" fmla="*/ 158496 h 183502"/>
              <a:gd name="connsiteX11" fmla="*/ 408432 w 1999488"/>
              <a:gd name="connsiteY11" fmla="*/ 170688 h 183502"/>
              <a:gd name="connsiteX12" fmla="*/ 518160 w 1999488"/>
              <a:gd name="connsiteY12" fmla="*/ 146304 h 183502"/>
              <a:gd name="connsiteX13" fmla="*/ 542544 w 1999488"/>
              <a:gd name="connsiteY13" fmla="*/ 140208 h 183502"/>
              <a:gd name="connsiteX14" fmla="*/ 615696 w 1999488"/>
              <a:gd name="connsiteY14" fmla="*/ 97536 h 183502"/>
              <a:gd name="connsiteX15" fmla="*/ 633984 w 1999488"/>
              <a:gd name="connsiteY15" fmla="*/ 91440 h 183502"/>
              <a:gd name="connsiteX16" fmla="*/ 670560 w 1999488"/>
              <a:gd name="connsiteY16" fmla="*/ 67056 h 183502"/>
              <a:gd name="connsiteX17" fmla="*/ 688848 w 1999488"/>
              <a:gd name="connsiteY17" fmla="*/ 60960 h 183502"/>
              <a:gd name="connsiteX18" fmla="*/ 719328 w 1999488"/>
              <a:gd name="connsiteY18" fmla="*/ 42672 h 183502"/>
              <a:gd name="connsiteX19" fmla="*/ 737616 w 1999488"/>
              <a:gd name="connsiteY19" fmla="*/ 30480 h 183502"/>
              <a:gd name="connsiteX20" fmla="*/ 755904 w 1999488"/>
              <a:gd name="connsiteY20" fmla="*/ 24384 h 183502"/>
              <a:gd name="connsiteX21" fmla="*/ 810768 w 1999488"/>
              <a:gd name="connsiteY21" fmla="*/ 0 h 183502"/>
              <a:gd name="connsiteX22" fmla="*/ 877824 w 1999488"/>
              <a:gd name="connsiteY22" fmla="*/ 12192 h 183502"/>
              <a:gd name="connsiteX23" fmla="*/ 914400 w 1999488"/>
              <a:gd name="connsiteY23" fmla="*/ 36576 h 183502"/>
              <a:gd name="connsiteX24" fmla="*/ 950976 w 1999488"/>
              <a:gd name="connsiteY24" fmla="*/ 54864 h 183502"/>
              <a:gd name="connsiteX25" fmla="*/ 999744 w 1999488"/>
              <a:gd name="connsiteY25" fmla="*/ 85344 h 183502"/>
              <a:gd name="connsiteX26" fmla="*/ 1018032 w 1999488"/>
              <a:gd name="connsiteY26" fmla="*/ 91440 h 183502"/>
              <a:gd name="connsiteX27" fmla="*/ 1042416 w 1999488"/>
              <a:gd name="connsiteY27" fmla="*/ 103632 h 183502"/>
              <a:gd name="connsiteX28" fmla="*/ 1097280 w 1999488"/>
              <a:gd name="connsiteY28" fmla="*/ 128016 h 183502"/>
              <a:gd name="connsiteX29" fmla="*/ 1249680 w 1999488"/>
              <a:gd name="connsiteY29" fmla="*/ 85344 h 183502"/>
              <a:gd name="connsiteX30" fmla="*/ 1298448 w 1999488"/>
              <a:gd name="connsiteY30" fmla="*/ 67056 h 183502"/>
              <a:gd name="connsiteX31" fmla="*/ 1341120 w 1999488"/>
              <a:gd name="connsiteY31" fmla="*/ 54864 h 183502"/>
              <a:gd name="connsiteX32" fmla="*/ 1359408 w 1999488"/>
              <a:gd name="connsiteY32" fmla="*/ 42672 h 183502"/>
              <a:gd name="connsiteX33" fmla="*/ 1566672 w 1999488"/>
              <a:gd name="connsiteY33" fmla="*/ 60960 h 183502"/>
              <a:gd name="connsiteX34" fmla="*/ 1652016 w 1999488"/>
              <a:gd name="connsiteY34" fmla="*/ 67056 h 183502"/>
              <a:gd name="connsiteX35" fmla="*/ 1737360 w 1999488"/>
              <a:gd name="connsiteY35" fmla="*/ 103632 h 183502"/>
              <a:gd name="connsiteX36" fmla="*/ 1792224 w 1999488"/>
              <a:gd name="connsiteY36" fmla="*/ 134112 h 183502"/>
              <a:gd name="connsiteX37" fmla="*/ 1816608 w 1999488"/>
              <a:gd name="connsiteY37" fmla="*/ 158496 h 183502"/>
              <a:gd name="connsiteX38" fmla="*/ 1822704 w 1999488"/>
              <a:gd name="connsiteY38" fmla="*/ 176784 h 183502"/>
              <a:gd name="connsiteX39" fmla="*/ 1877568 w 1999488"/>
              <a:gd name="connsiteY39" fmla="*/ 182880 h 183502"/>
              <a:gd name="connsiteX40" fmla="*/ 1999488 w 1999488"/>
              <a:gd name="connsiteY40" fmla="*/ 182880 h 183502"/>
              <a:gd name="connsiteX0" fmla="*/ 0 w 1999488"/>
              <a:gd name="connsiteY0" fmla="*/ 6096 h 183502"/>
              <a:gd name="connsiteX1" fmla="*/ 33147 w 1999488"/>
              <a:gd name="connsiteY1" fmla="*/ 16383 h 183502"/>
              <a:gd name="connsiteX2" fmla="*/ 60960 w 1999488"/>
              <a:gd name="connsiteY2" fmla="*/ 24384 h 183502"/>
              <a:gd name="connsiteX3" fmla="*/ 109728 w 1999488"/>
              <a:gd name="connsiteY3" fmla="*/ 54864 h 183502"/>
              <a:gd name="connsiteX4" fmla="*/ 128016 w 1999488"/>
              <a:gd name="connsiteY4" fmla="*/ 67056 h 183502"/>
              <a:gd name="connsiteX5" fmla="*/ 158496 w 1999488"/>
              <a:gd name="connsiteY5" fmla="*/ 79248 h 183502"/>
              <a:gd name="connsiteX6" fmla="*/ 182880 w 1999488"/>
              <a:gd name="connsiteY6" fmla="*/ 97536 h 183502"/>
              <a:gd name="connsiteX7" fmla="*/ 201168 w 1999488"/>
              <a:gd name="connsiteY7" fmla="*/ 103632 h 183502"/>
              <a:gd name="connsiteX8" fmla="*/ 298704 w 1999488"/>
              <a:gd name="connsiteY8" fmla="*/ 140208 h 183502"/>
              <a:gd name="connsiteX9" fmla="*/ 341376 w 1999488"/>
              <a:gd name="connsiteY9" fmla="*/ 152400 h 183502"/>
              <a:gd name="connsiteX10" fmla="*/ 359664 w 1999488"/>
              <a:gd name="connsiteY10" fmla="*/ 158496 h 183502"/>
              <a:gd name="connsiteX11" fmla="*/ 408432 w 1999488"/>
              <a:gd name="connsiteY11" fmla="*/ 170688 h 183502"/>
              <a:gd name="connsiteX12" fmla="*/ 518160 w 1999488"/>
              <a:gd name="connsiteY12" fmla="*/ 146304 h 183502"/>
              <a:gd name="connsiteX13" fmla="*/ 542544 w 1999488"/>
              <a:gd name="connsiteY13" fmla="*/ 140208 h 183502"/>
              <a:gd name="connsiteX14" fmla="*/ 615696 w 1999488"/>
              <a:gd name="connsiteY14" fmla="*/ 97536 h 183502"/>
              <a:gd name="connsiteX15" fmla="*/ 633984 w 1999488"/>
              <a:gd name="connsiteY15" fmla="*/ 91440 h 183502"/>
              <a:gd name="connsiteX16" fmla="*/ 670560 w 1999488"/>
              <a:gd name="connsiteY16" fmla="*/ 67056 h 183502"/>
              <a:gd name="connsiteX17" fmla="*/ 688848 w 1999488"/>
              <a:gd name="connsiteY17" fmla="*/ 60960 h 183502"/>
              <a:gd name="connsiteX18" fmla="*/ 719328 w 1999488"/>
              <a:gd name="connsiteY18" fmla="*/ 42672 h 183502"/>
              <a:gd name="connsiteX19" fmla="*/ 737616 w 1999488"/>
              <a:gd name="connsiteY19" fmla="*/ 30480 h 183502"/>
              <a:gd name="connsiteX20" fmla="*/ 755904 w 1999488"/>
              <a:gd name="connsiteY20" fmla="*/ 24384 h 183502"/>
              <a:gd name="connsiteX21" fmla="*/ 810768 w 1999488"/>
              <a:gd name="connsiteY21" fmla="*/ 0 h 183502"/>
              <a:gd name="connsiteX22" fmla="*/ 877824 w 1999488"/>
              <a:gd name="connsiteY22" fmla="*/ 12192 h 183502"/>
              <a:gd name="connsiteX23" fmla="*/ 914400 w 1999488"/>
              <a:gd name="connsiteY23" fmla="*/ 36576 h 183502"/>
              <a:gd name="connsiteX24" fmla="*/ 950976 w 1999488"/>
              <a:gd name="connsiteY24" fmla="*/ 54864 h 183502"/>
              <a:gd name="connsiteX25" fmla="*/ 999744 w 1999488"/>
              <a:gd name="connsiteY25" fmla="*/ 85344 h 183502"/>
              <a:gd name="connsiteX26" fmla="*/ 1018032 w 1999488"/>
              <a:gd name="connsiteY26" fmla="*/ 91440 h 183502"/>
              <a:gd name="connsiteX27" fmla="*/ 1042416 w 1999488"/>
              <a:gd name="connsiteY27" fmla="*/ 103632 h 183502"/>
              <a:gd name="connsiteX28" fmla="*/ 1097280 w 1999488"/>
              <a:gd name="connsiteY28" fmla="*/ 128016 h 183502"/>
              <a:gd name="connsiteX29" fmla="*/ 1249680 w 1999488"/>
              <a:gd name="connsiteY29" fmla="*/ 85344 h 183502"/>
              <a:gd name="connsiteX30" fmla="*/ 1298448 w 1999488"/>
              <a:gd name="connsiteY30" fmla="*/ 67056 h 183502"/>
              <a:gd name="connsiteX31" fmla="*/ 1341120 w 1999488"/>
              <a:gd name="connsiteY31" fmla="*/ 54864 h 183502"/>
              <a:gd name="connsiteX32" fmla="*/ 1359408 w 1999488"/>
              <a:gd name="connsiteY32" fmla="*/ 42672 h 183502"/>
              <a:gd name="connsiteX33" fmla="*/ 1566672 w 1999488"/>
              <a:gd name="connsiteY33" fmla="*/ 60960 h 183502"/>
              <a:gd name="connsiteX34" fmla="*/ 1652016 w 1999488"/>
              <a:gd name="connsiteY34" fmla="*/ 67056 h 183502"/>
              <a:gd name="connsiteX35" fmla="*/ 1737360 w 1999488"/>
              <a:gd name="connsiteY35" fmla="*/ 103632 h 183502"/>
              <a:gd name="connsiteX36" fmla="*/ 1792224 w 1999488"/>
              <a:gd name="connsiteY36" fmla="*/ 134112 h 183502"/>
              <a:gd name="connsiteX37" fmla="*/ 1816608 w 1999488"/>
              <a:gd name="connsiteY37" fmla="*/ 158496 h 183502"/>
              <a:gd name="connsiteX38" fmla="*/ 1822704 w 1999488"/>
              <a:gd name="connsiteY38" fmla="*/ 176784 h 183502"/>
              <a:gd name="connsiteX39" fmla="*/ 1877568 w 1999488"/>
              <a:gd name="connsiteY39" fmla="*/ 182880 h 183502"/>
              <a:gd name="connsiteX40" fmla="*/ 1999488 w 1999488"/>
              <a:gd name="connsiteY40" fmla="*/ 182880 h 183502"/>
              <a:gd name="connsiteX0" fmla="*/ 0 w 1966341"/>
              <a:gd name="connsiteY0" fmla="*/ 16383 h 183502"/>
              <a:gd name="connsiteX1" fmla="*/ 27813 w 1966341"/>
              <a:gd name="connsiteY1" fmla="*/ 24384 h 183502"/>
              <a:gd name="connsiteX2" fmla="*/ 76581 w 1966341"/>
              <a:gd name="connsiteY2" fmla="*/ 54864 h 183502"/>
              <a:gd name="connsiteX3" fmla="*/ 94869 w 1966341"/>
              <a:gd name="connsiteY3" fmla="*/ 67056 h 183502"/>
              <a:gd name="connsiteX4" fmla="*/ 125349 w 1966341"/>
              <a:gd name="connsiteY4" fmla="*/ 79248 h 183502"/>
              <a:gd name="connsiteX5" fmla="*/ 149733 w 1966341"/>
              <a:gd name="connsiteY5" fmla="*/ 97536 h 183502"/>
              <a:gd name="connsiteX6" fmla="*/ 168021 w 1966341"/>
              <a:gd name="connsiteY6" fmla="*/ 103632 h 183502"/>
              <a:gd name="connsiteX7" fmla="*/ 265557 w 1966341"/>
              <a:gd name="connsiteY7" fmla="*/ 140208 h 183502"/>
              <a:gd name="connsiteX8" fmla="*/ 308229 w 1966341"/>
              <a:gd name="connsiteY8" fmla="*/ 152400 h 183502"/>
              <a:gd name="connsiteX9" fmla="*/ 326517 w 1966341"/>
              <a:gd name="connsiteY9" fmla="*/ 158496 h 183502"/>
              <a:gd name="connsiteX10" fmla="*/ 375285 w 1966341"/>
              <a:gd name="connsiteY10" fmla="*/ 170688 h 183502"/>
              <a:gd name="connsiteX11" fmla="*/ 485013 w 1966341"/>
              <a:gd name="connsiteY11" fmla="*/ 146304 h 183502"/>
              <a:gd name="connsiteX12" fmla="*/ 509397 w 1966341"/>
              <a:gd name="connsiteY12" fmla="*/ 140208 h 183502"/>
              <a:gd name="connsiteX13" fmla="*/ 582549 w 1966341"/>
              <a:gd name="connsiteY13" fmla="*/ 97536 h 183502"/>
              <a:gd name="connsiteX14" fmla="*/ 600837 w 1966341"/>
              <a:gd name="connsiteY14" fmla="*/ 91440 h 183502"/>
              <a:gd name="connsiteX15" fmla="*/ 637413 w 1966341"/>
              <a:gd name="connsiteY15" fmla="*/ 67056 h 183502"/>
              <a:gd name="connsiteX16" fmla="*/ 655701 w 1966341"/>
              <a:gd name="connsiteY16" fmla="*/ 60960 h 183502"/>
              <a:gd name="connsiteX17" fmla="*/ 686181 w 1966341"/>
              <a:gd name="connsiteY17" fmla="*/ 42672 h 183502"/>
              <a:gd name="connsiteX18" fmla="*/ 704469 w 1966341"/>
              <a:gd name="connsiteY18" fmla="*/ 30480 h 183502"/>
              <a:gd name="connsiteX19" fmla="*/ 722757 w 1966341"/>
              <a:gd name="connsiteY19" fmla="*/ 24384 h 183502"/>
              <a:gd name="connsiteX20" fmla="*/ 777621 w 1966341"/>
              <a:gd name="connsiteY20" fmla="*/ 0 h 183502"/>
              <a:gd name="connsiteX21" fmla="*/ 844677 w 1966341"/>
              <a:gd name="connsiteY21" fmla="*/ 12192 h 183502"/>
              <a:gd name="connsiteX22" fmla="*/ 881253 w 1966341"/>
              <a:gd name="connsiteY22" fmla="*/ 36576 h 183502"/>
              <a:gd name="connsiteX23" fmla="*/ 917829 w 1966341"/>
              <a:gd name="connsiteY23" fmla="*/ 54864 h 183502"/>
              <a:gd name="connsiteX24" fmla="*/ 966597 w 1966341"/>
              <a:gd name="connsiteY24" fmla="*/ 85344 h 183502"/>
              <a:gd name="connsiteX25" fmla="*/ 984885 w 1966341"/>
              <a:gd name="connsiteY25" fmla="*/ 91440 h 183502"/>
              <a:gd name="connsiteX26" fmla="*/ 1009269 w 1966341"/>
              <a:gd name="connsiteY26" fmla="*/ 103632 h 183502"/>
              <a:gd name="connsiteX27" fmla="*/ 1064133 w 1966341"/>
              <a:gd name="connsiteY27" fmla="*/ 128016 h 183502"/>
              <a:gd name="connsiteX28" fmla="*/ 1216533 w 1966341"/>
              <a:gd name="connsiteY28" fmla="*/ 85344 h 183502"/>
              <a:gd name="connsiteX29" fmla="*/ 1265301 w 1966341"/>
              <a:gd name="connsiteY29" fmla="*/ 67056 h 183502"/>
              <a:gd name="connsiteX30" fmla="*/ 1307973 w 1966341"/>
              <a:gd name="connsiteY30" fmla="*/ 54864 h 183502"/>
              <a:gd name="connsiteX31" fmla="*/ 1326261 w 1966341"/>
              <a:gd name="connsiteY31" fmla="*/ 42672 h 183502"/>
              <a:gd name="connsiteX32" fmla="*/ 1533525 w 1966341"/>
              <a:gd name="connsiteY32" fmla="*/ 60960 h 183502"/>
              <a:gd name="connsiteX33" fmla="*/ 1618869 w 1966341"/>
              <a:gd name="connsiteY33" fmla="*/ 67056 h 183502"/>
              <a:gd name="connsiteX34" fmla="*/ 1704213 w 1966341"/>
              <a:gd name="connsiteY34" fmla="*/ 103632 h 183502"/>
              <a:gd name="connsiteX35" fmla="*/ 1759077 w 1966341"/>
              <a:gd name="connsiteY35" fmla="*/ 134112 h 183502"/>
              <a:gd name="connsiteX36" fmla="*/ 1783461 w 1966341"/>
              <a:gd name="connsiteY36" fmla="*/ 158496 h 183502"/>
              <a:gd name="connsiteX37" fmla="*/ 1789557 w 1966341"/>
              <a:gd name="connsiteY37" fmla="*/ 176784 h 183502"/>
              <a:gd name="connsiteX38" fmla="*/ 1844421 w 1966341"/>
              <a:gd name="connsiteY38" fmla="*/ 182880 h 183502"/>
              <a:gd name="connsiteX39" fmla="*/ 1966341 w 1966341"/>
              <a:gd name="connsiteY39" fmla="*/ 182880 h 183502"/>
              <a:gd name="connsiteX0" fmla="*/ 0 w 1844421"/>
              <a:gd name="connsiteY0" fmla="*/ 16383 h 182880"/>
              <a:gd name="connsiteX1" fmla="*/ 27813 w 1844421"/>
              <a:gd name="connsiteY1" fmla="*/ 24384 h 182880"/>
              <a:gd name="connsiteX2" fmla="*/ 76581 w 1844421"/>
              <a:gd name="connsiteY2" fmla="*/ 54864 h 182880"/>
              <a:gd name="connsiteX3" fmla="*/ 94869 w 1844421"/>
              <a:gd name="connsiteY3" fmla="*/ 67056 h 182880"/>
              <a:gd name="connsiteX4" fmla="*/ 125349 w 1844421"/>
              <a:gd name="connsiteY4" fmla="*/ 79248 h 182880"/>
              <a:gd name="connsiteX5" fmla="*/ 149733 w 1844421"/>
              <a:gd name="connsiteY5" fmla="*/ 97536 h 182880"/>
              <a:gd name="connsiteX6" fmla="*/ 168021 w 1844421"/>
              <a:gd name="connsiteY6" fmla="*/ 103632 h 182880"/>
              <a:gd name="connsiteX7" fmla="*/ 265557 w 1844421"/>
              <a:gd name="connsiteY7" fmla="*/ 140208 h 182880"/>
              <a:gd name="connsiteX8" fmla="*/ 308229 w 1844421"/>
              <a:gd name="connsiteY8" fmla="*/ 152400 h 182880"/>
              <a:gd name="connsiteX9" fmla="*/ 326517 w 1844421"/>
              <a:gd name="connsiteY9" fmla="*/ 158496 h 182880"/>
              <a:gd name="connsiteX10" fmla="*/ 375285 w 1844421"/>
              <a:gd name="connsiteY10" fmla="*/ 170688 h 182880"/>
              <a:gd name="connsiteX11" fmla="*/ 485013 w 1844421"/>
              <a:gd name="connsiteY11" fmla="*/ 146304 h 182880"/>
              <a:gd name="connsiteX12" fmla="*/ 509397 w 1844421"/>
              <a:gd name="connsiteY12" fmla="*/ 140208 h 182880"/>
              <a:gd name="connsiteX13" fmla="*/ 582549 w 1844421"/>
              <a:gd name="connsiteY13" fmla="*/ 97536 h 182880"/>
              <a:gd name="connsiteX14" fmla="*/ 600837 w 1844421"/>
              <a:gd name="connsiteY14" fmla="*/ 91440 h 182880"/>
              <a:gd name="connsiteX15" fmla="*/ 637413 w 1844421"/>
              <a:gd name="connsiteY15" fmla="*/ 67056 h 182880"/>
              <a:gd name="connsiteX16" fmla="*/ 655701 w 1844421"/>
              <a:gd name="connsiteY16" fmla="*/ 60960 h 182880"/>
              <a:gd name="connsiteX17" fmla="*/ 686181 w 1844421"/>
              <a:gd name="connsiteY17" fmla="*/ 42672 h 182880"/>
              <a:gd name="connsiteX18" fmla="*/ 704469 w 1844421"/>
              <a:gd name="connsiteY18" fmla="*/ 30480 h 182880"/>
              <a:gd name="connsiteX19" fmla="*/ 722757 w 1844421"/>
              <a:gd name="connsiteY19" fmla="*/ 24384 h 182880"/>
              <a:gd name="connsiteX20" fmla="*/ 777621 w 1844421"/>
              <a:gd name="connsiteY20" fmla="*/ 0 h 182880"/>
              <a:gd name="connsiteX21" fmla="*/ 844677 w 1844421"/>
              <a:gd name="connsiteY21" fmla="*/ 12192 h 182880"/>
              <a:gd name="connsiteX22" fmla="*/ 881253 w 1844421"/>
              <a:gd name="connsiteY22" fmla="*/ 36576 h 182880"/>
              <a:gd name="connsiteX23" fmla="*/ 917829 w 1844421"/>
              <a:gd name="connsiteY23" fmla="*/ 54864 h 182880"/>
              <a:gd name="connsiteX24" fmla="*/ 966597 w 1844421"/>
              <a:gd name="connsiteY24" fmla="*/ 85344 h 182880"/>
              <a:gd name="connsiteX25" fmla="*/ 984885 w 1844421"/>
              <a:gd name="connsiteY25" fmla="*/ 91440 h 182880"/>
              <a:gd name="connsiteX26" fmla="*/ 1009269 w 1844421"/>
              <a:gd name="connsiteY26" fmla="*/ 103632 h 182880"/>
              <a:gd name="connsiteX27" fmla="*/ 1064133 w 1844421"/>
              <a:gd name="connsiteY27" fmla="*/ 128016 h 182880"/>
              <a:gd name="connsiteX28" fmla="*/ 1216533 w 1844421"/>
              <a:gd name="connsiteY28" fmla="*/ 85344 h 182880"/>
              <a:gd name="connsiteX29" fmla="*/ 1265301 w 1844421"/>
              <a:gd name="connsiteY29" fmla="*/ 67056 h 182880"/>
              <a:gd name="connsiteX30" fmla="*/ 1307973 w 1844421"/>
              <a:gd name="connsiteY30" fmla="*/ 54864 h 182880"/>
              <a:gd name="connsiteX31" fmla="*/ 1326261 w 1844421"/>
              <a:gd name="connsiteY31" fmla="*/ 42672 h 182880"/>
              <a:gd name="connsiteX32" fmla="*/ 1533525 w 1844421"/>
              <a:gd name="connsiteY32" fmla="*/ 60960 h 182880"/>
              <a:gd name="connsiteX33" fmla="*/ 1618869 w 1844421"/>
              <a:gd name="connsiteY33" fmla="*/ 67056 h 182880"/>
              <a:gd name="connsiteX34" fmla="*/ 1704213 w 1844421"/>
              <a:gd name="connsiteY34" fmla="*/ 103632 h 182880"/>
              <a:gd name="connsiteX35" fmla="*/ 1759077 w 1844421"/>
              <a:gd name="connsiteY35" fmla="*/ 134112 h 182880"/>
              <a:gd name="connsiteX36" fmla="*/ 1783461 w 1844421"/>
              <a:gd name="connsiteY36" fmla="*/ 158496 h 182880"/>
              <a:gd name="connsiteX37" fmla="*/ 1789557 w 1844421"/>
              <a:gd name="connsiteY37" fmla="*/ 176784 h 182880"/>
              <a:gd name="connsiteX38" fmla="*/ 1844421 w 1844421"/>
              <a:gd name="connsiteY38" fmla="*/ 182880 h 182880"/>
              <a:gd name="connsiteX0" fmla="*/ 0 w 1789557"/>
              <a:gd name="connsiteY0" fmla="*/ 16383 h 176784"/>
              <a:gd name="connsiteX1" fmla="*/ 27813 w 1789557"/>
              <a:gd name="connsiteY1" fmla="*/ 24384 h 176784"/>
              <a:gd name="connsiteX2" fmla="*/ 76581 w 1789557"/>
              <a:gd name="connsiteY2" fmla="*/ 54864 h 176784"/>
              <a:gd name="connsiteX3" fmla="*/ 94869 w 1789557"/>
              <a:gd name="connsiteY3" fmla="*/ 67056 h 176784"/>
              <a:gd name="connsiteX4" fmla="*/ 125349 w 1789557"/>
              <a:gd name="connsiteY4" fmla="*/ 79248 h 176784"/>
              <a:gd name="connsiteX5" fmla="*/ 149733 w 1789557"/>
              <a:gd name="connsiteY5" fmla="*/ 97536 h 176784"/>
              <a:gd name="connsiteX6" fmla="*/ 168021 w 1789557"/>
              <a:gd name="connsiteY6" fmla="*/ 103632 h 176784"/>
              <a:gd name="connsiteX7" fmla="*/ 265557 w 1789557"/>
              <a:gd name="connsiteY7" fmla="*/ 140208 h 176784"/>
              <a:gd name="connsiteX8" fmla="*/ 308229 w 1789557"/>
              <a:gd name="connsiteY8" fmla="*/ 152400 h 176784"/>
              <a:gd name="connsiteX9" fmla="*/ 326517 w 1789557"/>
              <a:gd name="connsiteY9" fmla="*/ 158496 h 176784"/>
              <a:gd name="connsiteX10" fmla="*/ 375285 w 1789557"/>
              <a:gd name="connsiteY10" fmla="*/ 170688 h 176784"/>
              <a:gd name="connsiteX11" fmla="*/ 485013 w 1789557"/>
              <a:gd name="connsiteY11" fmla="*/ 146304 h 176784"/>
              <a:gd name="connsiteX12" fmla="*/ 509397 w 1789557"/>
              <a:gd name="connsiteY12" fmla="*/ 140208 h 176784"/>
              <a:gd name="connsiteX13" fmla="*/ 582549 w 1789557"/>
              <a:gd name="connsiteY13" fmla="*/ 97536 h 176784"/>
              <a:gd name="connsiteX14" fmla="*/ 600837 w 1789557"/>
              <a:gd name="connsiteY14" fmla="*/ 91440 h 176784"/>
              <a:gd name="connsiteX15" fmla="*/ 637413 w 1789557"/>
              <a:gd name="connsiteY15" fmla="*/ 67056 h 176784"/>
              <a:gd name="connsiteX16" fmla="*/ 655701 w 1789557"/>
              <a:gd name="connsiteY16" fmla="*/ 60960 h 176784"/>
              <a:gd name="connsiteX17" fmla="*/ 686181 w 1789557"/>
              <a:gd name="connsiteY17" fmla="*/ 42672 h 176784"/>
              <a:gd name="connsiteX18" fmla="*/ 704469 w 1789557"/>
              <a:gd name="connsiteY18" fmla="*/ 30480 h 176784"/>
              <a:gd name="connsiteX19" fmla="*/ 722757 w 1789557"/>
              <a:gd name="connsiteY19" fmla="*/ 24384 h 176784"/>
              <a:gd name="connsiteX20" fmla="*/ 777621 w 1789557"/>
              <a:gd name="connsiteY20" fmla="*/ 0 h 176784"/>
              <a:gd name="connsiteX21" fmla="*/ 844677 w 1789557"/>
              <a:gd name="connsiteY21" fmla="*/ 12192 h 176784"/>
              <a:gd name="connsiteX22" fmla="*/ 881253 w 1789557"/>
              <a:gd name="connsiteY22" fmla="*/ 36576 h 176784"/>
              <a:gd name="connsiteX23" fmla="*/ 917829 w 1789557"/>
              <a:gd name="connsiteY23" fmla="*/ 54864 h 176784"/>
              <a:gd name="connsiteX24" fmla="*/ 966597 w 1789557"/>
              <a:gd name="connsiteY24" fmla="*/ 85344 h 176784"/>
              <a:gd name="connsiteX25" fmla="*/ 984885 w 1789557"/>
              <a:gd name="connsiteY25" fmla="*/ 91440 h 176784"/>
              <a:gd name="connsiteX26" fmla="*/ 1009269 w 1789557"/>
              <a:gd name="connsiteY26" fmla="*/ 103632 h 176784"/>
              <a:gd name="connsiteX27" fmla="*/ 1064133 w 1789557"/>
              <a:gd name="connsiteY27" fmla="*/ 128016 h 176784"/>
              <a:gd name="connsiteX28" fmla="*/ 1216533 w 1789557"/>
              <a:gd name="connsiteY28" fmla="*/ 85344 h 176784"/>
              <a:gd name="connsiteX29" fmla="*/ 1265301 w 1789557"/>
              <a:gd name="connsiteY29" fmla="*/ 67056 h 176784"/>
              <a:gd name="connsiteX30" fmla="*/ 1307973 w 1789557"/>
              <a:gd name="connsiteY30" fmla="*/ 54864 h 176784"/>
              <a:gd name="connsiteX31" fmla="*/ 1326261 w 1789557"/>
              <a:gd name="connsiteY31" fmla="*/ 42672 h 176784"/>
              <a:gd name="connsiteX32" fmla="*/ 1533525 w 1789557"/>
              <a:gd name="connsiteY32" fmla="*/ 60960 h 176784"/>
              <a:gd name="connsiteX33" fmla="*/ 1618869 w 1789557"/>
              <a:gd name="connsiteY33" fmla="*/ 67056 h 176784"/>
              <a:gd name="connsiteX34" fmla="*/ 1704213 w 1789557"/>
              <a:gd name="connsiteY34" fmla="*/ 103632 h 176784"/>
              <a:gd name="connsiteX35" fmla="*/ 1759077 w 1789557"/>
              <a:gd name="connsiteY35" fmla="*/ 134112 h 176784"/>
              <a:gd name="connsiteX36" fmla="*/ 1783461 w 1789557"/>
              <a:gd name="connsiteY36" fmla="*/ 158496 h 176784"/>
              <a:gd name="connsiteX37" fmla="*/ 1789557 w 1789557"/>
              <a:gd name="connsiteY37" fmla="*/ 176784 h 176784"/>
              <a:gd name="connsiteX0" fmla="*/ 0 w 1783461"/>
              <a:gd name="connsiteY0" fmla="*/ 16383 h 170688"/>
              <a:gd name="connsiteX1" fmla="*/ 27813 w 1783461"/>
              <a:gd name="connsiteY1" fmla="*/ 24384 h 170688"/>
              <a:gd name="connsiteX2" fmla="*/ 76581 w 1783461"/>
              <a:gd name="connsiteY2" fmla="*/ 54864 h 170688"/>
              <a:gd name="connsiteX3" fmla="*/ 94869 w 1783461"/>
              <a:gd name="connsiteY3" fmla="*/ 67056 h 170688"/>
              <a:gd name="connsiteX4" fmla="*/ 125349 w 1783461"/>
              <a:gd name="connsiteY4" fmla="*/ 79248 h 170688"/>
              <a:gd name="connsiteX5" fmla="*/ 149733 w 1783461"/>
              <a:gd name="connsiteY5" fmla="*/ 97536 h 170688"/>
              <a:gd name="connsiteX6" fmla="*/ 168021 w 1783461"/>
              <a:gd name="connsiteY6" fmla="*/ 103632 h 170688"/>
              <a:gd name="connsiteX7" fmla="*/ 265557 w 1783461"/>
              <a:gd name="connsiteY7" fmla="*/ 140208 h 170688"/>
              <a:gd name="connsiteX8" fmla="*/ 308229 w 1783461"/>
              <a:gd name="connsiteY8" fmla="*/ 152400 h 170688"/>
              <a:gd name="connsiteX9" fmla="*/ 326517 w 1783461"/>
              <a:gd name="connsiteY9" fmla="*/ 158496 h 170688"/>
              <a:gd name="connsiteX10" fmla="*/ 375285 w 1783461"/>
              <a:gd name="connsiteY10" fmla="*/ 170688 h 170688"/>
              <a:gd name="connsiteX11" fmla="*/ 485013 w 1783461"/>
              <a:gd name="connsiteY11" fmla="*/ 146304 h 170688"/>
              <a:gd name="connsiteX12" fmla="*/ 509397 w 1783461"/>
              <a:gd name="connsiteY12" fmla="*/ 140208 h 170688"/>
              <a:gd name="connsiteX13" fmla="*/ 582549 w 1783461"/>
              <a:gd name="connsiteY13" fmla="*/ 97536 h 170688"/>
              <a:gd name="connsiteX14" fmla="*/ 600837 w 1783461"/>
              <a:gd name="connsiteY14" fmla="*/ 91440 h 170688"/>
              <a:gd name="connsiteX15" fmla="*/ 637413 w 1783461"/>
              <a:gd name="connsiteY15" fmla="*/ 67056 h 170688"/>
              <a:gd name="connsiteX16" fmla="*/ 655701 w 1783461"/>
              <a:gd name="connsiteY16" fmla="*/ 60960 h 170688"/>
              <a:gd name="connsiteX17" fmla="*/ 686181 w 1783461"/>
              <a:gd name="connsiteY17" fmla="*/ 42672 h 170688"/>
              <a:gd name="connsiteX18" fmla="*/ 704469 w 1783461"/>
              <a:gd name="connsiteY18" fmla="*/ 30480 h 170688"/>
              <a:gd name="connsiteX19" fmla="*/ 722757 w 1783461"/>
              <a:gd name="connsiteY19" fmla="*/ 24384 h 170688"/>
              <a:gd name="connsiteX20" fmla="*/ 777621 w 1783461"/>
              <a:gd name="connsiteY20" fmla="*/ 0 h 170688"/>
              <a:gd name="connsiteX21" fmla="*/ 844677 w 1783461"/>
              <a:gd name="connsiteY21" fmla="*/ 12192 h 170688"/>
              <a:gd name="connsiteX22" fmla="*/ 881253 w 1783461"/>
              <a:gd name="connsiteY22" fmla="*/ 36576 h 170688"/>
              <a:gd name="connsiteX23" fmla="*/ 917829 w 1783461"/>
              <a:gd name="connsiteY23" fmla="*/ 54864 h 170688"/>
              <a:gd name="connsiteX24" fmla="*/ 966597 w 1783461"/>
              <a:gd name="connsiteY24" fmla="*/ 85344 h 170688"/>
              <a:gd name="connsiteX25" fmla="*/ 984885 w 1783461"/>
              <a:gd name="connsiteY25" fmla="*/ 91440 h 170688"/>
              <a:gd name="connsiteX26" fmla="*/ 1009269 w 1783461"/>
              <a:gd name="connsiteY26" fmla="*/ 103632 h 170688"/>
              <a:gd name="connsiteX27" fmla="*/ 1064133 w 1783461"/>
              <a:gd name="connsiteY27" fmla="*/ 128016 h 170688"/>
              <a:gd name="connsiteX28" fmla="*/ 1216533 w 1783461"/>
              <a:gd name="connsiteY28" fmla="*/ 85344 h 170688"/>
              <a:gd name="connsiteX29" fmla="*/ 1265301 w 1783461"/>
              <a:gd name="connsiteY29" fmla="*/ 67056 h 170688"/>
              <a:gd name="connsiteX30" fmla="*/ 1307973 w 1783461"/>
              <a:gd name="connsiteY30" fmla="*/ 54864 h 170688"/>
              <a:gd name="connsiteX31" fmla="*/ 1326261 w 1783461"/>
              <a:gd name="connsiteY31" fmla="*/ 42672 h 170688"/>
              <a:gd name="connsiteX32" fmla="*/ 1533525 w 1783461"/>
              <a:gd name="connsiteY32" fmla="*/ 60960 h 170688"/>
              <a:gd name="connsiteX33" fmla="*/ 1618869 w 1783461"/>
              <a:gd name="connsiteY33" fmla="*/ 67056 h 170688"/>
              <a:gd name="connsiteX34" fmla="*/ 1704213 w 1783461"/>
              <a:gd name="connsiteY34" fmla="*/ 103632 h 170688"/>
              <a:gd name="connsiteX35" fmla="*/ 1759077 w 1783461"/>
              <a:gd name="connsiteY35" fmla="*/ 134112 h 170688"/>
              <a:gd name="connsiteX36" fmla="*/ 1783461 w 1783461"/>
              <a:gd name="connsiteY36" fmla="*/ 158496 h 170688"/>
              <a:gd name="connsiteX0" fmla="*/ 0 w 1759077"/>
              <a:gd name="connsiteY0" fmla="*/ 16383 h 170688"/>
              <a:gd name="connsiteX1" fmla="*/ 27813 w 1759077"/>
              <a:gd name="connsiteY1" fmla="*/ 24384 h 170688"/>
              <a:gd name="connsiteX2" fmla="*/ 76581 w 1759077"/>
              <a:gd name="connsiteY2" fmla="*/ 54864 h 170688"/>
              <a:gd name="connsiteX3" fmla="*/ 94869 w 1759077"/>
              <a:gd name="connsiteY3" fmla="*/ 67056 h 170688"/>
              <a:gd name="connsiteX4" fmla="*/ 125349 w 1759077"/>
              <a:gd name="connsiteY4" fmla="*/ 79248 h 170688"/>
              <a:gd name="connsiteX5" fmla="*/ 149733 w 1759077"/>
              <a:gd name="connsiteY5" fmla="*/ 97536 h 170688"/>
              <a:gd name="connsiteX6" fmla="*/ 168021 w 1759077"/>
              <a:gd name="connsiteY6" fmla="*/ 103632 h 170688"/>
              <a:gd name="connsiteX7" fmla="*/ 265557 w 1759077"/>
              <a:gd name="connsiteY7" fmla="*/ 140208 h 170688"/>
              <a:gd name="connsiteX8" fmla="*/ 308229 w 1759077"/>
              <a:gd name="connsiteY8" fmla="*/ 152400 h 170688"/>
              <a:gd name="connsiteX9" fmla="*/ 326517 w 1759077"/>
              <a:gd name="connsiteY9" fmla="*/ 158496 h 170688"/>
              <a:gd name="connsiteX10" fmla="*/ 375285 w 1759077"/>
              <a:gd name="connsiteY10" fmla="*/ 170688 h 170688"/>
              <a:gd name="connsiteX11" fmla="*/ 485013 w 1759077"/>
              <a:gd name="connsiteY11" fmla="*/ 146304 h 170688"/>
              <a:gd name="connsiteX12" fmla="*/ 509397 w 1759077"/>
              <a:gd name="connsiteY12" fmla="*/ 140208 h 170688"/>
              <a:gd name="connsiteX13" fmla="*/ 582549 w 1759077"/>
              <a:gd name="connsiteY13" fmla="*/ 97536 h 170688"/>
              <a:gd name="connsiteX14" fmla="*/ 600837 w 1759077"/>
              <a:gd name="connsiteY14" fmla="*/ 91440 h 170688"/>
              <a:gd name="connsiteX15" fmla="*/ 637413 w 1759077"/>
              <a:gd name="connsiteY15" fmla="*/ 67056 h 170688"/>
              <a:gd name="connsiteX16" fmla="*/ 655701 w 1759077"/>
              <a:gd name="connsiteY16" fmla="*/ 60960 h 170688"/>
              <a:gd name="connsiteX17" fmla="*/ 686181 w 1759077"/>
              <a:gd name="connsiteY17" fmla="*/ 42672 h 170688"/>
              <a:gd name="connsiteX18" fmla="*/ 704469 w 1759077"/>
              <a:gd name="connsiteY18" fmla="*/ 30480 h 170688"/>
              <a:gd name="connsiteX19" fmla="*/ 722757 w 1759077"/>
              <a:gd name="connsiteY19" fmla="*/ 24384 h 170688"/>
              <a:gd name="connsiteX20" fmla="*/ 777621 w 1759077"/>
              <a:gd name="connsiteY20" fmla="*/ 0 h 170688"/>
              <a:gd name="connsiteX21" fmla="*/ 844677 w 1759077"/>
              <a:gd name="connsiteY21" fmla="*/ 12192 h 170688"/>
              <a:gd name="connsiteX22" fmla="*/ 881253 w 1759077"/>
              <a:gd name="connsiteY22" fmla="*/ 36576 h 170688"/>
              <a:gd name="connsiteX23" fmla="*/ 917829 w 1759077"/>
              <a:gd name="connsiteY23" fmla="*/ 54864 h 170688"/>
              <a:gd name="connsiteX24" fmla="*/ 966597 w 1759077"/>
              <a:gd name="connsiteY24" fmla="*/ 85344 h 170688"/>
              <a:gd name="connsiteX25" fmla="*/ 984885 w 1759077"/>
              <a:gd name="connsiteY25" fmla="*/ 91440 h 170688"/>
              <a:gd name="connsiteX26" fmla="*/ 1009269 w 1759077"/>
              <a:gd name="connsiteY26" fmla="*/ 103632 h 170688"/>
              <a:gd name="connsiteX27" fmla="*/ 1064133 w 1759077"/>
              <a:gd name="connsiteY27" fmla="*/ 128016 h 170688"/>
              <a:gd name="connsiteX28" fmla="*/ 1216533 w 1759077"/>
              <a:gd name="connsiteY28" fmla="*/ 85344 h 170688"/>
              <a:gd name="connsiteX29" fmla="*/ 1265301 w 1759077"/>
              <a:gd name="connsiteY29" fmla="*/ 67056 h 170688"/>
              <a:gd name="connsiteX30" fmla="*/ 1307973 w 1759077"/>
              <a:gd name="connsiteY30" fmla="*/ 54864 h 170688"/>
              <a:gd name="connsiteX31" fmla="*/ 1326261 w 1759077"/>
              <a:gd name="connsiteY31" fmla="*/ 42672 h 170688"/>
              <a:gd name="connsiteX32" fmla="*/ 1533525 w 1759077"/>
              <a:gd name="connsiteY32" fmla="*/ 60960 h 170688"/>
              <a:gd name="connsiteX33" fmla="*/ 1618869 w 1759077"/>
              <a:gd name="connsiteY33" fmla="*/ 67056 h 170688"/>
              <a:gd name="connsiteX34" fmla="*/ 1704213 w 1759077"/>
              <a:gd name="connsiteY34" fmla="*/ 103632 h 170688"/>
              <a:gd name="connsiteX35" fmla="*/ 1759077 w 1759077"/>
              <a:gd name="connsiteY35" fmla="*/ 134112 h 170688"/>
              <a:gd name="connsiteX0" fmla="*/ 0 w 1704213"/>
              <a:gd name="connsiteY0" fmla="*/ 16383 h 170688"/>
              <a:gd name="connsiteX1" fmla="*/ 27813 w 1704213"/>
              <a:gd name="connsiteY1" fmla="*/ 24384 h 170688"/>
              <a:gd name="connsiteX2" fmla="*/ 76581 w 1704213"/>
              <a:gd name="connsiteY2" fmla="*/ 54864 h 170688"/>
              <a:gd name="connsiteX3" fmla="*/ 94869 w 1704213"/>
              <a:gd name="connsiteY3" fmla="*/ 67056 h 170688"/>
              <a:gd name="connsiteX4" fmla="*/ 125349 w 1704213"/>
              <a:gd name="connsiteY4" fmla="*/ 79248 h 170688"/>
              <a:gd name="connsiteX5" fmla="*/ 149733 w 1704213"/>
              <a:gd name="connsiteY5" fmla="*/ 97536 h 170688"/>
              <a:gd name="connsiteX6" fmla="*/ 168021 w 1704213"/>
              <a:gd name="connsiteY6" fmla="*/ 103632 h 170688"/>
              <a:gd name="connsiteX7" fmla="*/ 265557 w 1704213"/>
              <a:gd name="connsiteY7" fmla="*/ 140208 h 170688"/>
              <a:gd name="connsiteX8" fmla="*/ 308229 w 1704213"/>
              <a:gd name="connsiteY8" fmla="*/ 152400 h 170688"/>
              <a:gd name="connsiteX9" fmla="*/ 326517 w 1704213"/>
              <a:gd name="connsiteY9" fmla="*/ 158496 h 170688"/>
              <a:gd name="connsiteX10" fmla="*/ 375285 w 1704213"/>
              <a:gd name="connsiteY10" fmla="*/ 170688 h 170688"/>
              <a:gd name="connsiteX11" fmla="*/ 485013 w 1704213"/>
              <a:gd name="connsiteY11" fmla="*/ 146304 h 170688"/>
              <a:gd name="connsiteX12" fmla="*/ 509397 w 1704213"/>
              <a:gd name="connsiteY12" fmla="*/ 140208 h 170688"/>
              <a:gd name="connsiteX13" fmla="*/ 582549 w 1704213"/>
              <a:gd name="connsiteY13" fmla="*/ 97536 h 170688"/>
              <a:gd name="connsiteX14" fmla="*/ 600837 w 1704213"/>
              <a:gd name="connsiteY14" fmla="*/ 91440 h 170688"/>
              <a:gd name="connsiteX15" fmla="*/ 637413 w 1704213"/>
              <a:gd name="connsiteY15" fmla="*/ 67056 h 170688"/>
              <a:gd name="connsiteX16" fmla="*/ 655701 w 1704213"/>
              <a:gd name="connsiteY16" fmla="*/ 60960 h 170688"/>
              <a:gd name="connsiteX17" fmla="*/ 686181 w 1704213"/>
              <a:gd name="connsiteY17" fmla="*/ 42672 h 170688"/>
              <a:gd name="connsiteX18" fmla="*/ 704469 w 1704213"/>
              <a:gd name="connsiteY18" fmla="*/ 30480 h 170688"/>
              <a:gd name="connsiteX19" fmla="*/ 722757 w 1704213"/>
              <a:gd name="connsiteY19" fmla="*/ 24384 h 170688"/>
              <a:gd name="connsiteX20" fmla="*/ 777621 w 1704213"/>
              <a:gd name="connsiteY20" fmla="*/ 0 h 170688"/>
              <a:gd name="connsiteX21" fmla="*/ 844677 w 1704213"/>
              <a:gd name="connsiteY21" fmla="*/ 12192 h 170688"/>
              <a:gd name="connsiteX22" fmla="*/ 881253 w 1704213"/>
              <a:gd name="connsiteY22" fmla="*/ 36576 h 170688"/>
              <a:gd name="connsiteX23" fmla="*/ 917829 w 1704213"/>
              <a:gd name="connsiteY23" fmla="*/ 54864 h 170688"/>
              <a:gd name="connsiteX24" fmla="*/ 966597 w 1704213"/>
              <a:gd name="connsiteY24" fmla="*/ 85344 h 170688"/>
              <a:gd name="connsiteX25" fmla="*/ 984885 w 1704213"/>
              <a:gd name="connsiteY25" fmla="*/ 91440 h 170688"/>
              <a:gd name="connsiteX26" fmla="*/ 1009269 w 1704213"/>
              <a:gd name="connsiteY26" fmla="*/ 103632 h 170688"/>
              <a:gd name="connsiteX27" fmla="*/ 1064133 w 1704213"/>
              <a:gd name="connsiteY27" fmla="*/ 128016 h 170688"/>
              <a:gd name="connsiteX28" fmla="*/ 1216533 w 1704213"/>
              <a:gd name="connsiteY28" fmla="*/ 85344 h 170688"/>
              <a:gd name="connsiteX29" fmla="*/ 1265301 w 1704213"/>
              <a:gd name="connsiteY29" fmla="*/ 67056 h 170688"/>
              <a:gd name="connsiteX30" fmla="*/ 1307973 w 1704213"/>
              <a:gd name="connsiteY30" fmla="*/ 54864 h 170688"/>
              <a:gd name="connsiteX31" fmla="*/ 1326261 w 1704213"/>
              <a:gd name="connsiteY31" fmla="*/ 42672 h 170688"/>
              <a:gd name="connsiteX32" fmla="*/ 1533525 w 1704213"/>
              <a:gd name="connsiteY32" fmla="*/ 60960 h 170688"/>
              <a:gd name="connsiteX33" fmla="*/ 1618869 w 1704213"/>
              <a:gd name="connsiteY33" fmla="*/ 67056 h 170688"/>
              <a:gd name="connsiteX34" fmla="*/ 1704213 w 1704213"/>
              <a:gd name="connsiteY34" fmla="*/ 103632 h 170688"/>
              <a:gd name="connsiteX0" fmla="*/ 0 w 1618869"/>
              <a:gd name="connsiteY0" fmla="*/ 16383 h 170688"/>
              <a:gd name="connsiteX1" fmla="*/ 27813 w 1618869"/>
              <a:gd name="connsiteY1" fmla="*/ 24384 h 170688"/>
              <a:gd name="connsiteX2" fmla="*/ 76581 w 1618869"/>
              <a:gd name="connsiteY2" fmla="*/ 54864 h 170688"/>
              <a:gd name="connsiteX3" fmla="*/ 94869 w 1618869"/>
              <a:gd name="connsiteY3" fmla="*/ 67056 h 170688"/>
              <a:gd name="connsiteX4" fmla="*/ 125349 w 1618869"/>
              <a:gd name="connsiteY4" fmla="*/ 79248 h 170688"/>
              <a:gd name="connsiteX5" fmla="*/ 149733 w 1618869"/>
              <a:gd name="connsiteY5" fmla="*/ 97536 h 170688"/>
              <a:gd name="connsiteX6" fmla="*/ 168021 w 1618869"/>
              <a:gd name="connsiteY6" fmla="*/ 103632 h 170688"/>
              <a:gd name="connsiteX7" fmla="*/ 265557 w 1618869"/>
              <a:gd name="connsiteY7" fmla="*/ 140208 h 170688"/>
              <a:gd name="connsiteX8" fmla="*/ 308229 w 1618869"/>
              <a:gd name="connsiteY8" fmla="*/ 152400 h 170688"/>
              <a:gd name="connsiteX9" fmla="*/ 326517 w 1618869"/>
              <a:gd name="connsiteY9" fmla="*/ 158496 h 170688"/>
              <a:gd name="connsiteX10" fmla="*/ 375285 w 1618869"/>
              <a:gd name="connsiteY10" fmla="*/ 170688 h 170688"/>
              <a:gd name="connsiteX11" fmla="*/ 485013 w 1618869"/>
              <a:gd name="connsiteY11" fmla="*/ 146304 h 170688"/>
              <a:gd name="connsiteX12" fmla="*/ 509397 w 1618869"/>
              <a:gd name="connsiteY12" fmla="*/ 140208 h 170688"/>
              <a:gd name="connsiteX13" fmla="*/ 582549 w 1618869"/>
              <a:gd name="connsiteY13" fmla="*/ 97536 h 170688"/>
              <a:gd name="connsiteX14" fmla="*/ 600837 w 1618869"/>
              <a:gd name="connsiteY14" fmla="*/ 91440 h 170688"/>
              <a:gd name="connsiteX15" fmla="*/ 637413 w 1618869"/>
              <a:gd name="connsiteY15" fmla="*/ 67056 h 170688"/>
              <a:gd name="connsiteX16" fmla="*/ 655701 w 1618869"/>
              <a:gd name="connsiteY16" fmla="*/ 60960 h 170688"/>
              <a:gd name="connsiteX17" fmla="*/ 686181 w 1618869"/>
              <a:gd name="connsiteY17" fmla="*/ 42672 h 170688"/>
              <a:gd name="connsiteX18" fmla="*/ 704469 w 1618869"/>
              <a:gd name="connsiteY18" fmla="*/ 30480 h 170688"/>
              <a:gd name="connsiteX19" fmla="*/ 722757 w 1618869"/>
              <a:gd name="connsiteY19" fmla="*/ 24384 h 170688"/>
              <a:gd name="connsiteX20" fmla="*/ 777621 w 1618869"/>
              <a:gd name="connsiteY20" fmla="*/ 0 h 170688"/>
              <a:gd name="connsiteX21" fmla="*/ 844677 w 1618869"/>
              <a:gd name="connsiteY21" fmla="*/ 12192 h 170688"/>
              <a:gd name="connsiteX22" fmla="*/ 881253 w 1618869"/>
              <a:gd name="connsiteY22" fmla="*/ 36576 h 170688"/>
              <a:gd name="connsiteX23" fmla="*/ 917829 w 1618869"/>
              <a:gd name="connsiteY23" fmla="*/ 54864 h 170688"/>
              <a:gd name="connsiteX24" fmla="*/ 966597 w 1618869"/>
              <a:gd name="connsiteY24" fmla="*/ 85344 h 170688"/>
              <a:gd name="connsiteX25" fmla="*/ 984885 w 1618869"/>
              <a:gd name="connsiteY25" fmla="*/ 91440 h 170688"/>
              <a:gd name="connsiteX26" fmla="*/ 1009269 w 1618869"/>
              <a:gd name="connsiteY26" fmla="*/ 103632 h 170688"/>
              <a:gd name="connsiteX27" fmla="*/ 1064133 w 1618869"/>
              <a:gd name="connsiteY27" fmla="*/ 128016 h 170688"/>
              <a:gd name="connsiteX28" fmla="*/ 1216533 w 1618869"/>
              <a:gd name="connsiteY28" fmla="*/ 85344 h 170688"/>
              <a:gd name="connsiteX29" fmla="*/ 1265301 w 1618869"/>
              <a:gd name="connsiteY29" fmla="*/ 67056 h 170688"/>
              <a:gd name="connsiteX30" fmla="*/ 1307973 w 1618869"/>
              <a:gd name="connsiteY30" fmla="*/ 54864 h 170688"/>
              <a:gd name="connsiteX31" fmla="*/ 1326261 w 1618869"/>
              <a:gd name="connsiteY31" fmla="*/ 42672 h 170688"/>
              <a:gd name="connsiteX32" fmla="*/ 1533525 w 1618869"/>
              <a:gd name="connsiteY32" fmla="*/ 60960 h 170688"/>
              <a:gd name="connsiteX33" fmla="*/ 1618869 w 1618869"/>
              <a:gd name="connsiteY33" fmla="*/ 67056 h 170688"/>
              <a:gd name="connsiteX0" fmla="*/ 0 w 1533525"/>
              <a:gd name="connsiteY0" fmla="*/ 16383 h 170688"/>
              <a:gd name="connsiteX1" fmla="*/ 27813 w 1533525"/>
              <a:gd name="connsiteY1" fmla="*/ 24384 h 170688"/>
              <a:gd name="connsiteX2" fmla="*/ 76581 w 1533525"/>
              <a:gd name="connsiteY2" fmla="*/ 54864 h 170688"/>
              <a:gd name="connsiteX3" fmla="*/ 94869 w 1533525"/>
              <a:gd name="connsiteY3" fmla="*/ 67056 h 170688"/>
              <a:gd name="connsiteX4" fmla="*/ 125349 w 1533525"/>
              <a:gd name="connsiteY4" fmla="*/ 79248 h 170688"/>
              <a:gd name="connsiteX5" fmla="*/ 149733 w 1533525"/>
              <a:gd name="connsiteY5" fmla="*/ 97536 h 170688"/>
              <a:gd name="connsiteX6" fmla="*/ 168021 w 1533525"/>
              <a:gd name="connsiteY6" fmla="*/ 103632 h 170688"/>
              <a:gd name="connsiteX7" fmla="*/ 265557 w 1533525"/>
              <a:gd name="connsiteY7" fmla="*/ 140208 h 170688"/>
              <a:gd name="connsiteX8" fmla="*/ 308229 w 1533525"/>
              <a:gd name="connsiteY8" fmla="*/ 152400 h 170688"/>
              <a:gd name="connsiteX9" fmla="*/ 326517 w 1533525"/>
              <a:gd name="connsiteY9" fmla="*/ 158496 h 170688"/>
              <a:gd name="connsiteX10" fmla="*/ 375285 w 1533525"/>
              <a:gd name="connsiteY10" fmla="*/ 170688 h 170688"/>
              <a:gd name="connsiteX11" fmla="*/ 485013 w 1533525"/>
              <a:gd name="connsiteY11" fmla="*/ 146304 h 170688"/>
              <a:gd name="connsiteX12" fmla="*/ 509397 w 1533525"/>
              <a:gd name="connsiteY12" fmla="*/ 140208 h 170688"/>
              <a:gd name="connsiteX13" fmla="*/ 582549 w 1533525"/>
              <a:gd name="connsiteY13" fmla="*/ 97536 h 170688"/>
              <a:gd name="connsiteX14" fmla="*/ 600837 w 1533525"/>
              <a:gd name="connsiteY14" fmla="*/ 91440 h 170688"/>
              <a:gd name="connsiteX15" fmla="*/ 637413 w 1533525"/>
              <a:gd name="connsiteY15" fmla="*/ 67056 h 170688"/>
              <a:gd name="connsiteX16" fmla="*/ 655701 w 1533525"/>
              <a:gd name="connsiteY16" fmla="*/ 60960 h 170688"/>
              <a:gd name="connsiteX17" fmla="*/ 686181 w 1533525"/>
              <a:gd name="connsiteY17" fmla="*/ 42672 h 170688"/>
              <a:gd name="connsiteX18" fmla="*/ 704469 w 1533525"/>
              <a:gd name="connsiteY18" fmla="*/ 30480 h 170688"/>
              <a:gd name="connsiteX19" fmla="*/ 722757 w 1533525"/>
              <a:gd name="connsiteY19" fmla="*/ 24384 h 170688"/>
              <a:gd name="connsiteX20" fmla="*/ 777621 w 1533525"/>
              <a:gd name="connsiteY20" fmla="*/ 0 h 170688"/>
              <a:gd name="connsiteX21" fmla="*/ 844677 w 1533525"/>
              <a:gd name="connsiteY21" fmla="*/ 12192 h 170688"/>
              <a:gd name="connsiteX22" fmla="*/ 881253 w 1533525"/>
              <a:gd name="connsiteY22" fmla="*/ 36576 h 170688"/>
              <a:gd name="connsiteX23" fmla="*/ 917829 w 1533525"/>
              <a:gd name="connsiteY23" fmla="*/ 54864 h 170688"/>
              <a:gd name="connsiteX24" fmla="*/ 966597 w 1533525"/>
              <a:gd name="connsiteY24" fmla="*/ 85344 h 170688"/>
              <a:gd name="connsiteX25" fmla="*/ 984885 w 1533525"/>
              <a:gd name="connsiteY25" fmla="*/ 91440 h 170688"/>
              <a:gd name="connsiteX26" fmla="*/ 1009269 w 1533525"/>
              <a:gd name="connsiteY26" fmla="*/ 103632 h 170688"/>
              <a:gd name="connsiteX27" fmla="*/ 1064133 w 1533525"/>
              <a:gd name="connsiteY27" fmla="*/ 128016 h 170688"/>
              <a:gd name="connsiteX28" fmla="*/ 1216533 w 1533525"/>
              <a:gd name="connsiteY28" fmla="*/ 85344 h 170688"/>
              <a:gd name="connsiteX29" fmla="*/ 1265301 w 1533525"/>
              <a:gd name="connsiteY29" fmla="*/ 67056 h 170688"/>
              <a:gd name="connsiteX30" fmla="*/ 1307973 w 1533525"/>
              <a:gd name="connsiteY30" fmla="*/ 54864 h 170688"/>
              <a:gd name="connsiteX31" fmla="*/ 1326261 w 1533525"/>
              <a:gd name="connsiteY31" fmla="*/ 42672 h 170688"/>
              <a:gd name="connsiteX32" fmla="*/ 1533525 w 1533525"/>
              <a:gd name="connsiteY32" fmla="*/ 60960 h 170688"/>
              <a:gd name="connsiteX0" fmla="*/ 0 w 1541145"/>
              <a:gd name="connsiteY0" fmla="*/ 16383 h 170688"/>
              <a:gd name="connsiteX1" fmla="*/ 27813 w 1541145"/>
              <a:gd name="connsiteY1" fmla="*/ 24384 h 170688"/>
              <a:gd name="connsiteX2" fmla="*/ 76581 w 1541145"/>
              <a:gd name="connsiteY2" fmla="*/ 54864 h 170688"/>
              <a:gd name="connsiteX3" fmla="*/ 94869 w 1541145"/>
              <a:gd name="connsiteY3" fmla="*/ 67056 h 170688"/>
              <a:gd name="connsiteX4" fmla="*/ 125349 w 1541145"/>
              <a:gd name="connsiteY4" fmla="*/ 79248 h 170688"/>
              <a:gd name="connsiteX5" fmla="*/ 149733 w 1541145"/>
              <a:gd name="connsiteY5" fmla="*/ 97536 h 170688"/>
              <a:gd name="connsiteX6" fmla="*/ 168021 w 1541145"/>
              <a:gd name="connsiteY6" fmla="*/ 103632 h 170688"/>
              <a:gd name="connsiteX7" fmla="*/ 265557 w 1541145"/>
              <a:gd name="connsiteY7" fmla="*/ 140208 h 170688"/>
              <a:gd name="connsiteX8" fmla="*/ 308229 w 1541145"/>
              <a:gd name="connsiteY8" fmla="*/ 152400 h 170688"/>
              <a:gd name="connsiteX9" fmla="*/ 326517 w 1541145"/>
              <a:gd name="connsiteY9" fmla="*/ 158496 h 170688"/>
              <a:gd name="connsiteX10" fmla="*/ 375285 w 1541145"/>
              <a:gd name="connsiteY10" fmla="*/ 170688 h 170688"/>
              <a:gd name="connsiteX11" fmla="*/ 485013 w 1541145"/>
              <a:gd name="connsiteY11" fmla="*/ 146304 h 170688"/>
              <a:gd name="connsiteX12" fmla="*/ 509397 w 1541145"/>
              <a:gd name="connsiteY12" fmla="*/ 140208 h 170688"/>
              <a:gd name="connsiteX13" fmla="*/ 582549 w 1541145"/>
              <a:gd name="connsiteY13" fmla="*/ 97536 h 170688"/>
              <a:gd name="connsiteX14" fmla="*/ 600837 w 1541145"/>
              <a:gd name="connsiteY14" fmla="*/ 91440 h 170688"/>
              <a:gd name="connsiteX15" fmla="*/ 637413 w 1541145"/>
              <a:gd name="connsiteY15" fmla="*/ 67056 h 170688"/>
              <a:gd name="connsiteX16" fmla="*/ 655701 w 1541145"/>
              <a:gd name="connsiteY16" fmla="*/ 60960 h 170688"/>
              <a:gd name="connsiteX17" fmla="*/ 686181 w 1541145"/>
              <a:gd name="connsiteY17" fmla="*/ 42672 h 170688"/>
              <a:gd name="connsiteX18" fmla="*/ 704469 w 1541145"/>
              <a:gd name="connsiteY18" fmla="*/ 30480 h 170688"/>
              <a:gd name="connsiteX19" fmla="*/ 722757 w 1541145"/>
              <a:gd name="connsiteY19" fmla="*/ 24384 h 170688"/>
              <a:gd name="connsiteX20" fmla="*/ 777621 w 1541145"/>
              <a:gd name="connsiteY20" fmla="*/ 0 h 170688"/>
              <a:gd name="connsiteX21" fmla="*/ 844677 w 1541145"/>
              <a:gd name="connsiteY21" fmla="*/ 12192 h 170688"/>
              <a:gd name="connsiteX22" fmla="*/ 881253 w 1541145"/>
              <a:gd name="connsiteY22" fmla="*/ 36576 h 170688"/>
              <a:gd name="connsiteX23" fmla="*/ 917829 w 1541145"/>
              <a:gd name="connsiteY23" fmla="*/ 54864 h 170688"/>
              <a:gd name="connsiteX24" fmla="*/ 966597 w 1541145"/>
              <a:gd name="connsiteY24" fmla="*/ 85344 h 170688"/>
              <a:gd name="connsiteX25" fmla="*/ 984885 w 1541145"/>
              <a:gd name="connsiteY25" fmla="*/ 91440 h 170688"/>
              <a:gd name="connsiteX26" fmla="*/ 1009269 w 1541145"/>
              <a:gd name="connsiteY26" fmla="*/ 103632 h 170688"/>
              <a:gd name="connsiteX27" fmla="*/ 1064133 w 1541145"/>
              <a:gd name="connsiteY27" fmla="*/ 128016 h 170688"/>
              <a:gd name="connsiteX28" fmla="*/ 1216533 w 1541145"/>
              <a:gd name="connsiteY28" fmla="*/ 85344 h 170688"/>
              <a:gd name="connsiteX29" fmla="*/ 1265301 w 1541145"/>
              <a:gd name="connsiteY29" fmla="*/ 67056 h 170688"/>
              <a:gd name="connsiteX30" fmla="*/ 1307973 w 1541145"/>
              <a:gd name="connsiteY30" fmla="*/ 54864 h 170688"/>
              <a:gd name="connsiteX31" fmla="*/ 1326261 w 1541145"/>
              <a:gd name="connsiteY31" fmla="*/ 42672 h 170688"/>
              <a:gd name="connsiteX32" fmla="*/ 1541145 w 1541145"/>
              <a:gd name="connsiteY32" fmla="*/ 60960 h 170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41145" h="170688">
                <a:moveTo>
                  <a:pt x="0" y="16383"/>
                </a:moveTo>
                <a:cubicBezTo>
                  <a:pt x="6179" y="18148"/>
                  <a:pt x="21717" y="22352"/>
                  <a:pt x="27813" y="24384"/>
                </a:cubicBezTo>
                <a:cubicBezTo>
                  <a:pt x="74436" y="59351"/>
                  <a:pt x="29721" y="28087"/>
                  <a:pt x="76581" y="54864"/>
                </a:cubicBezTo>
                <a:cubicBezTo>
                  <a:pt x="82942" y="58499"/>
                  <a:pt x="88316" y="63779"/>
                  <a:pt x="94869" y="67056"/>
                </a:cubicBezTo>
                <a:cubicBezTo>
                  <a:pt x="104656" y="71950"/>
                  <a:pt x="115783" y="73934"/>
                  <a:pt x="125349" y="79248"/>
                </a:cubicBezTo>
                <a:cubicBezTo>
                  <a:pt x="134230" y="84182"/>
                  <a:pt x="140912" y="92495"/>
                  <a:pt x="149733" y="97536"/>
                </a:cubicBezTo>
                <a:cubicBezTo>
                  <a:pt x="155312" y="100724"/>
                  <a:pt x="162024" y="101325"/>
                  <a:pt x="168021" y="103632"/>
                </a:cubicBezTo>
                <a:cubicBezTo>
                  <a:pt x="222944" y="124756"/>
                  <a:pt x="218771" y="125812"/>
                  <a:pt x="265557" y="140208"/>
                </a:cubicBezTo>
                <a:cubicBezTo>
                  <a:pt x="279696" y="144558"/>
                  <a:pt x="294060" y="148149"/>
                  <a:pt x="308229" y="152400"/>
                </a:cubicBezTo>
                <a:cubicBezTo>
                  <a:pt x="314384" y="154246"/>
                  <a:pt x="320283" y="156938"/>
                  <a:pt x="326517" y="158496"/>
                </a:cubicBezTo>
                <a:lnTo>
                  <a:pt x="375285" y="170688"/>
                </a:lnTo>
                <a:lnTo>
                  <a:pt x="485013" y="146304"/>
                </a:lnTo>
                <a:cubicBezTo>
                  <a:pt x="493183" y="144447"/>
                  <a:pt x="501618" y="143320"/>
                  <a:pt x="509397" y="140208"/>
                </a:cubicBezTo>
                <a:cubicBezTo>
                  <a:pt x="558981" y="120375"/>
                  <a:pt x="534737" y="124098"/>
                  <a:pt x="582549" y="97536"/>
                </a:cubicBezTo>
                <a:cubicBezTo>
                  <a:pt x="588166" y="94415"/>
                  <a:pt x="595220" y="94561"/>
                  <a:pt x="600837" y="91440"/>
                </a:cubicBezTo>
                <a:cubicBezTo>
                  <a:pt x="613646" y="84324"/>
                  <a:pt x="623512" y="71690"/>
                  <a:pt x="637413" y="67056"/>
                </a:cubicBezTo>
                <a:cubicBezTo>
                  <a:pt x="643509" y="65024"/>
                  <a:pt x="649954" y="63834"/>
                  <a:pt x="655701" y="60960"/>
                </a:cubicBezTo>
                <a:cubicBezTo>
                  <a:pt x="666299" y="55661"/>
                  <a:pt x="676133" y="48952"/>
                  <a:pt x="686181" y="42672"/>
                </a:cubicBezTo>
                <a:cubicBezTo>
                  <a:pt x="692394" y="38789"/>
                  <a:pt x="697916" y="33757"/>
                  <a:pt x="704469" y="30480"/>
                </a:cubicBezTo>
                <a:cubicBezTo>
                  <a:pt x="710216" y="27606"/>
                  <a:pt x="716740" y="26640"/>
                  <a:pt x="722757" y="24384"/>
                </a:cubicBezTo>
                <a:cubicBezTo>
                  <a:pt x="753891" y="12709"/>
                  <a:pt x="749913" y="13854"/>
                  <a:pt x="777621" y="0"/>
                </a:cubicBezTo>
                <a:cubicBezTo>
                  <a:pt x="799973" y="4064"/>
                  <a:pt x="823254" y="4631"/>
                  <a:pt x="844677" y="12192"/>
                </a:cubicBezTo>
                <a:cubicBezTo>
                  <a:pt x="858495" y="17069"/>
                  <a:pt x="868596" y="29193"/>
                  <a:pt x="881253" y="36576"/>
                </a:cubicBezTo>
                <a:cubicBezTo>
                  <a:pt x="893027" y="43444"/>
                  <a:pt x="906140" y="47851"/>
                  <a:pt x="917829" y="54864"/>
                </a:cubicBezTo>
                <a:cubicBezTo>
                  <a:pt x="961588" y="81119"/>
                  <a:pt x="922299" y="66359"/>
                  <a:pt x="966597" y="85344"/>
                </a:cubicBezTo>
                <a:cubicBezTo>
                  <a:pt x="972503" y="87875"/>
                  <a:pt x="978979" y="88909"/>
                  <a:pt x="984885" y="91440"/>
                </a:cubicBezTo>
                <a:cubicBezTo>
                  <a:pt x="993238" y="95020"/>
                  <a:pt x="1000832" y="100257"/>
                  <a:pt x="1009269" y="103632"/>
                </a:cubicBezTo>
                <a:cubicBezTo>
                  <a:pt x="1063677" y="125395"/>
                  <a:pt x="1028948" y="104560"/>
                  <a:pt x="1064133" y="128016"/>
                </a:cubicBezTo>
                <a:cubicBezTo>
                  <a:pt x="1153507" y="118086"/>
                  <a:pt x="1101768" y="128381"/>
                  <a:pt x="1216533" y="85344"/>
                </a:cubicBezTo>
                <a:cubicBezTo>
                  <a:pt x="1232789" y="79248"/>
                  <a:pt x="1248458" y="71267"/>
                  <a:pt x="1265301" y="67056"/>
                </a:cubicBezTo>
                <a:cubicBezTo>
                  <a:pt x="1273114" y="65103"/>
                  <a:pt x="1299228" y="59237"/>
                  <a:pt x="1307973" y="54864"/>
                </a:cubicBezTo>
                <a:cubicBezTo>
                  <a:pt x="1314526" y="51587"/>
                  <a:pt x="1320165" y="46736"/>
                  <a:pt x="1326261" y="42672"/>
                </a:cubicBezTo>
                <a:lnTo>
                  <a:pt x="1541145" y="60960"/>
                </a:lnTo>
              </a:path>
            </a:pathLst>
          </a:cu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A85A35F-AF85-4E7F-9722-CC1FD24552EB}"/>
              </a:ext>
            </a:extLst>
          </p:cNvPr>
          <p:cNvSpPr/>
          <p:nvPr/>
        </p:nvSpPr>
        <p:spPr>
          <a:xfrm>
            <a:off x="9714954" y="1995834"/>
            <a:ext cx="1528191" cy="243840"/>
          </a:xfrm>
          <a:custGeom>
            <a:avLst/>
            <a:gdLst>
              <a:gd name="connsiteX0" fmla="*/ 0 w 2121408"/>
              <a:gd name="connsiteY0" fmla="*/ 365760 h 365760"/>
              <a:gd name="connsiteX1" fmla="*/ 201168 w 2121408"/>
              <a:gd name="connsiteY1" fmla="*/ 243840 h 365760"/>
              <a:gd name="connsiteX2" fmla="*/ 219456 w 2121408"/>
              <a:gd name="connsiteY2" fmla="*/ 237744 h 365760"/>
              <a:gd name="connsiteX3" fmla="*/ 237744 w 2121408"/>
              <a:gd name="connsiteY3" fmla="*/ 225552 h 365760"/>
              <a:gd name="connsiteX4" fmla="*/ 256032 w 2121408"/>
              <a:gd name="connsiteY4" fmla="*/ 219456 h 365760"/>
              <a:gd name="connsiteX5" fmla="*/ 274320 w 2121408"/>
              <a:gd name="connsiteY5" fmla="*/ 207264 h 365760"/>
              <a:gd name="connsiteX6" fmla="*/ 329184 w 2121408"/>
              <a:gd name="connsiteY6" fmla="*/ 195072 h 365760"/>
              <a:gd name="connsiteX7" fmla="*/ 365760 w 2121408"/>
              <a:gd name="connsiteY7" fmla="*/ 176784 h 365760"/>
              <a:gd name="connsiteX8" fmla="*/ 384048 w 2121408"/>
              <a:gd name="connsiteY8" fmla="*/ 170688 h 365760"/>
              <a:gd name="connsiteX9" fmla="*/ 408432 w 2121408"/>
              <a:gd name="connsiteY9" fmla="*/ 152400 h 365760"/>
              <a:gd name="connsiteX10" fmla="*/ 445008 w 2121408"/>
              <a:gd name="connsiteY10" fmla="*/ 140208 h 365760"/>
              <a:gd name="connsiteX11" fmla="*/ 457200 w 2121408"/>
              <a:gd name="connsiteY11" fmla="*/ 121920 h 365760"/>
              <a:gd name="connsiteX12" fmla="*/ 493776 w 2121408"/>
              <a:gd name="connsiteY12" fmla="*/ 103632 h 365760"/>
              <a:gd name="connsiteX13" fmla="*/ 573024 w 2121408"/>
              <a:gd name="connsiteY13" fmla="*/ 85344 h 365760"/>
              <a:gd name="connsiteX14" fmla="*/ 640080 w 2121408"/>
              <a:gd name="connsiteY14" fmla="*/ 97536 h 365760"/>
              <a:gd name="connsiteX15" fmla="*/ 658368 w 2121408"/>
              <a:gd name="connsiteY15" fmla="*/ 109728 h 365760"/>
              <a:gd name="connsiteX16" fmla="*/ 682752 w 2121408"/>
              <a:gd name="connsiteY16" fmla="*/ 115824 h 365760"/>
              <a:gd name="connsiteX17" fmla="*/ 725424 w 2121408"/>
              <a:gd name="connsiteY17" fmla="*/ 134112 h 365760"/>
              <a:gd name="connsiteX18" fmla="*/ 743712 w 2121408"/>
              <a:gd name="connsiteY18" fmla="*/ 140208 h 365760"/>
              <a:gd name="connsiteX19" fmla="*/ 762000 w 2121408"/>
              <a:gd name="connsiteY19" fmla="*/ 152400 h 365760"/>
              <a:gd name="connsiteX20" fmla="*/ 780288 w 2121408"/>
              <a:gd name="connsiteY20" fmla="*/ 158496 h 365760"/>
              <a:gd name="connsiteX21" fmla="*/ 835152 w 2121408"/>
              <a:gd name="connsiteY21" fmla="*/ 188976 h 365760"/>
              <a:gd name="connsiteX22" fmla="*/ 890016 w 2121408"/>
              <a:gd name="connsiteY22" fmla="*/ 176784 h 365760"/>
              <a:gd name="connsiteX23" fmla="*/ 914400 w 2121408"/>
              <a:gd name="connsiteY23" fmla="*/ 158496 h 365760"/>
              <a:gd name="connsiteX24" fmla="*/ 963168 w 2121408"/>
              <a:gd name="connsiteY24" fmla="*/ 134112 h 365760"/>
              <a:gd name="connsiteX25" fmla="*/ 987552 w 2121408"/>
              <a:gd name="connsiteY25" fmla="*/ 121920 h 365760"/>
              <a:gd name="connsiteX26" fmla="*/ 1036320 w 2121408"/>
              <a:gd name="connsiteY26" fmla="*/ 103632 h 365760"/>
              <a:gd name="connsiteX27" fmla="*/ 1054608 w 2121408"/>
              <a:gd name="connsiteY27" fmla="*/ 97536 h 365760"/>
              <a:gd name="connsiteX28" fmla="*/ 1072896 w 2121408"/>
              <a:gd name="connsiteY28" fmla="*/ 85344 h 365760"/>
              <a:gd name="connsiteX29" fmla="*/ 1103376 w 2121408"/>
              <a:gd name="connsiteY29" fmla="*/ 79248 h 365760"/>
              <a:gd name="connsiteX30" fmla="*/ 1133856 w 2121408"/>
              <a:gd name="connsiteY30" fmla="*/ 67056 h 365760"/>
              <a:gd name="connsiteX31" fmla="*/ 1152144 w 2121408"/>
              <a:gd name="connsiteY31" fmla="*/ 54864 h 365760"/>
              <a:gd name="connsiteX32" fmla="*/ 1182624 w 2121408"/>
              <a:gd name="connsiteY32" fmla="*/ 48768 h 365760"/>
              <a:gd name="connsiteX33" fmla="*/ 1237488 w 2121408"/>
              <a:gd name="connsiteY33" fmla="*/ 54864 h 365760"/>
              <a:gd name="connsiteX34" fmla="*/ 1267968 w 2121408"/>
              <a:gd name="connsiteY34" fmla="*/ 79248 h 365760"/>
              <a:gd name="connsiteX35" fmla="*/ 1322832 w 2121408"/>
              <a:gd name="connsiteY35" fmla="*/ 103632 h 365760"/>
              <a:gd name="connsiteX36" fmla="*/ 1341120 w 2121408"/>
              <a:gd name="connsiteY36" fmla="*/ 115824 h 365760"/>
              <a:gd name="connsiteX37" fmla="*/ 1365504 w 2121408"/>
              <a:gd name="connsiteY37" fmla="*/ 121920 h 365760"/>
              <a:gd name="connsiteX38" fmla="*/ 1389888 w 2121408"/>
              <a:gd name="connsiteY38" fmla="*/ 134112 h 365760"/>
              <a:gd name="connsiteX39" fmla="*/ 1432560 w 2121408"/>
              <a:gd name="connsiteY39" fmla="*/ 128016 h 365760"/>
              <a:gd name="connsiteX40" fmla="*/ 1450848 w 2121408"/>
              <a:gd name="connsiteY40" fmla="*/ 109728 h 365760"/>
              <a:gd name="connsiteX41" fmla="*/ 1469136 w 2121408"/>
              <a:gd name="connsiteY41" fmla="*/ 97536 h 365760"/>
              <a:gd name="connsiteX42" fmla="*/ 1517904 w 2121408"/>
              <a:gd name="connsiteY42" fmla="*/ 42672 h 365760"/>
              <a:gd name="connsiteX43" fmla="*/ 1536192 w 2121408"/>
              <a:gd name="connsiteY43" fmla="*/ 36576 h 365760"/>
              <a:gd name="connsiteX44" fmla="*/ 1554480 w 2121408"/>
              <a:gd name="connsiteY44" fmla="*/ 24384 h 365760"/>
              <a:gd name="connsiteX45" fmla="*/ 1572768 w 2121408"/>
              <a:gd name="connsiteY45" fmla="*/ 18288 h 365760"/>
              <a:gd name="connsiteX46" fmla="*/ 1597152 w 2121408"/>
              <a:gd name="connsiteY46" fmla="*/ 6096 h 365760"/>
              <a:gd name="connsiteX47" fmla="*/ 1639824 w 2121408"/>
              <a:gd name="connsiteY47" fmla="*/ 0 h 365760"/>
              <a:gd name="connsiteX48" fmla="*/ 1761744 w 2121408"/>
              <a:gd name="connsiteY48" fmla="*/ 6096 h 365760"/>
              <a:gd name="connsiteX49" fmla="*/ 1828800 w 2121408"/>
              <a:gd name="connsiteY49" fmla="*/ 24384 h 365760"/>
              <a:gd name="connsiteX50" fmla="*/ 1877568 w 2121408"/>
              <a:gd name="connsiteY50" fmla="*/ 30480 h 365760"/>
              <a:gd name="connsiteX51" fmla="*/ 1901952 w 2121408"/>
              <a:gd name="connsiteY51" fmla="*/ 36576 h 365760"/>
              <a:gd name="connsiteX52" fmla="*/ 2017776 w 2121408"/>
              <a:gd name="connsiteY52" fmla="*/ 54864 h 365760"/>
              <a:gd name="connsiteX53" fmla="*/ 2078736 w 2121408"/>
              <a:gd name="connsiteY53" fmla="*/ 85344 h 365760"/>
              <a:gd name="connsiteX54" fmla="*/ 2121408 w 2121408"/>
              <a:gd name="connsiteY54" fmla="*/ 109728 h 365760"/>
              <a:gd name="connsiteX0" fmla="*/ 0 w 2121408"/>
              <a:gd name="connsiteY0" fmla="*/ 365760 h 365760"/>
              <a:gd name="connsiteX1" fmla="*/ 201168 w 2121408"/>
              <a:gd name="connsiteY1" fmla="*/ 243840 h 365760"/>
              <a:gd name="connsiteX2" fmla="*/ 219456 w 2121408"/>
              <a:gd name="connsiteY2" fmla="*/ 237744 h 365760"/>
              <a:gd name="connsiteX3" fmla="*/ 237744 w 2121408"/>
              <a:gd name="connsiteY3" fmla="*/ 225552 h 365760"/>
              <a:gd name="connsiteX4" fmla="*/ 256032 w 2121408"/>
              <a:gd name="connsiteY4" fmla="*/ 219456 h 365760"/>
              <a:gd name="connsiteX5" fmla="*/ 274320 w 2121408"/>
              <a:gd name="connsiteY5" fmla="*/ 207264 h 365760"/>
              <a:gd name="connsiteX6" fmla="*/ 329184 w 2121408"/>
              <a:gd name="connsiteY6" fmla="*/ 195072 h 365760"/>
              <a:gd name="connsiteX7" fmla="*/ 365760 w 2121408"/>
              <a:gd name="connsiteY7" fmla="*/ 176784 h 365760"/>
              <a:gd name="connsiteX8" fmla="*/ 384048 w 2121408"/>
              <a:gd name="connsiteY8" fmla="*/ 170688 h 365760"/>
              <a:gd name="connsiteX9" fmla="*/ 408432 w 2121408"/>
              <a:gd name="connsiteY9" fmla="*/ 152400 h 365760"/>
              <a:gd name="connsiteX10" fmla="*/ 445008 w 2121408"/>
              <a:gd name="connsiteY10" fmla="*/ 140208 h 365760"/>
              <a:gd name="connsiteX11" fmla="*/ 457200 w 2121408"/>
              <a:gd name="connsiteY11" fmla="*/ 121920 h 365760"/>
              <a:gd name="connsiteX12" fmla="*/ 493776 w 2121408"/>
              <a:gd name="connsiteY12" fmla="*/ 103632 h 365760"/>
              <a:gd name="connsiteX13" fmla="*/ 573024 w 2121408"/>
              <a:gd name="connsiteY13" fmla="*/ 85344 h 365760"/>
              <a:gd name="connsiteX14" fmla="*/ 640080 w 2121408"/>
              <a:gd name="connsiteY14" fmla="*/ 97536 h 365760"/>
              <a:gd name="connsiteX15" fmla="*/ 658368 w 2121408"/>
              <a:gd name="connsiteY15" fmla="*/ 109728 h 365760"/>
              <a:gd name="connsiteX16" fmla="*/ 682752 w 2121408"/>
              <a:gd name="connsiteY16" fmla="*/ 115824 h 365760"/>
              <a:gd name="connsiteX17" fmla="*/ 725424 w 2121408"/>
              <a:gd name="connsiteY17" fmla="*/ 134112 h 365760"/>
              <a:gd name="connsiteX18" fmla="*/ 743712 w 2121408"/>
              <a:gd name="connsiteY18" fmla="*/ 140208 h 365760"/>
              <a:gd name="connsiteX19" fmla="*/ 762000 w 2121408"/>
              <a:gd name="connsiteY19" fmla="*/ 152400 h 365760"/>
              <a:gd name="connsiteX20" fmla="*/ 780288 w 2121408"/>
              <a:gd name="connsiteY20" fmla="*/ 158496 h 365760"/>
              <a:gd name="connsiteX21" fmla="*/ 835152 w 2121408"/>
              <a:gd name="connsiteY21" fmla="*/ 188976 h 365760"/>
              <a:gd name="connsiteX22" fmla="*/ 890016 w 2121408"/>
              <a:gd name="connsiteY22" fmla="*/ 176784 h 365760"/>
              <a:gd name="connsiteX23" fmla="*/ 914400 w 2121408"/>
              <a:gd name="connsiteY23" fmla="*/ 158496 h 365760"/>
              <a:gd name="connsiteX24" fmla="*/ 963168 w 2121408"/>
              <a:gd name="connsiteY24" fmla="*/ 134112 h 365760"/>
              <a:gd name="connsiteX25" fmla="*/ 987552 w 2121408"/>
              <a:gd name="connsiteY25" fmla="*/ 121920 h 365760"/>
              <a:gd name="connsiteX26" fmla="*/ 1036320 w 2121408"/>
              <a:gd name="connsiteY26" fmla="*/ 103632 h 365760"/>
              <a:gd name="connsiteX27" fmla="*/ 1054608 w 2121408"/>
              <a:gd name="connsiteY27" fmla="*/ 97536 h 365760"/>
              <a:gd name="connsiteX28" fmla="*/ 1072896 w 2121408"/>
              <a:gd name="connsiteY28" fmla="*/ 85344 h 365760"/>
              <a:gd name="connsiteX29" fmla="*/ 1103376 w 2121408"/>
              <a:gd name="connsiteY29" fmla="*/ 79248 h 365760"/>
              <a:gd name="connsiteX30" fmla="*/ 1133856 w 2121408"/>
              <a:gd name="connsiteY30" fmla="*/ 67056 h 365760"/>
              <a:gd name="connsiteX31" fmla="*/ 1152144 w 2121408"/>
              <a:gd name="connsiteY31" fmla="*/ 54864 h 365760"/>
              <a:gd name="connsiteX32" fmla="*/ 1182624 w 2121408"/>
              <a:gd name="connsiteY32" fmla="*/ 48768 h 365760"/>
              <a:gd name="connsiteX33" fmla="*/ 1237488 w 2121408"/>
              <a:gd name="connsiteY33" fmla="*/ 54864 h 365760"/>
              <a:gd name="connsiteX34" fmla="*/ 1267968 w 2121408"/>
              <a:gd name="connsiteY34" fmla="*/ 79248 h 365760"/>
              <a:gd name="connsiteX35" fmla="*/ 1322832 w 2121408"/>
              <a:gd name="connsiteY35" fmla="*/ 103632 h 365760"/>
              <a:gd name="connsiteX36" fmla="*/ 1341120 w 2121408"/>
              <a:gd name="connsiteY36" fmla="*/ 115824 h 365760"/>
              <a:gd name="connsiteX37" fmla="*/ 1365504 w 2121408"/>
              <a:gd name="connsiteY37" fmla="*/ 121920 h 365760"/>
              <a:gd name="connsiteX38" fmla="*/ 1389888 w 2121408"/>
              <a:gd name="connsiteY38" fmla="*/ 134112 h 365760"/>
              <a:gd name="connsiteX39" fmla="*/ 1432560 w 2121408"/>
              <a:gd name="connsiteY39" fmla="*/ 128016 h 365760"/>
              <a:gd name="connsiteX40" fmla="*/ 1450848 w 2121408"/>
              <a:gd name="connsiteY40" fmla="*/ 109728 h 365760"/>
              <a:gd name="connsiteX41" fmla="*/ 1469136 w 2121408"/>
              <a:gd name="connsiteY41" fmla="*/ 97536 h 365760"/>
              <a:gd name="connsiteX42" fmla="*/ 1517904 w 2121408"/>
              <a:gd name="connsiteY42" fmla="*/ 42672 h 365760"/>
              <a:gd name="connsiteX43" fmla="*/ 1536192 w 2121408"/>
              <a:gd name="connsiteY43" fmla="*/ 36576 h 365760"/>
              <a:gd name="connsiteX44" fmla="*/ 1554480 w 2121408"/>
              <a:gd name="connsiteY44" fmla="*/ 24384 h 365760"/>
              <a:gd name="connsiteX45" fmla="*/ 1572768 w 2121408"/>
              <a:gd name="connsiteY45" fmla="*/ 18288 h 365760"/>
              <a:gd name="connsiteX46" fmla="*/ 1597152 w 2121408"/>
              <a:gd name="connsiteY46" fmla="*/ 6096 h 365760"/>
              <a:gd name="connsiteX47" fmla="*/ 1639824 w 2121408"/>
              <a:gd name="connsiteY47" fmla="*/ 0 h 365760"/>
              <a:gd name="connsiteX48" fmla="*/ 1761744 w 2121408"/>
              <a:gd name="connsiteY48" fmla="*/ 6096 h 365760"/>
              <a:gd name="connsiteX49" fmla="*/ 1828800 w 2121408"/>
              <a:gd name="connsiteY49" fmla="*/ 24384 h 365760"/>
              <a:gd name="connsiteX50" fmla="*/ 1877568 w 2121408"/>
              <a:gd name="connsiteY50" fmla="*/ 30480 h 365760"/>
              <a:gd name="connsiteX51" fmla="*/ 1901952 w 2121408"/>
              <a:gd name="connsiteY51" fmla="*/ 36576 h 365760"/>
              <a:gd name="connsiteX52" fmla="*/ 2017776 w 2121408"/>
              <a:gd name="connsiteY52" fmla="*/ 54864 h 365760"/>
              <a:gd name="connsiteX53" fmla="*/ 2078736 w 2121408"/>
              <a:gd name="connsiteY53" fmla="*/ 85344 h 365760"/>
              <a:gd name="connsiteX54" fmla="*/ 2121408 w 2121408"/>
              <a:gd name="connsiteY54" fmla="*/ 109728 h 365760"/>
              <a:gd name="connsiteX0" fmla="*/ 0 w 2078736"/>
              <a:gd name="connsiteY0" fmla="*/ 365760 h 365760"/>
              <a:gd name="connsiteX1" fmla="*/ 201168 w 2078736"/>
              <a:gd name="connsiteY1" fmla="*/ 243840 h 365760"/>
              <a:gd name="connsiteX2" fmla="*/ 219456 w 2078736"/>
              <a:gd name="connsiteY2" fmla="*/ 237744 h 365760"/>
              <a:gd name="connsiteX3" fmla="*/ 237744 w 2078736"/>
              <a:gd name="connsiteY3" fmla="*/ 225552 h 365760"/>
              <a:gd name="connsiteX4" fmla="*/ 256032 w 2078736"/>
              <a:gd name="connsiteY4" fmla="*/ 219456 h 365760"/>
              <a:gd name="connsiteX5" fmla="*/ 274320 w 2078736"/>
              <a:gd name="connsiteY5" fmla="*/ 207264 h 365760"/>
              <a:gd name="connsiteX6" fmla="*/ 329184 w 2078736"/>
              <a:gd name="connsiteY6" fmla="*/ 195072 h 365760"/>
              <a:gd name="connsiteX7" fmla="*/ 365760 w 2078736"/>
              <a:gd name="connsiteY7" fmla="*/ 176784 h 365760"/>
              <a:gd name="connsiteX8" fmla="*/ 384048 w 2078736"/>
              <a:gd name="connsiteY8" fmla="*/ 170688 h 365760"/>
              <a:gd name="connsiteX9" fmla="*/ 408432 w 2078736"/>
              <a:gd name="connsiteY9" fmla="*/ 152400 h 365760"/>
              <a:gd name="connsiteX10" fmla="*/ 445008 w 2078736"/>
              <a:gd name="connsiteY10" fmla="*/ 140208 h 365760"/>
              <a:gd name="connsiteX11" fmla="*/ 457200 w 2078736"/>
              <a:gd name="connsiteY11" fmla="*/ 121920 h 365760"/>
              <a:gd name="connsiteX12" fmla="*/ 493776 w 2078736"/>
              <a:gd name="connsiteY12" fmla="*/ 103632 h 365760"/>
              <a:gd name="connsiteX13" fmla="*/ 573024 w 2078736"/>
              <a:gd name="connsiteY13" fmla="*/ 85344 h 365760"/>
              <a:gd name="connsiteX14" fmla="*/ 640080 w 2078736"/>
              <a:gd name="connsiteY14" fmla="*/ 97536 h 365760"/>
              <a:gd name="connsiteX15" fmla="*/ 658368 w 2078736"/>
              <a:gd name="connsiteY15" fmla="*/ 109728 h 365760"/>
              <a:gd name="connsiteX16" fmla="*/ 682752 w 2078736"/>
              <a:gd name="connsiteY16" fmla="*/ 115824 h 365760"/>
              <a:gd name="connsiteX17" fmla="*/ 725424 w 2078736"/>
              <a:gd name="connsiteY17" fmla="*/ 134112 h 365760"/>
              <a:gd name="connsiteX18" fmla="*/ 743712 w 2078736"/>
              <a:gd name="connsiteY18" fmla="*/ 140208 h 365760"/>
              <a:gd name="connsiteX19" fmla="*/ 762000 w 2078736"/>
              <a:gd name="connsiteY19" fmla="*/ 152400 h 365760"/>
              <a:gd name="connsiteX20" fmla="*/ 780288 w 2078736"/>
              <a:gd name="connsiteY20" fmla="*/ 158496 h 365760"/>
              <a:gd name="connsiteX21" fmla="*/ 835152 w 2078736"/>
              <a:gd name="connsiteY21" fmla="*/ 188976 h 365760"/>
              <a:gd name="connsiteX22" fmla="*/ 890016 w 2078736"/>
              <a:gd name="connsiteY22" fmla="*/ 176784 h 365760"/>
              <a:gd name="connsiteX23" fmla="*/ 914400 w 2078736"/>
              <a:gd name="connsiteY23" fmla="*/ 158496 h 365760"/>
              <a:gd name="connsiteX24" fmla="*/ 963168 w 2078736"/>
              <a:gd name="connsiteY24" fmla="*/ 134112 h 365760"/>
              <a:gd name="connsiteX25" fmla="*/ 987552 w 2078736"/>
              <a:gd name="connsiteY25" fmla="*/ 121920 h 365760"/>
              <a:gd name="connsiteX26" fmla="*/ 1036320 w 2078736"/>
              <a:gd name="connsiteY26" fmla="*/ 103632 h 365760"/>
              <a:gd name="connsiteX27" fmla="*/ 1054608 w 2078736"/>
              <a:gd name="connsiteY27" fmla="*/ 97536 h 365760"/>
              <a:gd name="connsiteX28" fmla="*/ 1072896 w 2078736"/>
              <a:gd name="connsiteY28" fmla="*/ 85344 h 365760"/>
              <a:gd name="connsiteX29" fmla="*/ 1103376 w 2078736"/>
              <a:gd name="connsiteY29" fmla="*/ 79248 h 365760"/>
              <a:gd name="connsiteX30" fmla="*/ 1133856 w 2078736"/>
              <a:gd name="connsiteY30" fmla="*/ 67056 h 365760"/>
              <a:gd name="connsiteX31" fmla="*/ 1152144 w 2078736"/>
              <a:gd name="connsiteY31" fmla="*/ 54864 h 365760"/>
              <a:gd name="connsiteX32" fmla="*/ 1182624 w 2078736"/>
              <a:gd name="connsiteY32" fmla="*/ 48768 h 365760"/>
              <a:gd name="connsiteX33" fmla="*/ 1237488 w 2078736"/>
              <a:gd name="connsiteY33" fmla="*/ 54864 h 365760"/>
              <a:gd name="connsiteX34" fmla="*/ 1267968 w 2078736"/>
              <a:gd name="connsiteY34" fmla="*/ 79248 h 365760"/>
              <a:gd name="connsiteX35" fmla="*/ 1322832 w 2078736"/>
              <a:gd name="connsiteY35" fmla="*/ 103632 h 365760"/>
              <a:gd name="connsiteX36" fmla="*/ 1341120 w 2078736"/>
              <a:gd name="connsiteY36" fmla="*/ 115824 h 365760"/>
              <a:gd name="connsiteX37" fmla="*/ 1365504 w 2078736"/>
              <a:gd name="connsiteY37" fmla="*/ 121920 h 365760"/>
              <a:gd name="connsiteX38" fmla="*/ 1389888 w 2078736"/>
              <a:gd name="connsiteY38" fmla="*/ 134112 h 365760"/>
              <a:gd name="connsiteX39" fmla="*/ 1432560 w 2078736"/>
              <a:gd name="connsiteY39" fmla="*/ 128016 h 365760"/>
              <a:gd name="connsiteX40" fmla="*/ 1450848 w 2078736"/>
              <a:gd name="connsiteY40" fmla="*/ 109728 h 365760"/>
              <a:gd name="connsiteX41" fmla="*/ 1469136 w 2078736"/>
              <a:gd name="connsiteY41" fmla="*/ 97536 h 365760"/>
              <a:gd name="connsiteX42" fmla="*/ 1517904 w 2078736"/>
              <a:gd name="connsiteY42" fmla="*/ 42672 h 365760"/>
              <a:gd name="connsiteX43" fmla="*/ 1536192 w 2078736"/>
              <a:gd name="connsiteY43" fmla="*/ 36576 h 365760"/>
              <a:gd name="connsiteX44" fmla="*/ 1554480 w 2078736"/>
              <a:gd name="connsiteY44" fmla="*/ 24384 h 365760"/>
              <a:gd name="connsiteX45" fmla="*/ 1572768 w 2078736"/>
              <a:gd name="connsiteY45" fmla="*/ 18288 h 365760"/>
              <a:gd name="connsiteX46" fmla="*/ 1597152 w 2078736"/>
              <a:gd name="connsiteY46" fmla="*/ 6096 h 365760"/>
              <a:gd name="connsiteX47" fmla="*/ 1639824 w 2078736"/>
              <a:gd name="connsiteY47" fmla="*/ 0 h 365760"/>
              <a:gd name="connsiteX48" fmla="*/ 1761744 w 2078736"/>
              <a:gd name="connsiteY48" fmla="*/ 6096 h 365760"/>
              <a:gd name="connsiteX49" fmla="*/ 1828800 w 2078736"/>
              <a:gd name="connsiteY49" fmla="*/ 24384 h 365760"/>
              <a:gd name="connsiteX50" fmla="*/ 1877568 w 2078736"/>
              <a:gd name="connsiteY50" fmla="*/ 30480 h 365760"/>
              <a:gd name="connsiteX51" fmla="*/ 1901952 w 2078736"/>
              <a:gd name="connsiteY51" fmla="*/ 36576 h 365760"/>
              <a:gd name="connsiteX52" fmla="*/ 2017776 w 2078736"/>
              <a:gd name="connsiteY52" fmla="*/ 54864 h 365760"/>
              <a:gd name="connsiteX53" fmla="*/ 2078736 w 2078736"/>
              <a:gd name="connsiteY53" fmla="*/ 85344 h 365760"/>
              <a:gd name="connsiteX0" fmla="*/ 0 w 2017776"/>
              <a:gd name="connsiteY0" fmla="*/ 365760 h 365760"/>
              <a:gd name="connsiteX1" fmla="*/ 201168 w 2017776"/>
              <a:gd name="connsiteY1" fmla="*/ 243840 h 365760"/>
              <a:gd name="connsiteX2" fmla="*/ 219456 w 2017776"/>
              <a:gd name="connsiteY2" fmla="*/ 237744 h 365760"/>
              <a:gd name="connsiteX3" fmla="*/ 237744 w 2017776"/>
              <a:gd name="connsiteY3" fmla="*/ 225552 h 365760"/>
              <a:gd name="connsiteX4" fmla="*/ 256032 w 2017776"/>
              <a:gd name="connsiteY4" fmla="*/ 219456 h 365760"/>
              <a:gd name="connsiteX5" fmla="*/ 274320 w 2017776"/>
              <a:gd name="connsiteY5" fmla="*/ 207264 h 365760"/>
              <a:gd name="connsiteX6" fmla="*/ 329184 w 2017776"/>
              <a:gd name="connsiteY6" fmla="*/ 195072 h 365760"/>
              <a:gd name="connsiteX7" fmla="*/ 365760 w 2017776"/>
              <a:gd name="connsiteY7" fmla="*/ 176784 h 365760"/>
              <a:gd name="connsiteX8" fmla="*/ 384048 w 2017776"/>
              <a:gd name="connsiteY8" fmla="*/ 170688 h 365760"/>
              <a:gd name="connsiteX9" fmla="*/ 408432 w 2017776"/>
              <a:gd name="connsiteY9" fmla="*/ 152400 h 365760"/>
              <a:gd name="connsiteX10" fmla="*/ 445008 w 2017776"/>
              <a:gd name="connsiteY10" fmla="*/ 140208 h 365760"/>
              <a:gd name="connsiteX11" fmla="*/ 457200 w 2017776"/>
              <a:gd name="connsiteY11" fmla="*/ 121920 h 365760"/>
              <a:gd name="connsiteX12" fmla="*/ 493776 w 2017776"/>
              <a:gd name="connsiteY12" fmla="*/ 103632 h 365760"/>
              <a:gd name="connsiteX13" fmla="*/ 573024 w 2017776"/>
              <a:gd name="connsiteY13" fmla="*/ 85344 h 365760"/>
              <a:gd name="connsiteX14" fmla="*/ 640080 w 2017776"/>
              <a:gd name="connsiteY14" fmla="*/ 97536 h 365760"/>
              <a:gd name="connsiteX15" fmla="*/ 658368 w 2017776"/>
              <a:gd name="connsiteY15" fmla="*/ 109728 h 365760"/>
              <a:gd name="connsiteX16" fmla="*/ 682752 w 2017776"/>
              <a:gd name="connsiteY16" fmla="*/ 115824 h 365760"/>
              <a:gd name="connsiteX17" fmla="*/ 725424 w 2017776"/>
              <a:gd name="connsiteY17" fmla="*/ 134112 h 365760"/>
              <a:gd name="connsiteX18" fmla="*/ 743712 w 2017776"/>
              <a:gd name="connsiteY18" fmla="*/ 140208 h 365760"/>
              <a:gd name="connsiteX19" fmla="*/ 762000 w 2017776"/>
              <a:gd name="connsiteY19" fmla="*/ 152400 h 365760"/>
              <a:gd name="connsiteX20" fmla="*/ 780288 w 2017776"/>
              <a:gd name="connsiteY20" fmla="*/ 158496 h 365760"/>
              <a:gd name="connsiteX21" fmla="*/ 835152 w 2017776"/>
              <a:gd name="connsiteY21" fmla="*/ 188976 h 365760"/>
              <a:gd name="connsiteX22" fmla="*/ 890016 w 2017776"/>
              <a:gd name="connsiteY22" fmla="*/ 176784 h 365760"/>
              <a:gd name="connsiteX23" fmla="*/ 914400 w 2017776"/>
              <a:gd name="connsiteY23" fmla="*/ 158496 h 365760"/>
              <a:gd name="connsiteX24" fmla="*/ 963168 w 2017776"/>
              <a:gd name="connsiteY24" fmla="*/ 134112 h 365760"/>
              <a:gd name="connsiteX25" fmla="*/ 987552 w 2017776"/>
              <a:gd name="connsiteY25" fmla="*/ 121920 h 365760"/>
              <a:gd name="connsiteX26" fmla="*/ 1036320 w 2017776"/>
              <a:gd name="connsiteY26" fmla="*/ 103632 h 365760"/>
              <a:gd name="connsiteX27" fmla="*/ 1054608 w 2017776"/>
              <a:gd name="connsiteY27" fmla="*/ 97536 h 365760"/>
              <a:gd name="connsiteX28" fmla="*/ 1072896 w 2017776"/>
              <a:gd name="connsiteY28" fmla="*/ 85344 h 365760"/>
              <a:gd name="connsiteX29" fmla="*/ 1103376 w 2017776"/>
              <a:gd name="connsiteY29" fmla="*/ 79248 h 365760"/>
              <a:gd name="connsiteX30" fmla="*/ 1133856 w 2017776"/>
              <a:gd name="connsiteY30" fmla="*/ 67056 h 365760"/>
              <a:gd name="connsiteX31" fmla="*/ 1152144 w 2017776"/>
              <a:gd name="connsiteY31" fmla="*/ 54864 h 365760"/>
              <a:gd name="connsiteX32" fmla="*/ 1182624 w 2017776"/>
              <a:gd name="connsiteY32" fmla="*/ 48768 h 365760"/>
              <a:gd name="connsiteX33" fmla="*/ 1237488 w 2017776"/>
              <a:gd name="connsiteY33" fmla="*/ 54864 h 365760"/>
              <a:gd name="connsiteX34" fmla="*/ 1267968 w 2017776"/>
              <a:gd name="connsiteY34" fmla="*/ 79248 h 365760"/>
              <a:gd name="connsiteX35" fmla="*/ 1322832 w 2017776"/>
              <a:gd name="connsiteY35" fmla="*/ 103632 h 365760"/>
              <a:gd name="connsiteX36" fmla="*/ 1341120 w 2017776"/>
              <a:gd name="connsiteY36" fmla="*/ 115824 h 365760"/>
              <a:gd name="connsiteX37" fmla="*/ 1365504 w 2017776"/>
              <a:gd name="connsiteY37" fmla="*/ 121920 h 365760"/>
              <a:gd name="connsiteX38" fmla="*/ 1389888 w 2017776"/>
              <a:gd name="connsiteY38" fmla="*/ 134112 h 365760"/>
              <a:gd name="connsiteX39" fmla="*/ 1432560 w 2017776"/>
              <a:gd name="connsiteY39" fmla="*/ 128016 h 365760"/>
              <a:gd name="connsiteX40" fmla="*/ 1450848 w 2017776"/>
              <a:gd name="connsiteY40" fmla="*/ 109728 h 365760"/>
              <a:gd name="connsiteX41" fmla="*/ 1469136 w 2017776"/>
              <a:gd name="connsiteY41" fmla="*/ 97536 h 365760"/>
              <a:gd name="connsiteX42" fmla="*/ 1517904 w 2017776"/>
              <a:gd name="connsiteY42" fmla="*/ 42672 h 365760"/>
              <a:gd name="connsiteX43" fmla="*/ 1536192 w 2017776"/>
              <a:gd name="connsiteY43" fmla="*/ 36576 h 365760"/>
              <a:gd name="connsiteX44" fmla="*/ 1554480 w 2017776"/>
              <a:gd name="connsiteY44" fmla="*/ 24384 h 365760"/>
              <a:gd name="connsiteX45" fmla="*/ 1572768 w 2017776"/>
              <a:gd name="connsiteY45" fmla="*/ 18288 h 365760"/>
              <a:gd name="connsiteX46" fmla="*/ 1597152 w 2017776"/>
              <a:gd name="connsiteY46" fmla="*/ 6096 h 365760"/>
              <a:gd name="connsiteX47" fmla="*/ 1639824 w 2017776"/>
              <a:gd name="connsiteY47" fmla="*/ 0 h 365760"/>
              <a:gd name="connsiteX48" fmla="*/ 1761744 w 2017776"/>
              <a:gd name="connsiteY48" fmla="*/ 6096 h 365760"/>
              <a:gd name="connsiteX49" fmla="*/ 1828800 w 2017776"/>
              <a:gd name="connsiteY49" fmla="*/ 24384 h 365760"/>
              <a:gd name="connsiteX50" fmla="*/ 1877568 w 2017776"/>
              <a:gd name="connsiteY50" fmla="*/ 30480 h 365760"/>
              <a:gd name="connsiteX51" fmla="*/ 1901952 w 2017776"/>
              <a:gd name="connsiteY51" fmla="*/ 36576 h 365760"/>
              <a:gd name="connsiteX52" fmla="*/ 2017776 w 2017776"/>
              <a:gd name="connsiteY52" fmla="*/ 54864 h 365760"/>
              <a:gd name="connsiteX0" fmla="*/ 0 w 1901952"/>
              <a:gd name="connsiteY0" fmla="*/ 365760 h 365760"/>
              <a:gd name="connsiteX1" fmla="*/ 201168 w 1901952"/>
              <a:gd name="connsiteY1" fmla="*/ 243840 h 365760"/>
              <a:gd name="connsiteX2" fmla="*/ 219456 w 1901952"/>
              <a:gd name="connsiteY2" fmla="*/ 237744 h 365760"/>
              <a:gd name="connsiteX3" fmla="*/ 237744 w 1901952"/>
              <a:gd name="connsiteY3" fmla="*/ 225552 h 365760"/>
              <a:gd name="connsiteX4" fmla="*/ 256032 w 1901952"/>
              <a:gd name="connsiteY4" fmla="*/ 219456 h 365760"/>
              <a:gd name="connsiteX5" fmla="*/ 274320 w 1901952"/>
              <a:gd name="connsiteY5" fmla="*/ 207264 h 365760"/>
              <a:gd name="connsiteX6" fmla="*/ 329184 w 1901952"/>
              <a:gd name="connsiteY6" fmla="*/ 195072 h 365760"/>
              <a:gd name="connsiteX7" fmla="*/ 365760 w 1901952"/>
              <a:gd name="connsiteY7" fmla="*/ 176784 h 365760"/>
              <a:gd name="connsiteX8" fmla="*/ 384048 w 1901952"/>
              <a:gd name="connsiteY8" fmla="*/ 170688 h 365760"/>
              <a:gd name="connsiteX9" fmla="*/ 408432 w 1901952"/>
              <a:gd name="connsiteY9" fmla="*/ 152400 h 365760"/>
              <a:gd name="connsiteX10" fmla="*/ 445008 w 1901952"/>
              <a:gd name="connsiteY10" fmla="*/ 140208 h 365760"/>
              <a:gd name="connsiteX11" fmla="*/ 457200 w 1901952"/>
              <a:gd name="connsiteY11" fmla="*/ 121920 h 365760"/>
              <a:gd name="connsiteX12" fmla="*/ 493776 w 1901952"/>
              <a:gd name="connsiteY12" fmla="*/ 103632 h 365760"/>
              <a:gd name="connsiteX13" fmla="*/ 573024 w 1901952"/>
              <a:gd name="connsiteY13" fmla="*/ 85344 h 365760"/>
              <a:gd name="connsiteX14" fmla="*/ 640080 w 1901952"/>
              <a:gd name="connsiteY14" fmla="*/ 97536 h 365760"/>
              <a:gd name="connsiteX15" fmla="*/ 658368 w 1901952"/>
              <a:gd name="connsiteY15" fmla="*/ 109728 h 365760"/>
              <a:gd name="connsiteX16" fmla="*/ 682752 w 1901952"/>
              <a:gd name="connsiteY16" fmla="*/ 115824 h 365760"/>
              <a:gd name="connsiteX17" fmla="*/ 725424 w 1901952"/>
              <a:gd name="connsiteY17" fmla="*/ 134112 h 365760"/>
              <a:gd name="connsiteX18" fmla="*/ 743712 w 1901952"/>
              <a:gd name="connsiteY18" fmla="*/ 140208 h 365760"/>
              <a:gd name="connsiteX19" fmla="*/ 762000 w 1901952"/>
              <a:gd name="connsiteY19" fmla="*/ 152400 h 365760"/>
              <a:gd name="connsiteX20" fmla="*/ 780288 w 1901952"/>
              <a:gd name="connsiteY20" fmla="*/ 158496 h 365760"/>
              <a:gd name="connsiteX21" fmla="*/ 835152 w 1901952"/>
              <a:gd name="connsiteY21" fmla="*/ 188976 h 365760"/>
              <a:gd name="connsiteX22" fmla="*/ 890016 w 1901952"/>
              <a:gd name="connsiteY22" fmla="*/ 176784 h 365760"/>
              <a:gd name="connsiteX23" fmla="*/ 914400 w 1901952"/>
              <a:gd name="connsiteY23" fmla="*/ 158496 h 365760"/>
              <a:gd name="connsiteX24" fmla="*/ 963168 w 1901952"/>
              <a:gd name="connsiteY24" fmla="*/ 134112 h 365760"/>
              <a:gd name="connsiteX25" fmla="*/ 987552 w 1901952"/>
              <a:gd name="connsiteY25" fmla="*/ 121920 h 365760"/>
              <a:gd name="connsiteX26" fmla="*/ 1036320 w 1901952"/>
              <a:gd name="connsiteY26" fmla="*/ 103632 h 365760"/>
              <a:gd name="connsiteX27" fmla="*/ 1054608 w 1901952"/>
              <a:gd name="connsiteY27" fmla="*/ 97536 h 365760"/>
              <a:gd name="connsiteX28" fmla="*/ 1072896 w 1901952"/>
              <a:gd name="connsiteY28" fmla="*/ 85344 h 365760"/>
              <a:gd name="connsiteX29" fmla="*/ 1103376 w 1901952"/>
              <a:gd name="connsiteY29" fmla="*/ 79248 h 365760"/>
              <a:gd name="connsiteX30" fmla="*/ 1133856 w 1901952"/>
              <a:gd name="connsiteY30" fmla="*/ 67056 h 365760"/>
              <a:gd name="connsiteX31" fmla="*/ 1152144 w 1901952"/>
              <a:gd name="connsiteY31" fmla="*/ 54864 h 365760"/>
              <a:gd name="connsiteX32" fmla="*/ 1182624 w 1901952"/>
              <a:gd name="connsiteY32" fmla="*/ 48768 h 365760"/>
              <a:gd name="connsiteX33" fmla="*/ 1237488 w 1901952"/>
              <a:gd name="connsiteY33" fmla="*/ 54864 h 365760"/>
              <a:gd name="connsiteX34" fmla="*/ 1267968 w 1901952"/>
              <a:gd name="connsiteY34" fmla="*/ 79248 h 365760"/>
              <a:gd name="connsiteX35" fmla="*/ 1322832 w 1901952"/>
              <a:gd name="connsiteY35" fmla="*/ 103632 h 365760"/>
              <a:gd name="connsiteX36" fmla="*/ 1341120 w 1901952"/>
              <a:gd name="connsiteY36" fmla="*/ 115824 h 365760"/>
              <a:gd name="connsiteX37" fmla="*/ 1365504 w 1901952"/>
              <a:gd name="connsiteY37" fmla="*/ 121920 h 365760"/>
              <a:gd name="connsiteX38" fmla="*/ 1389888 w 1901952"/>
              <a:gd name="connsiteY38" fmla="*/ 134112 h 365760"/>
              <a:gd name="connsiteX39" fmla="*/ 1432560 w 1901952"/>
              <a:gd name="connsiteY39" fmla="*/ 128016 h 365760"/>
              <a:gd name="connsiteX40" fmla="*/ 1450848 w 1901952"/>
              <a:gd name="connsiteY40" fmla="*/ 109728 h 365760"/>
              <a:gd name="connsiteX41" fmla="*/ 1469136 w 1901952"/>
              <a:gd name="connsiteY41" fmla="*/ 97536 h 365760"/>
              <a:gd name="connsiteX42" fmla="*/ 1517904 w 1901952"/>
              <a:gd name="connsiteY42" fmla="*/ 42672 h 365760"/>
              <a:gd name="connsiteX43" fmla="*/ 1536192 w 1901952"/>
              <a:gd name="connsiteY43" fmla="*/ 36576 h 365760"/>
              <a:gd name="connsiteX44" fmla="*/ 1554480 w 1901952"/>
              <a:gd name="connsiteY44" fmla="*/ 24384 h 365760"/>
              <a:gd name="connsiteX45" fmla="*/ 1572768 w 1901952"/>
              <a:gd name="connsiteY45" fmla="*/ 18288 h 365760"/>
              <a:gd name="connsiteX46" fmla="*/ 1597152 w 1901952"/>
              <a:gd name="connsiteY46" fmla="*/ 6096 h 365760"/>
              <a:gd name="connsiteX47" fmla="*/ 1639824 w 1901952"/>
              <a:gd name="connsiteY47" fmla="*/ 0 h 365760"/>
              <a:gd name="connsiteX48" fmla="*/ 1761744 w 1901952"/>
              <a:gd name="connsiteY48" fmla="*/ 6096 h 365760"/>
              <a:gd name="connsiteX49" fmla="*/ 1828800 w 1901952"/>
              <a:gd name="connsiteY49" fmla="*/ 24384 h 365760"/>
              <a:gd name="connsiteX50" fmla="*/ 1877568 w 1901952"/>
              <a:gd name="connsiteY50" fmla="*/ 30480 h 365760"/>
              <a:gd name="connsiteX51" fmla="*/ 1901952 w 1901952"/>
              <a:gd name="connsiteY51" fmla="*/ 36576 h 365760"/>
              <a:gd name="connsiteX0" fmla="*/ 0 w 1877568"/>
              <a:gd name="connsiteY0" fmla="*/ 365760 h 365760"/>
              <a:gd name="connsiteX1" fmla="*/ 201168 w 1877568"/>
              <a:gd name="connsiteY1" fmla="*/ 243840 h 365760"/>
              <a:gd name="connsiteX2" fmla="*/ 219456 w 1877568"/>
              <a:gd name="connsiteY2" fmla="*/ 237744 h 365760"/>
              <a:gd name="connsiteX3" fmla="*/ 237744 w 1877568"/>
              <a:gd name="connsiteY3" fmla="*/ 225552 h 365760"/>
              <a:gd name="connsiteX4" fmla="*/ 256032 w 1877568"/>
              <a:gd name="connsiteY4" fmla="*/ 219456 h 365760"/>
              <a:gd name="connsiteX5" fmla="*/ 274320 w 1877568"/>
              <a:gd name="connsiteY5" fmla="*/ 207264 h 365760"/>
              <a:gd name="connsiteX6" fmla="*/ 329184 w 1877568"/>
              <a:gd name="connsiteY6" fmla="*/ 195072 h 365760"/>
              <a:gd name="connsiteX7" fmla="*/ 365760 w 1877568"/>
              <a:gd name="connsiteY7" fmla="*/ 176784 h 365760"/>
              <a:gd name="connsiteX8" fmla="*/ 384048 w 1877568"/>
              <a:gd name="connsiteY8" fmla="*/ 170688 h 365760"/>
              <a:gd name="connsiteX9" fmla="*/ 408432 w 1877568"/>
              <a:gd name="connsiteY9" fmla="*/ 152400 h 365760"/>
              <a:gd name="connsiteX10" fmla="*/ 445008 w 1877568"/>
              <a:gd name="connsiteY10" fmla="*/ 140208 h 365760"/>
              <a:gd name="connsiteX11" fmla="*/ 457200 w 1877568"/>
              <a:gd name="connsiteY11" fmla="*/ 121920 h 365760"/>
              <a:gd name="connsiteX12" fmla="*/ 493776 w 1877568"/>
              <a:gd name="connsiteY12" fmla="*/ 103632 h 365760"/>
              <a:gd name="connsiteX13" fmla="*/ 573024 w 1877568"/>
              <a:gd name="connsiteY13" fmla="*/ 85344 h 365760"/>
              <a:gd name="connsiteX14" fmla="*/ 640080 w 1877568"/>
              <a:gd name="connsiteY14" fmla="*/ 97536 h 365760"/>
              <a:gd name="connsiteX15" fmla="*/ 658368 w 1877568"/>
              <a:gd name="connsiteY15" fmla="*/ 109728 h 365760"/>
              <a:gd name="connsiteX16" fmla="*/ 682752 w 1877568"/>
              <a:gd name="connsiteY16" fmla="*/ 115824 h 365760"/>
              <a:gd name="connsiteX17" fmla="*/ 725424 w 1877568"/>
              <a:gd name="connsiteY17" fmla="*/ 134112 h 365760"/>
              <a:gd name="connsiteX18" fmla="*/ 743712 w 1877568"/>
              <a:gd name="connsiteY18" fmla="*/ 140208 h 365760"/>
              <a:gd name="connsiteX19" fmla="*/ 762000 w 1877568"/>
              <a:gd name="connsiteY19" fmla="*/ 152400 h 365760"/>
              <a:gd name="connsiteX20" fmla="*/ 780288 w 1877568"/>
              <a:gd name="connsiteY20" fmla="*/ 158496 h 365760"/>
              <a:gd name="connsiteX21" fmla="*/ 835152 w 1877568"/>
              <a:gd name="connsiteY21" fmla="*/ 188976 h 365760"/>
              <a:gd name="connsiteX22" fmla="*/ 890016 w 1877568"/>
              <a:gd name="connsiteY22" fmla="*/ 176784 h 365760"/>
              <a:gd name="connsiteX23" fmla="*/ 914400 w 1877568"/>
              <a:gd name="connsiteY23" fmla="*/ 158496 h 365760"/>
              <a:gd name="connsiteX24" fmla="*/ 963168 w 1877568"/>
              <a:gd name="connsiteY24" fmla="*/ 134112 h 365760"/>
              <a:gd name="connsiteX25" fmla="*/ 987552 w 1877568"/>
              <a:gd name="connsiteY25" fmla="*/ 121920 h 365760"/>
              <a:gd name="connsiteX26" fmla="*/ 1036320 w 1877568"/>
              <a:gd name="connsiteY26" fmla="*/ 103632 h 365760"/>
              <a:gd name="connsiteX27" fmla="*/ 1054608 w 1877568"/>
              <a:gd name="connsiteY27" fmla="*/ 97536 h 365760"/>
              <a:gd name="connsiteX28" fmla="*/ 1072896 w 1877568"/>
              <a:gd name="connsiteY28" fmla="*/ 85344 h 365760"/>
              <a:gd name="connsiteX29" fmla="*/ 1103376 w 1877568"/>
              <a:gd name="connsiteY29" fmla="*/ 79248 h 365760"/>
              <a:gd name="connsiteX30" fmla="*/ 1133856 w 1877568"/>
              <a:gd name="connsiteY30" fmla="*/ 67056 h 365760"/>
              <a:gd name="connsiteX31" fmla="*/ 1152144 w 1877568"/>
              <a:gd name="connsiteY31" fmla="*/ 54864 h 365760"/>
              <a:gd name="connsiteX32" fmla="*/ 1182624 w 1877568"/>
              <a:gd name="connsiteY32" fmla="*/ 48768 h 365760"/>
              <a:gd name="connsiteX33" fmla="*/ 1237488 w 1877568"/>
              <a:gd name="connsiteY33" fmla="*/ 54864 h 365760"/>
              <a:gd name="connsiteX34" fmla="*/ 1267968 w 1877568"/>
              <a:gd name="connsiteY34" fmla="*/ 79248 h 365760"/>
              <a:gd name="connsiteX35" fmla="*/ 1322832 w 1877568"/>
              <a:gd name="connsiteY35" fmla="*/ 103632 h 365760"/>
              <a:gd name="connsiteX36" fmla="*/ 1341120 w 1877568"/>
              <a:gd name="connsiteY36" fmla="*/ 115824 h 365760"/>
              <a:gd name="connsiteX37" fmla="*/ 1365504 w 1877568"/>
              <a:gd name="connsiteY37" fmla="*/ 121920 h 365760"/>
              <a:gd name="connsiteX38" fmla="*/ 1389888 w 1877568"/>
              <a:gd name="connsiteY38" fmla="*/ 134112 h 365760"/>
              <a:gd name="connsiteX39" fmla="*/ 1432560 w 1877568"/>
              <a:gd name="connsiteY39" fmla="*/ 128016 h 365760"/>
              <a:gd name="connsiteX40" fmla="*/ 1450848 w 1877568"/>
              <a:gd name="connsiteY40" fmla="*/ 109728 h 365760"/>
              <a:gd name="connsiteX41" fmla="*/ 1469136 w 1877568"/>
              <a:gd name="connsiteY41" fmla="*/ 97536 h 365760"/>
              <a:gd name="connsiteX42" fmla="*/ 1517904 w 1877568"/>
              <a:gd name="connsiteY42" fmla="*/ 42672 h 365760"/>
              <a:gd name="connsiteX43" fmla="*/ 1536192 w 1877568"/>
              <a:gd name="connsiteY43" fmla="*/ 36576 h 365760"/>
              <a:gd name="connsiteX44" fmla="*/ 1554480 w 1877568"/>
              <a:gd name="connsiteY44" fmla="*/ 24384 h 365760"/>
              <a:gd name="connsiteX45" fmla="*/ 1572768 w 1877568"/>
              <a:gd name="connsiteY45" fmla="*/ 18288 h 365760"/>
              <a:gd name="connsiteX46" fmla="*/ 1597152 w 1877568"/>
              <a:gd name="connsiteY46" fmla="*/ 6096 h 365760"/>
              <a:gd name="connsiteX47" fmla="*/ 1639824 w 1877568"/>
              <a:gd name="connsiteY47" fmla="*/ 0 h 365760"/>
              <a:gd name="connsiteX48" fmla="*/ 1761744 w 1877568"/>
              <a:gd name="connsiteY48" fmla="*/ 6096 h 365760"/>
              <a:gd name="connsiteX49" fmla="*/ 1828800 w 1877568"/>
              <a:gd name="connsiteY49" fmla="*/ 24384 h 365760"/>
              <a:gd name="connsiteX50" fmla="*/ 1877568 w 1877568"/>
              <a:gd name="connsiteY50" fmla="*/ 30480 h 365760"/>
              <a:gd name="connsiteX0" fmla="*/ 0 w 1828800"/>
              <a:gd name="connsiteY0" fmla="*/ 365760 h 365760"/>
              <a:gd name="connsiteX1" fmla="*/ 201168 w 1828800"/>
              <a:gd name="connsiteY1" fmla="*/ 243840 h 365760"/>
              <a:gd name="connsiteX2" fmla="*/ 219456 w 1828800"/>
              <a:gd name="connsiteY2" fmla="*/ 237744 h 365760"/>
              <a:gd name="connsiteX3" fmla="*/ 237744 w 1828800"/>
              <a:gd name="connsiteY3" fmla="*/ 225552 h 365760"/>
              <a:gd name="connsiteX4" fmla="*/ 256032 w 1828800"/>
              <a:gd name="connsiteY4" fmla="*/ 219456 h 365760"/>
              <a:gd name="connsiteX5" fmla="*/ 274320 w 1828800"/>
              <a:gd name="connsiteY5" fmla="*/ 207264 h 365760"/>
              <a:gd name="connsiteX6" fmla="*/ 329184 w 1828800"/>
              <a:gd name="connsiteY6" fmla="*/ 195072 h 365760"/>
              <a:gd name="connsiteX7" fmla="*/ 365760 w 1828800"/>
              <a:gd name="connsiteY7" fmla="*/ 176784 h 365760"/>
              <a:gd name="connsiteX8" fmla="*/ 384048 w 1828800"/>
              <a:gd name="connsiteY8" fmla="*/ 170688 h 365760"/>
              <a:gd name="connsiteX9" fmla="*/ 408432 w 1828800"/>
              <a:gd name="connsiteY9" fmla="*/ 152400 h 365760"/>
              <a:gd name="connsiteX10" fmla="*/ 445008 w 1828800"/>
              <a:gd name="connsiteY10" fmla="*/ 140208 h 365760"/>
              <a:gd name="connsiteX11" fmla="*/ 457200 w 1828800"/>
              <a:gd name="connsiteY11" fmla="*/ 121920 h 365760"/>
              <a:gd name="connsiteX12" fmla="*/ 493776 w 1828800"/>
              <a:gd name="connsiteY12" fmla="*/ 103632 h 365760"/>
              <a:gd name="connsiteX13" fmla="*/ 573024 w 1828800"/>
              <a:gd name="connsiteY13" fmla="*/ 85344 h 365760"/>
              <a:gd name="connsiteX14" fmla="*/ 640080 w 1828800"/>
              <a:gd name="connsiteY14" fmla="*/ 97536 h 365760"/>
              <a:gd name="connsiteX15" fmla="*/ 658368 w 1828800"/>
              <a:gd name="connsiteY15" fmla="*/ 109728 h 365760"/>
              <a:gd name="connsiteX16" fmla="*/ 682752 w 1828800"/>
              <a:gd name="connsiteY16" fmla="*/ 115824 h 365760"/>
              <a:gd name="connsiteX17" fmla="*/ 725424 w 1828800"/>
              <a:gd name="connsiteY17" fmla="*/ 134112 h 365760"/>
              <a:gd name="connsiteX18" fmla="*/ 743712 w 1828800"/>
              <a:gd name="connsiteY18" fmla="*/ 140208 h 365760"/>
              <a:gd name="connsiteX19" fmla="*/ 762000 w 1828800"/>
              <a:gd name="connsiteY19" fmla="*/ 152400 h 365760"/>
              <a:gd name="connsiteX20" fmla="*/ 780288 w 1828800"/>
              <a:gd name="connsiteY20" fmla="*/ 158496 h 365760"/>
              <a:gd name="connsiteX21" fmla="*/ 835152 w 1828800"/>
              <a:gd name="connsiteY21" fmla="*/ 188976 h 365760"/>
              <a:gd name="connsiteX22" fmla="*/ 890016 w 1828800"/>
              <a:gd name="connsiteY22" fmla="*/ 176784 h 365760"/>
              <a:gd name="connsiteX23" fmla="*/ 914400 w 1828800"/>
              <a:gd name="connsiteY23" fmla="*/ 158496 h 365760"/>
              <a:gd name="connsiteX24" fmla="*/ 963168 w 1828800"/>
              <a:gd name="connsiteY24" fmla="*/ 134112 h 365760"/>
              <a:gd name="connsiteX25" fmla="*/ 987552 w 1828800"/>
              <a:gd name="connsiteY25" fmla="*/ 121920 h 365760"/>
              <a:gd name="connsiteX26" fmla="*/ 1036320 w 1828800"/>
              <a:gd name="connsiteY26" fmla="*/ 103632 h 365760"/>
              <a:gd name="connsiteX27" fmla="*/ 1054608 w 1828800"/>
              <a:gd name="connsiteY27" fmla="*/ 97536 h 365760"/>
              <a:gd name="connsiteX28" fmla="*/ 1072896 w 1828800"/>
              <a:gd name="connsiteY28" fmla="*/ 85344 h 365760"/>
              <a:gd name="connsiteX29" fmla="*/ 1103376 w 1828800"/>
              <a:gd name="connsiteY29" fmla="*/ 79248 h 365760"/>
              <a:gd name="connsiteX30" fmla="*/ 1133856 w 1828800"/>
              <a:gd name="connsiteY30" fmla="*/ 67056 h 365760"/>
              <a:gd name="connsiteX31" fmla="*/ 1152144 w 1828800"/>
              <a:gd name="connsiteY31" fmla="*/ 54864 h 365760"/>
              <a:gd name="connsiteX32" fmla="*/ 1182624 w 1828800"/>
              <a:gd name="connsiteY32" fmla="*/ 48768 h 365760"/>
              <a:gd name="connsiteX33" fmla="*/ 1237488 w 1828800"/>
              <a:gd name="connsiteY33" fmla="*/ 54864 h 365760"/>
              <a:gd name="connsiteX34" fmla="*/ 1267968 w 1828800"/>
              <a:gd name="connsiteY34" fmla="*/ 79248 h 365760"/>
              <a:gd name="connsiteX35" fmla="*/ 1322832 w 1828800"/>
              <a:gd name="connsiteY35" fmla="*/ 103632 h 365760"/>
              <a:gd name="connsiteX36" fmla="*/ 1341120 w 1828800"/>
              <a:gd name="connsiteY36" fmla="*/ 115824 h 365760"/>
              <a:gd name="connsiteX37" fmla="*/ 1365504 w 1828800"/>
              <a:gd name="connsiteY37" fmla="*/ 121920 h 365760"/>
              <a:gd name="connsiteX38" fmla="*/ 1389888 w 1828800"/>
              <a:gd name="connsiteY38" fmla="*/ 134112 h 365760"/>
              <a:gd name="connsiteX39" fmla="*/ 1432560 w 1828800"/>
              <a:gd name="connsiteY39" fmla="*/ 128016 h 365760"/>
              <a:gd name="connsiteX40" fmla="*/ 1450848 w 1828800"/>
              <a:gd name="connsiteY40" fmla="*/ 109728 h 365760"/>
              <a:gd name="connsiteX41" fmla="*/ 1469136 w 1828800"/>
              <a:gd name="connsiteY41" fmla="*/ 97536 h 365760"/>
              <a:gd name="connsiteX42" fmla="*/ 1517904 w 1828800"/>
              <a:gd name="connsiteY42" fmla="*/ 42672 h 365760"/>
              <a:gd name="connsiteX43" fmla="*/ 1536192 w 1828800"/>
              <a:gd name="connsiteY43" fmla="*/ 36576 h 365760"/>
              <a:gd name="connsiteX44" fmla="*/ 1554480 w 1828800"/>
              <a:gd name="connsiteY44" fmla="*/ 24384 h 365760"/>
              <a:gd name="connsiteX45" fmla="*/ 1572768 w 1828800"/>
              <a:gd name="connsiteY45" fmla="*/ 18288 h 365760"/>
              <a:gd name="connsiteX46" fmla="*/ 1597152 w 1828800"/>
              <a:gd name="connsiteY46" fmla="*/ 6096 h 365760"/>
              <a:gd name="connsiteX47" fmla="*/ 1639824 w 1828800"/>
              <a:gd name="connsiteY47" fmla="*/ 0 h 365760"/>
              <a:gd name="connsiteX48" fmla="*/ 1761744 w 1828800"/>
              <a:gd name="connsiteY48" fmla="*/ 6096 h 365760"/>
              <a:gd name="connsiteX49" fmla="*/ 1828800 w 1828800"/>
              <a:gd name="connsiteY49" fmla="*/ 24384 h 365760"/>
              <a:gd name="connsiteX0" fmla="*/ 0 w 1761744"/>
              <a:gd name="connsiteY0" fmla="*/ 365760 h 365760"/>
              <a:gd name="connsiteX1" fmla="*/ 201168 w 1761744"/>
              <a:gd name="connsiteY1" fmla="*/ 243840 h 365760"/>
              <a:gd name="connsiteX2" fmla="*/ 219456 w 1761744"/>
              <a:gd name="connsiteY2" fmla="*/ 237744 h 365760"/>
              <a:gd name="connsiteX3" fmla="*/ 237744 w 1761744"/>
              <a:gd name="connsiteY3" fmla="*/ 225552 h 365760"/>
              <a:gd name="connsiteX4" fmla="*/ 256032 w 1761744"/>
              <a:gd name="connsiteY4" fmla="*/ 219456 h 365760"/>
              <a:gd name="connsiteX5" fmla="*/ 274320 w 1761744"/>
              <a:gd name="connsiteY5" fmla="*/ 207264 h 365760"/>
              <a:gd name="connsiteX6" fmla="*/ 329184 w 1761744"/>
              <a:gd name="connsiteY6" fmla="*/ 195072 h 365760"/>
              <a:gd name="connsiteX7" fmla="*/ 365760 w 1761744"/>
              <a:gd name="connsiteY7" fmla="*/ 176784 h 365760"/>
              <a:gd name="connsiteX8" fmla="*/ 384048 w 1761744"/>
              <a:gd name="connsiteY8" fmla="*/ 170688 h 365760"/>
              <a:gd name="connsiteX9" fmla="*/ 408432 w 1761744"/>
              <a:gd name="connsiteY9" fmla="*/ 152400 h 365760"/>
              <a:gd name="connsiteX10" fmla="*/ 445008 w 1761744"/>
              <a:gd name="connsiteY10" fmla="*/ 140208 h 365760"/>
              <a:gd name="connsiteX11" fmla="*/ 457200 w 1761744"/>
              <a:gd name="connsiteY11" fmla="*/ 121920 h 365760"/>
              <a:gd name="connsiteX12" fmla="*/ 493776 w 1761744"/>
              <a:gd name="connsiteY12" fmla="*/ 103632 h 365760"/>
              <a:gd name="connsiteX13" fmla="*/ 573024 w 1761744"/>
              <a:gd name="connsiteY13" fmla="*/ 85344 h 365760"/>
              <a:gd name="connsiteX14" fmla="*/ 640080 w 1761744"/>
              <a:gd name="connsiteY14" fmla="*/ 97536 h 365760"/>
              <a:gd name="connsiteX15" fmla="*/ 658368 w 1761744"/>
              <a:gd name="connsiteY15" fmla="*/ 109728 h 365760"/>
              <a:gd name="connsiteX16" fmla="*/ 682752 w 1761744"/>
              <a:gd name="connsiteY16" fmla="*/ 115824 h 365760"/>
              <a:gd name="connsiteX17" fmla="*/ 725424 w 1761744"/>
              <a:gd name="connsiteY17" fmla="*/ 134112 h 365760"/>
              <a:gd name="connsiteX18" fmla="*/ 743712 w 1761744"/>
              <a:gd name="connsiteY18" fmla="*/ 140208 h 365760"/>
              <a:gd name="connsiteX19" fmla="*/ 762000 w 1761744"/>
              <a:gd name="connsiteY19" fmla="*/ 152400 h 365760"/>
              <a:gd name="connsiteX20" fmla="*/ 780288 w 1761744"/>
              <a:gd name="connsiteY20" fmla="*/ 158496 h 365760"/>
              <a:gd name="connsiteX21" fmla="*/ 835152 w 1761744"/>
              <a:gd name="connsiteY21" fmla="*/ 188976 h 365760"/>
              <a:gd name="connsiteX22" fmla="*/ 890016 w 1761744"/>
              <a:gd name="connsiteY22" fmla="*/ 176784 h 365760"/>
              <a:gd name="connsiteX23" fmla="*/ 914400 w 1761744"/>
              <a:gd name="connsiteY23" fmla="*/ 158496 h 365760"/>
              <a:gd name="connsiteX24" fmla="*/ 963168 w 1761744"/>
              <a:gd name="connsiteY24" fmla="*/ 134112 h 365760"/>
              <a:gd name="connsiteX25" fmla="*/ 987552 w 1761744"/>
              <a:gd name="connsiteY25" fmla="*/ 121920 h 365760"/>
              <a:gd name="connsiteX26" fmla="*/ 1036320 w 1761744"/>
              <a:gd name="connsiteY26" fmla="*/ 103632 h 365760"/>
              <a:gd name="connsiteX27" fmla="*/ 1054608 w 1761744"/>
              <a:gd name="connsiteY27" fmla="*/ 97536 h 365760"/>
              <a:gd name="connsiteX28" fmla="*/ 1072896 w 1761744"/>
              <a:gd name="connsiteY28" fmla="*/ 85344 h 365760"/>
              <a:gd name="connsiteX29" fmla="*/ 1103376 w 1761744"/>
              <a:gd name="connsiteY29" fmla="*/ 79248 h 365760"/>
              <a:gd name="connsiteX30" fmla="*/ 1133856 w 1761744"/>
              <a:gd name="connsiteY30" fmla="*/ 67056 h 365760"/>
              <a:gd name="connsiteX31" fmla="*/ 1152144 w 1761744"/>
              <a:gd name="connsiteY31" fmla="*/ 54864 h 365760"/>
              <a:gd name="connsiteX32" fmla="*/ 1182624 w 1761744"/>
              <a:gd name="connsiteY32" fmla="*/ 48768 h 365760"/>
              <a:gd name="connsiteX33" fmla="*/ 1237488 w 1761744"/>
              <a:gd name="connsiteY33" fmla="*/ 54864 h 365760"/>
              <a:gd name="connsiteX34" fmla="*/ 1267968 w 1761744"/>
              <a:gd name="connsiteY34" fmla="*/ 79248 h 365760"/>
              <a:gd name="connsiteX35" fmla="*/ 1322832 w 1761744"/>
              <a:gd name="connsiteY35" fmla="*/ 103632 h 365760"/>
              <a:gd name="connsiteX36" fmla="*/ 1341120 w 1761744"/>
              <a:gd name="connsiteY36" fmla="*/ 115824 h 365760"/>
              <a:gd name="connsiteX37" fmla="*/ 1365504 w 1761744"/>
              <a:gd name="connsiteY37" fmla="*/ 121920 h 365760"/>
              <a:gd name="connsiteX38" fmla="*/ 1389888 w 1761744"/>
              <a:gd name="connsiteY38" fmla="*/ 134112 h 365760"/>
              <a:gd name="connsiteX39" fmla="*/ 1432560 w 1761744"/>
              <a:gd name="connsiteY39" fmla="*/ 128016 h 365760"/>
              <a:gd name="connsiteX40" fmla="*/ 1450848 w 1761744"/>
              <a:gd name="connsiteY40" fmla="*/ 109728 h 365760"/>
              <a:gd name="connsiteX41" fmla="*/ 1469136 w 1761744"/>
              <a:gd name="connsiteY41" fmla="*/ 97536 h 365760"/>
              <a:gd name="connsiteX42" fmla="*/ 1517904 w 1761744"/>
              <a:gd name="connsiteY42" fmla="*/ 42672 h 365760"/>
              <a:gd name="connsiteX43" fmla="*/ 1536192 w 1761744"/>
              <a:gd name="connsiteY43" fmla="*/ 36576 h 365760"/>
              <a:gd name="connsiteX44" fmla="*/ 1554480 w 1761744"/>
              <a:gd name="connsiteY44" fmla="*/ 24384 h 365760"/>
              <a:gd name="connsiteX45" fmla="*/ 1572768 w 1761744"/>
              <a:gd name="connsiteY45" fmla="*/ 18288 h 365760"/>
              <a:gd name="connsiteX46" fmla="*/ 1597152 w 1761744"/>
              <a:gd name="connsiteY46" fmla="*/ 6096 h 365760"/>
              <a:gd name="connsiteX47" fmla="*/ 1639824 w 1761744"/>
              <a:gd name="connsiteY47" fmla="*/ 0 h 365760"/>
              <a:gd name="connsiteX48" fmla="*/ 1761744 w 1761744"/>
              <a:gd name="connsiteY48" fmla="*/ 6096 h 365760"/>
              <a:gd name="connsiteX0" fmla="*/ 0 w 1723644"/>
              <a:gd name="connsiteY0" fmla="*/ 365760 h 365760"/>
              <a:gd name="connsiteX1" fmla="*/ 201168 w 1723644"/>
              <a:gd name="connsiteY1" fmla="*/ 243840 h 365760"/>
              <a:gd name="connsiteX2" fmla="*/ 219456 w 1723644"/>
              <a:gd name="connsiteY2" fmla="*/ 237744 h 365760"/>
              <a:gd name="connsiteX3" fmla="*/ 237744 w 1723644"/>
              <a:gd name="connsiteY3" fmla="*/ 225552 h 365760"/>
              <a:gd name="connsiteX4" fmla="*/ 256032 w 1723644"/>
              <a:gd name="connsiteY4" fmla="*/ 219456 h 365760"/>
              <a:gd name="connsiteX5" fmla="*/ 274320 w 1723644"/>
              <a:gd name="connsiteY5" fmla="*/ 207264 h 365760"/>
              <a:gd name="connsiteX6" fmla="*/ 329184 w 1723644"/>
              <a:gd name="connsiteY6" fmla="*/ 195072 h 365760"/>
              <a:gd name="connsiteX7" fmla="*/ 365760 w 1723644"/>
              <a:gd name="connsiteY7" fmla="*/ 176784 h 365760"/>
              <a:gd name="connsiteX8" fmla="*/ 384048 w 1723644"/>
              <a:gd name="connsiteY8" fmla="*/ 170688 h 365760"/>
              <a:gd name="connsiteX9" fmla="*/ 408432 w 1723644"/>
              <a:gd name="connsiteY9" fmla="*/ 152400 h 365760"/>
              <a:gd name="connsiteX10" fmla="*/ 445008 w 1723644"/>
              <a:gd name="connsiteY10" fmla="*/ 140208 h 365760"/>
              <a:gd name="connsiteX11" fmla="*/ 457200 w 1723644"/>
              <a:gd name="connsiteY11" fmla="*/ 121920 h 365760"/>
              <a:gd name="connsiteX12" fmla="*/ 493776 w 1723644"/>
              <a:gd name="connsiteY12" fmla="*/ 103632 h 365760"/>
              <a:gd name="connsiteX13" fmla="*/ 573024 w 1723644"/>
              <a:gd name="connsiteY13" fmla="*/ 85344 h 365760"/>
              <a:gd name="connsiteX14" fmla="*/ 640080 w 1723644"/>
              <a:gd name="connsiteY14" fmla="*/ 97536 h 365760"/>
              <a:gd name="connsiteX15" fmla="*/ 658368 w 1723644"/>
              <a:gd name="connsiteY15" fmla="*/ 109728 h 365760"/>
              <a:gd name="connsiteX16" fmla="*/ 682752 w 1723644"/>
              <a:gd name="connsiteY16" fmla="*/ 115824 h 365760"/>
              <a:gd name="connsiteX17" fmla="*/ 725424 w 1723644"/>
              <a:gd name="connsiteY17" fmla="*/ 134112 h 365760"/>
              <a:gd name="connsiteX18" fmla="*/ 743712 w 1723644"/>
              <a:gd name="connsiteY18" fmla="*/ 140208 h 365760"/>
              <a:gd name="connsiteX19" fmla="*/ 762000 w 1723644"/>
              <a:gd name="connsiteY19" fmla="*/ 152400 h 365760"/>
              <a:gd name="connsiteX20" fmla="*/ 780288 w 1723644"/>
              <a:gd name="connsiteY20" fmla="*/ 158496 h 365760"/>
              <a:gd name="connsiteX21" fmla="*/ 835152 w 1723644"/>
              <a:gd name="connsiteY21" fmla="*/ 188976 h 365760"/>
              <a:gd name="connsiteX22" fmla="*/ 890016 w 1723644"/>
              <a:gd name="connsiteY22" fmla="*/ 176784 h 365760"/>
              <a:gd name="connsiteX23" fmla="*/ 914400 w 1723644"/>
              <a:gd name="connsiteY23" fmla="*/ 158496 h 365760"/>
              <a:gd name="connsiteX24" fmla="*/ 963168 w 1723644"/>
              <a:gd name="connsiteY24" fmla="*/ 134112 h 365760"/>
              <a:gd name="connsiteX25" fmla="*/ 987552 w 1723644"/>
              <a:gd name="connsiteY25" fmla="*/ 121920 h 365760"/>
              <a:gd name="connsiteX26" fmla="*/ 1036320 w 1723644"/>
              <a:gd name="connsiteY26" fmla="*/ 103632 h 365760"/>
              <a:gd name="connsiteX27" fmla="*/ 1054608 w 1723644"/>
              <a:gd name="connsiteY27" fmla="*/ 97536 h 365760"/>
              <a:gd name="connsiteX28" fmla="*/ 1072896 w 1723644"/>
              <a:gd name="connsiteY28" fmla="*/ 85344 h 365760"/>
              <a:gd name="connsiteX29" fmla="*/ 1103376 w 1723644"/>
              <a:gd name="connsiteY29" fmla="*/ 79248 h 365760"/>
              <a:gd name="connsiteX30" fmla="*/ 1133856 w 1723644"/>
              <a:gd name="connsiteY30" fmla="*/ 67056 h 365760"/>
              <a:gd name="connsiteX31" fmla="*/ 1152144 w 1723644"/>
              <a:gd name="connsiteY31" fmla="*/ 54864 h 365760"/>
              <a:gd name="connsiteX32" fmla="*/ 1182624 w 1723644"/>
              <a:gd name="connsiteY32" fmla="*/ 48768 h 365760"/>
              <a:gd name="connsiteX33" fmla="*/ 1237488 w 1723644"/>
              <a:gd name="connsiteY33" fmla="*/ 54864 h 365760"/>
              <a:gd name="connsiteX34" fmla="*/ 1267968 w 1723644"/>
              <a:gd name="connsiteY34" fmla="*/ 79248 h 365760"/>
              <a:gd name="connsiteX35" fmla="*/ 1322832 w 1723644"/>
              <a:gd name="connsiteY35" fmla="*/ 103632 h 365760"/>
              <a:gd name="connsiteX36" fmla="*/ 1341120 w 1723644"/>
              <a:gd name="connsiteY36" fmla="*/ 115824 h 365760"/>
              <a:gd name="connsiteX37" fmla="*/ 1365504 w 1723644"/>
              <a:gd name="connsiteY37" fmla="*/ 121920 h 365760"/>
              <a:gd name="connsiteX38" fmla="*/ 1389888 w 1723644"/>
              <a:gd name="connsiteY38" fmla="*/ 134112 h 365760"/>
              <a:gd name="connsiteX39" fmla="*/ 1432560 w 1723644"/>
              <a:gd name="connsiteY39" fmla="*/ 128016 h 365760"/>
              <a:gd name="connsiteX40" fmla="*/ 1450848 w 1723644"/>
              <a:gd name="connsiteY40" fmla="*/ 109728 h 365760"/>
              <a:gd name="connsiteX41" fmla="*/ 1469136 w 1723644"/>
              <a:gd name="connsiteY41" fmla="*/ 97536 h 365760"/>
              <a:gd name="connsiteX42" fmla="*/ 1517904 w 1723644"/>
              <a:gd name="connsiteY42" fmla="*/ 42672 h 365760"/>
              <a:gd name="connsiteX43" fmla="*/ 1536192 w 1723644"/>
              <a:gd name="connsiteY43" fmla="*/ 36576 h 365760"/>
              <a:gd name="connsiteX44" fmla="*/ 1554480 w 1723644"/>
              <a:gd name="connsiteY44" fmla="*/ 24384 h 365760"/>
              <a:gd name="connsiteX45" fmla="*/ 1572768 w 1723644"/>
              <a:gd name="connsiteY45" fmla="*/ 18288 h 365760"/>
              <a:gd name="connsiteX46" fmla="*/ 1597152 w 1723644"/>
              <a:gd name="connsiteY46" fmla="*/ 6096 h 365760"/>
              <a:gd name="connsiteX47" fmla="*/ 1639824 w 1723644"/>
              <a:gd name="connsiteY47" fmla="*/ 0 h 365760"/>
              <a:gd name="connsiteX48" fmla="*/ 1723644 w 1723644"/>
              <a:gd name="connsiteY48" fmla="*/ 9906 h 365760"/>
              <a:gd name="connsiteX0" fmla="*/ 0 w 1723644"/>
              <a:gd name="connsiteY0" fmla="*/ 365760 h 365760"/>
              <a:gd name="connsiteX1" fmla="*/ 195453 w 1723644"/>
              <a:gd name="connsiteY1" fmla="*/ 243840 h 365760"/>
              <a:gd name="connsiteX2" fmla="*/ 219456 w 1723644"/>
              <a:gd name="connsiteY2" fmla="*/ 237744 h 365760"/>
              <a:gd name="connsiteX3" fmla="*/ 237744 w 1723644"/>
              <a:gd name="connsiteY3" fmla="*/ 225552 h 365760"/>
              <a:gd name="connsiteX4" fmla="*/ 256032 w 1723644"/>
              <a:gd name="connsiteY4" fmla="*/ 219456 h 365760"/>
              <a:gd name="connsiteX5" fmla="*/ 274320 w 1723644"/>
              <a:gd name="connsiteY5" fmla="*/ 207264 h 365760"/>
              <a:gd name="connsiteX6" fmla="*/ 329184 w 1723644"/>
              <a:gd name="connsiteY6" fmla="*/ 195072 h 365760"/>
              <a:gd name="connsiteX7" fmla="*/ 365760 w 1723644"/>
              <a:gd name="connsiteY7" fmla="*/ 176784 h 365760"/>
              <a:gd name="connsiteX8" fmla="*/ 384048 w 1723644"/>
              <a:gd name="connsiteY8" fmla="*/ 170688 h 365760"/>
              <a:gd name="connsiteX9" fmla="*/ 408432 w 1723644"/>
              <a:gd name="connsiteY9" fmla="*/ 152400 h 365760"/>
              <a:gd name="connsiteX10" fmla="*/ 445008 w 1723644"/>
              <a:gd name="connsiteY10" fmla="*/ 140208 h 365760"/>
              <a:gd name="connsiteX11" fmla="*/ 457200 w 1723644"/>
              <a:gd name="connsiteY11" fmla="*/ 121920 h 365760"/>
              <a:gd name="connsiteX12" fmla="*/ 493776 w 1723644"/>
              <a:gd name="connsiteY12" fmla="*/ 103632 h 365760"/>
              <a:gd name="connsiteX13" fmla="*/ 573024 w 1723644"/>
              <a:gd name="connsiteY13" fmla="*/ 85344 h 365760"/>
              <a:gd name="connsiteX14" fmla="*/ 640080 w 1723644"/>
              <a:gd name="connsiteY14" fmla="*/ 97536 h 365760"/>
              <a:gd name="connsiteX15" fmla="*/ 658368 w 1723644"/>
              <a:gd name="connsiteY15" fmla="*/ 109728 h 365760"/>
              <a:gd name="connsiteX16" fmla="*/ 682752 w 1723644"/>
              <a:gd name="connsiteY16" fmla="*/ 115824 h 365760"/>
              <a:gd name="connsiteX17" fmla="*/ 725424 w 1723644"/>
              <a:gd name="connsiteY17" fmla="*/ 134112 h 365760"/>
              <a:gd name="connsiteX18" fmla="*/ 743712 w 1723644"/>
              <a:gd name="connsiteY18" fmla="*/ 140208 h 365760"/>
              <a:gd name="connsiteX19" fmla="*/ 762000 w 1723644"/>
              <a:gd name="connsiteY19" fmla="*/ 152400 h 365760"/>
              <a:gd name="connsiteX20" fmla="*/ 780288 w 1723644"/>
              <a:gd name="connsiteY20" fmla="*/ 158496 h 365760"/>
              <a:gd name="connsiteX21" fmla="*/ 835152 w 1723644"/>
              <a:gd name="connsiteY21" fmla="*/ 188976 h 365760"/>
              <a:gd name="connsiteX22" fmla="*/ 890016 w 1723644"/>
              <a:gd name="connsiteY22" fmla="*/ 176784 h 365760"/>
              <a:gd name="connsiteX23" fmla="*/ 914400 w 1723644"/>
              <a:gd name="connsiteY23" fmla="*/ 158496 h 365760"/>
              <a:gd name="connsiteX24" fmla="*/ 963168 w 1723644"/>
              <a:gd name="connsiteY24" fmla="*/ 134112 h 365760"/>
              <a:gd name="connsiteX25" fmla="*/ 987552 w 1723644"/>
              <a:gd name="connsiteY25" fmla="*/ 121920 h 365760"/>
              <a:gd name="connsiteX26" fmla="*/ 1036320 w 1723644"/>
              <a:gd name="connsiteY26" fmla="*/ 103632 h 365760"/>
              <a:gd name="connsiteX27" fmla="*/ 1054608 w 1723644"/>
              <a:gd name="connsiteY27" fmla="*/ 97536 h 365760"/>
              <a:gd name="connsiteX28" fmla="*/ 1072896 w 1723644"/>
              <a:gd name="connsiteY28" fmla="*/ 85344 h 365760"/>
              <a:gd name="connsiteX29" fmla="*/ 1103376 w 1723644"/>
              <a:gd name="connsiteY29" fmla="*/ 79248 h 365760"/>
              <a:gd name="connsiteX30" fmla="*/ 1133856 w 1723644"/>
              <a:gd name="connsiteY30" fmla="*/ 67056 h 365760"/>
              <a:gd name="connsiteX31" fmla="*/ 1152144 w 1723644"/>
              <a:gd name="connsiteY31" fmla="*/ 54864 h 365760"/>
              <a:gd name="connsiteX32" fmla="*/ 1182624 w 1723644"/>
              <a:gd name="connsiteY32" fmla="*/ 48768 h 365760"/>
              <a:gd name="connsiteX33" fmla="*/ 1237488 w 1723644"/>
              <a:gd name="connsiteY33" fmla="*/ 54864 h 365760"/>
              <a:gd name="connsiteX34" fmla="*/ 1267968 w 1723644"/>
              <a:gd name="connsiteY34" fmla="*/ 79248 h 365760"/>
              <a:gd name="connsiteX35" fmla="*/ 1322832 w 1723644"/>
              <a:gd name="connsiteY35" fmla="*/ 103632 h 365760"/>
              <a:gd name="connsiteX36" fmla="*/ 1341120 w 1723644"/>
              <a:gd name="connsiteY36" fmla="*/ 115824 h 365760"/>
              <a:gd name="connsiteX37" fmla="*/ 1365504 w 1723644"/>
              <a:gd name="connsiteY37" fmla="*/ 121920 h 365760"/>
              <a:gd name="connsiteX38" fmla="*/ 1389888 w 1723644"/>
              <a:gd name="connsiteY38" fmla="*/ 134112 h 365760"/>
              <a:gd name="connsiteX39" fmla="*/ 1432560 w 1723644"/>
              <a:gd name="connsiteY39" fmla="*/ 128016 h 365760"/>
              <a:gd name="connsiteX40" fmla="*/ 1450848 w 1723644"/>
              <a:gd name="connsiteY40" fmla="*/ 109728 h 365760"/>
              <a:gd name="connsiteX41" fmla="*/ 1469136 w 1723644"/>
              <a:gd name="connsiteY41" fmla="*/ 97536 h 365760"/>
              <a:gd name="connsiteX42" fmla="*/ 1517904 w 1723644"/>
              <a:gd name="connsiteY42" fmla="*/ 42672 h 365760"/>
              <a:gd name="connsiteX43" fmla="*/ 1536192 w 1723644"/>
              <a:gd name="connsiteY43" fmla="*/ 36576 h 365760"/>
              <a:gd name="connsiteX44" fmla="*/ 1554480 w 1723644"/>
              <a:gd name="connsiteY44" fmla="*/ 24384 h 365760"/>
              <a:gd name="connsiteX45" fmla="*/ 1572768 w 1723644"/>
              <a:gd name="connsiteY45" fmla="*/ 18288 h 365760"/>
              <a:gd name="connsiteX46" fmla="*/ 1597152 w 1723644"/>
              <a:gd name="connsiteY46" fmla="*/ 6096 h 365760"/>
              <a:gd name="connsiteX47" fmla="*/ 1639824 w 1723644"/>
              <a:gd name="connsiteY47" fmla="*/ 0 h 365760"/>
              <a:gd name="connsiteX48" fmla="*/ 1723644 w 1723644"/>
              <a:gd name="connsiteY48" fmla="*/ 9906 h 365760"/>
              <a:gd name="connsiteX0" fmla="*/ 0 w 1528191"/>
              <a:gd name="connsiteY0" fmla="*/ 243840 h 243840"/>
              <a:gd name="connsiteX1" fmla="*/ 24003 w 1528191"/>
              <a:gd name="connsiteY1" fmla="*/ 237744 h 243840"/>
              <a:gd name="connsiteX2" fmla="*/ 42291 w 1528191"/>
              <a:gd name="connsiteY2" fmla="*/ 225552 h 243840"/>
              <a:gd name="connsiteX3" fmla="*/ 60579 w 1528191"/>
              <a:gd name="connsiteY3" fmla="*/ 219456 h 243840"/>
              <a:gd name="connsiteX4" fmla="*/ 78867 w 1528191"/>
              <a:gd name="connsiteY4" fmla="*/ 207264 h 243840"/>
              <a:gd name="connsiteX5" fmla="*/ 133731 w 1528191"/>
              <a:gd name="connsiteY5" fmla="*/ 195072 h 243840"/>
              <a:gd name="connsiteX6" fmla="*/ 170307 w 1528191"/>
              <a:gd name="connsiteY6" fmla="*/ 176784 h 243840"/>
              <a:gd name="connsiteX7" fmla="*/ 188595 w 1528191"/>
              <a:gd name="connsiteY7" fmla="*/ 170688 h 243840"/>
              <a:gd name="connsiteX8" fmla="*/ 212979 w 1528191"/>
              <a:gd name="connsiteY8" fmla="*/ 152400 h 243840"/>
              <a:gd name="connsiteX9" fmla="*/ 249555 w 1528191"/>
              <a:gd name="connsiteY9" fmla="*/ 140208 h 243840"/>
              <a:gd name="connsiteX10" fmla="*/ 261747 w 1528191"/>
              <a:gd name="connsiteY10" fmla="*/ 121920 h 243840"/>
              <a:gd name="connsiteX11" fmla="*/ 298323 w 1528191"/>
              <a:gd name="connsiteY11" fmla="*/ 103632 h 243840"/>
              <a:gd name="connsiteX12" fmla="*/ 377571 w 1528191"/>
              <a:gd name="connsiteY12" fmla="*/ 85344 h 243840"/>
              <a:gd name="connsiteX13" fmla="*/ 444627 w 1528191"/>
              <a:gd name="connsiteY13" fmla="*/ 97536 h 243840"/>
              <a:gd name="connsiteX14" fmla="*/ 462915 w 1528191"/>
              <a:gd name="connsiteY14" fmla="*/ 109728 h 243840"/>
              <a:gd name="connsiteX15" fmla="*/ 487299 w 1528191"/>
              <a:gd name="connsiteY15" fmla="*/ 115824 h 243840"/>
              <a:gd name="connsiteX16" fmla="*/ 529971 w 1528191"/>
              <a:gd name="connsiteY16" fmla="*/ 134112 h 243840"/>
              <a:gd name="connsiteX17" fmla="*/ 548259 w 1528191"/>
              <a:gd name="connsiteY17" fmla="*/ 140208 h 243840"/>
              <a:gd name="connsiteX18" fmla="*/ 566547 w 1528191"/>
              <a:gd name="connsiteY18" fmla="*/ 152400 h 243840"/>
              <a:gd name="connsiteX19" fmla="*/ 584835 w 1528191"/>
              <a:gd name="connsiteY19" fmla="*/ 158496 h 243840"/>
              <a:gd name="connsiteX20" fmla="*/ 639699 w 1528191"/>
              <a:gd name="connsiteY20" fmla="*/ 188976 h 243840"/>
              <a:gd name="connsiteX21" fmla="*/ 694563 w 1528191"/>
              <a:gd name="connsiteY21" fmla="*/ 176784 h 243840"/>
              <a:gd name="connsiteX22" fmla="*/ 718947 w 1528191"/>
              <a:gd name="connsiteY22" fmla="*/ 158496 h 243840"/>
              <a:gd name="connsiteX23" fmla="*/ 767715 w 1528191"/>
              <a:gd name="connsiteY23" fmla="*/ 134112 h 243840"/>
              <a:gd name="connsiteX24" fmla="*/ 792099 w 1528191"/>
              <a:gd name="connsiteY24" fmla="*/ 121920 h 243840"/>
              <a:gd name="connsiteX25" fmla="*/ 840867 w 1528191"/>
              <a:gd name="connsiteY25" fmla="*/ 103632 h 243840"/>
              <a:gd name="connsiteX26" fmla="*/ 859155 w 1528191"/>
              <a:gd name="connsiteY26" fmla="*/ 97536 h 243840"/>
              <a:gd name="connsiteX27" fmla="*/ 877443 w 1528191"/>
              <a:gd name="connsiteY27" fmla="*/ 85344 h 243840"/>
              <a:gd name="connsiteX28" fmla="*/ 907923 w 1528191"/>
              <a:gd name="connsiteY28" fmla="*/ 79248 h 243840"/>
              <a:gd name="connsiteX29" fmla="*/ 938403 w 1528191"/>
              <a:gd name="connsiteY29" fmla="*/ 67056 h 243840"/>
              <a:gd name="connsiteX30" fmla="*/ 956691 w 1528191"/>
              <a:gd name="connsiteY30" fmla="*/ 54864 h 243840"/>
              <a:gd name="connsiteX31" fmla="*/ 987171 w 1528191"/>
              <a:gd name="connsiteY31" fmla="*/ 48768 h 243840"/>
              <a:gd name="connsiteX32" fmla="*/ 1042035 w 1528191"/>
              <a:gd name="connsiteY32" fmla="*/ 54864 h 243840"/>
              <a:gd name="connsiteX33" fmla="*/ 1072515 w 1528191"/>
              <a:gd name="connsiteY33" fmla="*/ 79248 h 243840"/>
              <a:gd name="connsiteX34" fmla="*/ 1127379 w 1528191"/>
              <a:gd name="connsiteY34" fmla="*/ 103632 h 243840"/>
              <a:gd name="connsiteX35" fmla="*/ 1145667 w 1528191"/>
              <a:gd name="connsiteY35" fmla="*/ 115824 h 243840"/>
              <a:gd name="connsiteX36" fmla="*/ 1170051 w 1528191"/>
              <a:gd name="connsiteY36" fmla="*/ 121920 h 243840"/>
              <a:gd name="connsiteX37" fmla="*/ 1194435 w 1528191"/>
              <a:gd name="connsiteY37" fmla="*/ 134112 h 243840"/>
              <a:gd name="connsiteX38" fmla="*/ 1237107 w 1528191"/>
              <a:gd name="connsiteY38" fmla="*/ 128016 h 243840"/>
              <a:gd name="connsiteX39" fmla="*/ 1255395 w 1528191"/>
              <a:gd name="connsiteY39" fmla="*/ 109728 h 243840"/>
              <a:gd name="connsiteX40" fmla="*/ 1273683 w 1528191"/>
              <a:gd name="connsiteY40" fmla="*/ 97536 h 243840"/>
              <a:gd name="connsiteX41" fmla="*/ 1322451 w 1528191"/>
              <a:gd name="connsiteY41" fmla="*/ 42672 h 243840"/>
              <a:gd name="connsiteX42" fmla="*/ 1340739 w 1528191"/>
              <a:gd name="connsiteY42" fmla="*/ 36576 h 243840"/>
              <a:gd name="connsiteX43" fmla="*/ 1359027 w 1528191"/>
              <a:gd name="connsiteY43" fmla="*/ 24384 h 243840"/>
              <a:gd name="connsiteX44" fmla="*/ 1377315 w 1528191"/>
              <a:gd name="connsiteY44" fmla="*/ 18288 h 243840"/>
              <a:gd name="connsiteX45" fmla="*/ 1401699 w 1528191"/>
              <a:gd name="connsiteY45" fmla="*/ 6096 h 243840"/>
              <a:gd name="connsiteX46" fmla="*/ 1444371 w 1528191"/>
              <a:gd name="connsiteY46" fmla="*/ 0 h 243840"/>
              <a:gd name="connsiteX47" fmla="*/ 1528191 w 1528191"/>
              <a:gd name="connsiteY47" fmla="*/ 9906 h 24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528191" h="243840">
                <a:moveTo>
                  <a:pt x="0" y="243840"/>
                </a:moveTo>
                <a:cubicBezTo>
                  <a:pt x="5550" y="240602"/>
                  <a:pt x="16955" y="240792"/>
                  <a:pt x="24003" y="237744"/>
                </a:cubicBezTo>
                <a:cubicBezTo>
                  <a:pt x="31052" y="234696"/>
                  <a:pt x="35738" y="228829"/>
                  <a:pt x="42291" y="225552"/>
                </a:cubicBezTo>
                <a:cubicBezTo>
                  <a:pt x="48038" y="222678"/>
                  <a:pt x="54832" y="222330"/>
                  <a:pt x="60579" y="219456"/>
                </a:cubicBezTo>
                <a:cubicBezTo>
                  <a:pt x="67132" y="216179"/>
                  <a:pt x="72133" y="210150"/>
                  <a:pt x="78867" y="207264"/>
                </a:cubicBezTo>
                <a:cubicBezTo>
                  <a:pt x="87628" y="203509"/>
                  <a:pt x="126787" y="196808"/>
                  <a:pt x="133731" y="195072"/>
                </a:cubicBezTo>
                <a:cubicBezTo>
                  <a:pt x="164376" y="187411"/>
                  <a:pt x="140508" y="191683"/>
                  <a:pt x="170307" y="176784"/>
                </a:cubicBezTo>
                <a:cubicBezTo>
                  <a:pt x="176054" y="173910"/>
                  <a:pt x="182499" y="172720"/>
                  <a:pt x="188595" y="170688"/>
                </a:cubicBezTo>
                <a:cubicBezTo>
                  <a:pt x="196723" y="164592"/>
                  <a:pt x="203892" y="156944"/>
                  <a:pt x="212979" y="152400"/>
                </a:cubicBezTo>
                <a:cubicBezTo>
                  <a:pt x="224474" y="146653"/>
                  <a:pt x="249555" y="140208"/>
                  <a:pt x="249555" y="140208"/>
                </a:cubicBezTo>
                <a:cubicBezTo>
                  <a:pt x="253619" y="134112"/>
                  <a:pt x="256566" y="127101"/>
                  <a:pt x="261747" y="121920"/>
                </a:cubicBezTo>
                <a:cubicBezTo>
                  <a:pt x="276391" y="107276"/>
                  <a:pt x="280970" y="111069"/>
                  <a:pt x="298323" y="103632"/>
                </a:cubicBezTo>
                <a:cubicBezTo>
                  <a:pt x="348354" y="82190"/>
                  <a:pt x="295068" y="94511"/>
                  <a:pt x="377571" y="85344"/>
                </a:cubicBezTo>
                <a:cubicBezTo>
                  <a:pt x="399923" y="89408"/>
                  <a:pt x="422783" y="91295"/>
                  <a:pt x="444627" y="97536"/>
                </a:cubicBezTo>
                <a:cubicBezTo>
                  <a:pt x="451672" y="99549"/>
                  <a:pt x="456181" y="106842"/>
                  <a:pt x="462915" y="109728"/>
                </a:cubicBezTo>
                <a:cubicBezTo>
                  <a:pt x="470616" y="113028"/>
                  <a:pt x="479243" y="113522"/>
                  <a:pt x="487299" y="115824"/>
                </a:cubicBezTo>
                <a:cubicBezTo>
                  <a:pt x="515891" y="123993"/>
                  <a:pt x="497459" y="120178"/>
                  <a:pt x="529971" y="134112"/>
                </a:cubicBezTo>
                <a:cubicBezTo>
                  <a:pt x="535877" y="136643"/>
                  <a:pt x="542512" y="137334"/>
                  <a:pt x="548259" y="140208"/>
                </a:cubicBezTo>
                <a:cubicBezTo>
                  <a:pt x="554812" y="143485"/>
                  <a:pt x="559994" y="149123"/>
                  <a:pt x="566547" y="152400"/>
                </a:cubicBezTo>
                <a:cubicBezTo>
                  <a:pt x="572294" y="155274"/>
                  <a:pt x="579218" y="155375"/>
                  <a:pt x="584835" y="158496"/>
                </a:cubicBezTo>
                <a:cubicBezTo>
                  <a:pt x="647719" y="193431"/>
                  <a:pt x="598318" y="175182"/>
                  <a:pt x="639699" y="188976"/>
                </a:cubicBezTo>
                <a:cubicBezTo>
                  <a:pt x="657987" y="184912"/>
                  <a:pt x="677078" y="183509"/>
                  <a:pt x="694563" y="176784"/>
                </a:cubicBezTo>
                <a:cubicBezTo>
                  <a:pt x="704046" y="173137"/>
                  <a:pt x="710171" y="163615"/>
                  <a:pt x="718947" y="158496"/>
                </a:cubicBezTo>
                <a:cubicBezTo>
                  <a:pt x="734646" y="149338"/>
                  <a:pt x="751459" y="142240"/>
                  <a:pt x="767715" y="134112"/>
                </a:cubicBezTo>
                <a:cubicBezTo>
                  <a:pt x="775843" y="130048"/>
                  <a:pt x="783478" y="124794"/>
                  <a:pt x="792099" y="121920"/>
                </a:cubicBezTo>
                <a:cubicBezTo>
                  <a:pt x="833609" y="108083"/>
                  <a:pt x="782553" y="125500"/>
                  <a:pt x="840867" y="103632"/>
                </a:cubicBezTo>
                <a:cubicBezTo>
                  <a:pt x="846884" y="101376"/>
                  <a:pt x="853408" y="100410"/>
                  <a:pt x="859155" y="97536"/>
                </a:cubicBezTo>
                <a:cubicBezTo>
                  <a:pt x="865708" y="94259"/>
                  <a:pt x="870583" y="87916"/>
                  <a:pt x="877443" y="85344"/>
                </a:cubicBezTo>
                <a:cubicBezTo>
                  <a:pt x="887145" y="81706"/>
                  <a:pt x="897999" y="82225"/>
                  <a:pt x="907923" y="79248"/>
                </a:cubicBezTo>
                <a:cubicBezTo>
                  <a:pt x="918404" y="76104"/>
                  <a:pt x="928616" y="71950"/>
                  <a:pt x="938403" y="67056"/>
                </a:cubicBezTo>
                <a:cubicBezTo>
                  <a:pt x="944956" y="63779"/>
                  <a:pt x="949831" y="57436"/>
                  <a:pt x="956691" y="54864"/>
                </a:cubicBezTo>
                <a:cubicBezTo>
                  <a:pt x="966393" y="51226"/>
                  <a:pt x="977011" y="50800"/>
                  <a:pt x="987171" y="48768"/>
                </a:cubicBezTo>
                <a:cubicBezTo>
                  <a:pt x="1005459" y="50800"/>
                  <a:pt x="1024706" y="48675"/>
                  <a:pt x="1042035" y="54864"/>
                </a:cubicBezTo>
                <a:cubicBezTo>
                  <a:pt x="1054288" y="59240"/>
                  <a:pt x="1061689" y="72031"/>
                  <a:pt x="1072515" y="79248"/>
                </a:cubicBezTo>
                <a:cubicBezTo>
                  <a:pt x="1091906" y="92176"/>
                  <a:pt x="1106259" y="93072"/>
                  <a:pt x="1127379" y="103632"/>
                </a:cubicBezTo>
                <a:cubicBezTo>
                  <a:pt x="1133932" y="106909"/>
                  <a:pt x="1138933" y="112938"/>
                  <a:pt x="1145667" y="115824"/>
                </a:cubicBezTo>
                <a:cubicBezTo>
                  <a:pt x="1153368" y="119124"/>
                  <a:pt x="1162206" y="118978"/>
                  <a:pt x="1170051" y="121920"/>
                </a:cubicBezTo>
                <a:cubicBezTo>
                  <a:pt x="1178560" y="125111"/>
                  <a:pt x="1186307" y="130048"/>
                  <a:pt x="1194435" y="134112"/>
                </a:cubicBezTo>
                <a:cubicBezTo>
                  <a:pt x="1208659" y="132080"/>
                  <a:pt x="1223766" y="133352"/>
                  <a:pt x="1237107" y="128016"/>
                </a:cubicBezTo>
                <a:cubicBezTo>
                  <a:pt x="1245111" y="124814"/>
                  <a:pt x="1248772" y="115247"/>
                  <a:pt x="1255395" y="109728"/>
                </a:cubicBezTo>
                <a:cubicBezTo>
                  <a:pt x="1261023" y="105038"/>
                  <a:pt x="1268502" y="102717"/>
                  <a:pt x="1273683" y="97536"/>
                </a:cubicBezTo>
                <a:cubicBezTo>
                  <a:pt x="1294852" y="76367"/>
                  <a:pt x="1298051" y="60101"/>
                  <a:pt x="1322451" y="42672"/>
                </a:cubicBezTo>
                <a:cubicBezTo>
                  <a:pt x="1327680" y="38937"/>
                  <a:pt x="1334992" y="39450"/>
                  <a:pt x="1340739" y="36576"/>
                </a:cubicBezTo>
                <a:cubicBezTo>
                  <a:pt x="1347292" y="33299"/>
                  <a:pt x="1352474" y="27661"/>
                  <a:pt x="1359027" y="24384"/>
                </a:cubicBezTo>
                <a:cubicBezTo>
                  <a:pt x="1364774" y="21510"/>
                  <a:pt x="1371409" y="20819"/>
                  <a:pt x="1377315" y="18288"/>
                </a:cubicBezTo>
                <a:cubicBezTo>
                  <a:pt x="1385668" y="14708"/>
                  <a:pt x="1392932" y="8487"/>
                  <a:pt x="1401699" y="6096"/>
                </a:cubicBezTo>
                <a:cubicBezTo>
                  <a:pt x="1415561" y="2315"/>
                  <a:pt x="1430147" y="2032"/>
                  <a:pt x="1444371" y="0"/>
                </a:cubicBezTo>
                <a:cubicBezTo>
                  <a:pt x="1485011" y="2032"/>
                  <a:pt x="1487620" y="6785"/>
                  <a:pt x="1528191" y="9906"/>
                </a:cubicBezTo>
              </a:path>
            </a:pathLst>
          </a:cu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88FAD57-E62A-47D1-8BD3-A0AA966936D2}"/>
              </a:ext>
            </a:extLst>
          </p:cNvPr>
          <p:cNvSpPr/>
          <p:nvPr/>
        </p:nvSpPr>
        <p:spPr>
          <a:xfrm>
            <a:off x="9703905" y="2054888"/>
            <a:ext cx="1551432" cy="166497"/>
          </a:xfrm>
          <a:custGeom>
            <a:avLst/>
            <a:gdLst>
              <a:gd name="connsiteX0" fmla="*/ 0 w 2036064"/>
              <a:gd name="connsiteY0" fmla="*/ 97536 h 164592"/>
              <a:gd name="connsiteX1" fmla="*/ 158496 w 2036064"/>
              <a:gd name="connsiteY1" fmla="*/ 103632 h 164592"/>
              <a:gd name="connsiteX2" fmla="*/ 207264 w 2036064"/>
              <a:gd name="connsiteY2" fmla="*/ 115824 h 164592"/>
              <a:gd name="connsiteX3" fmla="*/ 274320 w 2036064"/>
              <a:gd name="connsiteY3" fmla="*/ 128016 h 164592"/>
              <a:gd name="connsiteX4" fmla="*/ 377952 w 2036064"/>
              <a:gd name="connsiteY4" fmla="*/ 115824 h 164592"/>
              <a:gd name="connsiteX5" fmla="*/ 396240 w 2036064"/>
              <a:gd name="connsiteY5" fmla="*/ 109728 h 164592"/>
              <a:gd name="connsiteX6" fmla="*/ 420624 w 2036064"/>
              <a:gd name="connsiteY6" fmla="*/ 91440 h 164592"/>
              <a:gd name="connsiteX7" fmla="*/ 481584 w 2036064"/>
              <a:gd name="connsiteY7" fmla="*/ 60960 h 164592"/>
              <a:gd name="connsiteX8" fmla="*/ 542544 w 2036064"/>
              <a:gd name="connsiteY8" fmla="*/ 24384 h 164592"/>
              <a:gd name="connsiteX9" fmla="*/ 560832 w 2036064"/>
              <a:gd name="connsiteY9" fmla="*/ 18288 h 164592"/>
              <a:gd name="connsiteX10" fmla="*/ 585216 w 2036064"/>
              <a:gd name="connsiteY10" fmla="*/ 6096 h 164592"/>
              <a:gd name="connsiteX11" fmla="*/ 621792 w 2036064"/>
              <a:gd name="connsiteY11" fmla="*/ 0 h 164592"/>
              <a:gd name="connsiteX12" fmla="*/ 701040 w 2036064"/>
              <a:gd name="connsiteY12" fmla="*/ 12192 h 164592"/>
              <a:gd name="connsiteX13" fmla="*/ 737616 w 2036064"/>
              <a:gd name="connsiteY13" fmla="*/ 30480 h 164592"/>
              <a:gd name="connsiteX14" fmla="*/ 829056 w 2036064"/>
              <a:gd name="connsiteY14" fmla="*/ 91440 h 164592"/>
              <a:gd name="connsiteX15" fmla="*/ 896112 w 2036064"/>
              <a:gd name="connsiteY15" fmla="*/ 146304 h 164592"/>
              <a:gd name="connsiteX16" fmla="*/ 944880 w 2036064"/>
              <a:gd name="connsiteY16" fmla="*/ 164592 h 164592"/>
              <a:gd name="connsiteX17" fmla="*/ 981456 w 2036064"/>
              <a:gd name="connsiteY17" fmla="*/ 134112 h 164592"/>
              <a:gd name="connsiteX18" fmla="*/ 987552 w 2036064"/>
              <a:gd name="connsiteY18" fmla="*/ 115824 h 164592"/>
              <a:gd name="connsiteX19" fmla="*/ 1018032 w 2036064"/>
              <a:gd name="connsiteY19" fmla="*/ 97536 h 164592"/>
              <a:gd name="connsiteX20" fmla="*/ 1054608 w 2036064"/>
              <a:gd name="connsiteY20" fmla="*/ 79248 h 164592"/>
              <a:gd name="connsiteX21" fmla="*/ 1127760 w 2036064"/>
              <a:gd name="connsiteY21" fmla="*/ 97536 h 164592"/>
              <a:gd name="connsiteX22" fmla="*/ 1188720 w 2036064"/>
              <a:gd name="connsiteY22" fmla="*/ 121920 h 164592"/>
              <a:gd name="connsiteX23" fmla="*/ 1243584 w 2036064"/>
              <a:gd name="connsiteY23" fmla="*/ 128016 h 164592"/>
              <a:gd name="connsiteX24" fmla="*/ 1365504 w 2036064"/>
              <a:gd name="connsiteY24" fmla="*/ 121920 h 164592"/>
              <a:gd name="connsiteX25" fmla="*/ 1402080 w 2036064"/>
              <a:gd name="connsiteY25" fmla="*/ 109728 h 164592"/>
              <a:gd name="connsiteX26" fmla="*/ 1444752 w 2036064"/>
              <a:gd name="connsiteY26" fmla="*/ 85344 h 164592"/>
              <a:gd name="connsiteX27" fmla="*/ 1475232 w 2036064"/>
              <a:gd name="connsiteY27" fmla="*/ 54864 h 164592"/>
              <a:gd name="connsiteX28" fmla="*/ 1499616 w 2036064"/>
              <a:gd name="connsiteY28" fmla="*/ 36576 h 164592"/>
              <a:gd name="connsiteX29" fmla="*/ 1536192 w 2036064"/>
              <a:gd name="connsiteY29" fmla="*/ 24384 h 164592"/>
              <a:gd name="connsiteX30" fmla="*/ 1572768 w 2036064"/>
              <a:gd name="connsiteY30" fmla="*/ 12192 h 164592"/>
              <a:gd name="connsiteX31" fmla="*/ 1591056 w 2036064"/>
              <a:gd name="connsiteY31" fmla="*/ 6096 h 164592"/>
              <a:gd name="connsiteX32" fmla="*/ 1664208 w 2036064"/>
              <a:gd name="connsiteY32" fmla="*/ 0 h 164592"/>
              <a:gd name="connsiteX33" fmla="*/ 1780032 w 2036064"/>
              <a:gd name="connsiteY33" fmla="*/ 12192 h 164592"/>
              <a:gd name="connsiteX34" fmla="*/ 1804416 w 2036064"/>
              <a:gd name="connsiteY34" fmla="*/ 18288 h 164592"/>
              <a:gd name="connsiteX35" fmla="*/ 1840992 w 2036064"/>
              <a:gd name="connsiteY35" fmla="*/ 24384 h 164592"/>
              <a:gd name="connsiteX36" fmla="*/ 1901952 w 2036064"/>
              <a:gd name="connsiteY36" fmla="*/ 30480 h 164592"/>
              <a:gd name="connsiteX37" fmla="*/ 1969008 w 2036064"/>
              <a:gd name="connsiteY37" fmla="*/ 48768 h 164592"/>
              <a:gd name="connsiteX38" fmla="*/ 2036064 w 2036064"/>
              <a:gd name="connsiteY38" fmla="*/ 54864 h 164592"/>
              <a:gd name="connsiteX0" fmla="*/ 0 w 1969008"/>
              <a:gd name="connsiteY0" fmla="*/ 97536 h 164592"/>
              <a:gd name="connsiteX1" fmla="*/ 158496 w 1969008"/>
              <a:gd name="connsiteY1" fmla="*/ 103632 h 164592"/>
              <a:gd name="connsiteX2" fmla="*/ 207264 w 1969008"/>
              <a:gd name="connsiteY2" fmla="*/ 115824 h 164592"/>
              <a:gd name="connsiteX3" fmla="*/ 274320 w 1969008"/>
              <a:gd name="connsiteY3" fmla="*/ 128016 h 164592"/>
              <a:gd name="connsiteX4" fmla="*/ 377952 w 1969008"/>
              <a:gd name="connsiteY4" fmla="*/ 115824 h 164592"/>
              <a:gd name="connsiteX5" fmla="*/ 396240 w 1969008"/>
              <a:gd name="connsiteY5" fmla="*/ 109728 h 164592"/>
              <a:gd name="connsiteX6" fmla="*/ 420624 w 1969008"/>
              <a:gd name="connsiteY6" fmla="*/ 91440 h 164592"/>
              <a:gd name="connsiteX7" fmla="*/ 481584 w 1969008"/>
              <a:gd name="connsiteY7" fmla="*/ 60960 h 164592"/>
              <a:gd name="connsiteX8" fmla="*/ 542544 w 1969008"/>
              <a:gd name="connsiteY8" fmla="*/ 24384 h 164592"/>
              <a:gd name="connsiteX9" fmla="*/ 560832 w 1969008"/>
              <a:gd name="connsiteY9" fmla="*/ 18288 h 164592"/>
              <a:gd name="connsiteX10" fmla="*/ 585216 w 1969008"/>
              <a:gd name="connsiteY10" fmla="*/ 6096 h 164592"/>
              <a:gd name="connsiteX11" fmla="*/ 621792 w 1969008"/>
              <a:gd name="connsiteY11" fmla="*/ 0 h 164592"/>
              <a:gd name="connsiteX12" fmla="*/ 701040 w 1969008"/>
              <a:gd name="connsiteY12" fmla="*/ 12192 h 164592"/>
              <a:gd name="connsiteX13" fmla="*/ 737616 w 1969008"/>
              <a:gd name="connsiteY13" fmla="*/ 30480 h 164592"/>
              <a:gd name="connsiteX14" fmla="*/ 829056 w 1969008"/>
              <a:gd name="connsiteY14" fmla="*/ 91440 h 164592"/>
              <a:gd name="connsiteX15" fmla="*/ 896112 w 1969008"/>
              <a:gd name="connsiteY15" fmla="*/ 146304 h 164592"/>
              <a:gd name="connsiteX16" fmla="*/ 944880 w 1969008"/>
              <a:gd name="connsiteY16" fmla="*/ 164592 h 164592"/>
              <a:gd name="connsiteX17" fmla="*/ 981456 w 1969008"/>
              <a:gd name="connsiteY17" fmla="*/ 134112 h 164592"/>
              <a:gd name="connsiteX18" fmla="*/ 987552 w 1969008"/>
              <a:gd name="connsiteY18" fmla="*/ 115824 h 164592"/>
              <a:gd name="connsiteX19" fmla="*/ 1018032 w 1969008"/>
              <a:gd name="connsiteY19" fmla="*/ 97536 h 164592"/>
              <a:gd name="connsiteX20" fmla="*/ 1054608 w 1969008"/>
              <a:gd name="connsiteY20" fmla="*/ 79248 h 164592"/>
              <a:gd name="connsiteX21" fmla="*/ 1127760 w 1969008"/>
              <a:gd name="connsiteY21" fmla="*/ 97536 h 164592"/>
              <a:gd name="connsiteX22" fmla="*/ 1188720 w 1969008"/>
              <a:gd name="connsiteY22" fmla="*/ 121920 h 164592"/>
              <a:gd name="connsiteX23" fmla="*/ 1243584 w 1969008"/>
              <a:gd name="connsiteY23" fmla="*/ 128016 h 164592"/>
              <a:gd name="connsiteX24" fmla="*/ 1365504 w 1969008"/>
              <a:gd name="connsiteY24" fmla="*/ 121920 h 164592"/>
              <a:gd name="connsiteX25" fmla="*/ 1402080 w 1969008"/>
              <a:gd name="connsiteY25" fmla="*/ 109728 h 164592"/>
              <a:gd name="connsiteX26" fmla="*/ 1444752 w 1969008"/>
              <a:gd name="connsiteY26" fmla="*/ 85344 h 164592"/>
              <a:gd name="connsiteX27" fmla="*/ 1475232 w 1969008"/>
              <a:gd name="connsiteY27" fmla="*/ 54864 h 164592"/>
              <a:gd name="connsiteX28" fmla="*/ 1499616 w 1969008"/>
              <a:gd name="connsiteY28" fmla="*/ 36576 h 164592"/>
              <a:gd name="connsiteX29" fmla="*/ 1536192 w 1969008"/>
              <a:gd name="connsiteY29" fmla="*/ 24384 h 164592"/>
              <a:gd name="connsiteX30" fmla="*/ 1572768 w 1969008"/>
              <a:gd name="connsiteY30" fmla="*/ 12192 h 164592"/>
              <a:gd name="connsiteX31" fmla="*/ 1591056 w 1969008"/>
              <a:gd name="connsiteY31" fmla="*/ 6096 h 164592"/>
              <a:gd name="connsiteX32" fmla="*/ 1664208 w 1969008"/>
              <a:gd name="connsiteY32" fmla="*/ 0 h 164592"/>
              <a:gd name="connsiteX33" fmla="*/ 1780032 w 1969008"/>
              <a:gd name="connsiteY33" fmla="*/ 12192 h 164592"/>
              <a:gd name="connsiteX34" fmla="*/ 1804416 w 1969008"/>
              <a:gd name="connsiteY34" fmla="*/ 18288 h 164592"/>
              <a:gd name="connsiteX35" fmla="*/ 1840992 w 1969008"/>
              <a:gd name="connsiteY35" fmla="*/ 24384 h 164592"/>
              <a:gd name="connsiteX36" fmla="*/ 1901952 w 1969008"/>
              <a:gd name="connsiteY36" fmla="*/ 30480 h 164592"/>
              <a:gd name="connsiteX37" fmla="*/ 1969008 w 1969008"/>
              <a:gd name="connsiteY37" fmla="*/ 48768 h 164592"/>
              <a:gd name="connsiteX0" fmla="*/ 0 w 1901952"/>
              <a:gd name="connsiteY0" fmla="*/ 97536 h 164592"/>
              <a:gd name="connsiteX1" fmla="*/ 158496 w 1901952"/>
              <a:gd name="connsiteY1" fmla="*/ 103632 h 164592"/>
              <a:gd name="connsiteX2" fmla="*/ 207264 w 1901952"/>
              <a:gd name="connsiteY2" fmla="*/ 115824 h 164592"/>
              <a:gd name="connsiteX3" fmla="*/ 274320 w 1901952"/>
              <a:gd name="connsiteY3" fmla="*/ 128016 h 164592"/>
              <a:gd name="connsiteX4" fmla="*/ 377952 w 1901952"/>
              <a:gd name="connsiteY4" fmla="*/ 115824 h 164592"/>
              <a:gd name="connsiteX5" fmla="*/ 396240 w 1901952"/>
              <a:gd name="connsiteY5" fmla="*/ 109728 h 164592"/>
              <a:gd name="connsiteX6" fmla="*/ 420624 w 1901952"/>
              <a:gd name="connsiteY6" fmla="*/ 91440 h 164592"/>
              <a:gd name="connsiteX7" fmla="*/ 481584 w 1901952"/>
              <a:gd name="connsiteY7" fmla="*/ 60960 h 164592"/>
              <a:gd name="connsiteX8" fmla="*/ 542544 w 1901952"/>
              <a:gd name="connsiteY8" fmla="*/ 24384 h 164592"/>
              <a:gd name="connsiteX9" fmla="*/ 560832 w 1901952"/>
              <a:gd name="connsiteY9" fmla="*/ 18288 h 164592"/>
              <a:gd name="connsiteX10" fmla="*/ 585216 w 1901952"/>
              <a:gd name="connsiteY10" fmla="*/ 6096 h 164592"/>
              <a:gd name="connsiteX11" fmla="*/ 621792 w 1901952"/>
              <a:gd name="connsiteY11" fmla="*/ 0 h 164592"/>
              <a:gd name="connsiteX12" fmla="*/ 701040 w 1901952"/>
              <a:gd name="connsiteY12" fmla="*/ 12192 h 164592"/>
              <a:gd name="connsiteX13" fmla="*/ 737616 w 1901952"/>
              <a:gd name="connsiteY13" fmla="*/ 30480 h 164592"/>
              <a:gd name="connsiteX14" fmla="*/ 829056 w 1901952"/>
              <a:gd name="connsiteY14" fmla="*/ 91440 h 164592"/>
              <a:gd name="connsiteX15" fmla="*/ 896112 w 1901952"/>
              <a:gd name="connsiteY15" fmla="*/ 146304 h 164592"/>
              <a:gd name="connsiteX16" fmla="*/ 944880 w 1901952"/>
              <a:gd name="connsiteY16" fmla="*/ 164592 h 164592"/>
              <a:gd name="connsiteX17" fmla="*/ 981456 w 1901952"/>
              <a:gd name="connsiteY17" fmla="*/ 134112 h 164592"/>
              <a:gd name="connsiteX18" fmla="*/ 987552 w 1901952"/>
              <a:gd name="connsiteY18" fmla="*/ 115824 h 164592"/>
              <a:gd name="connsiteX19" fmla="*/ 1018032 w 1901952"/>
              <a:gd name="connsiteY19" fmla="*/ 97536 h 164592"/>
              <a:gd name="connsiteX20" fmla="*/ 1054608 w 1901952"/>
              <a:gd name="connsiteY20" fmla="*/ 79248 h 164592"/>
              <a:gd name="connsiteX21" fmla="*/ 1127760 w 1901952"/>
              <a:gd name="connsiteY21" fmla="*/ 97536 h 164592"/>
              <a:gd name="connsiteX22" fmla="*/ 1188720 w 1901952"/>
              <a:gd name="connsiteY22" fmla="*/ 121920 h 164592"/>
              <a:gd name="connsiteX23" fmla="*/ 1243584 w 1901952"/>
              <a:gd name="connsiteY23" fmla="*/ 128016 h 164592"/>
              <a:gd name="connsiteX24" fmla="*/ 1365504 w 1901952"/>
              <a:gd name="connsiteY24" fmla="*/ 121920 h 164592"/>
              <a:gd name="connsiteX25" fmla="*/ 1402080 w 1901952"/>
              <a:gd name="connsiteY25" fmla="*/ 109728 h 164592"/>
              <a:gd name="connsiteX26" fmla="*/ 1444752 w 1901952"/>
              <a:gd name="connsiteY26" fmla="*/ 85344 h 164592"/>
              <a:gd name="connsiteX27" fmla="*/ 1475232 w 1901952"/>
              <a:gd name="connsiteY27" fmla="*/ 54864 h 164592"/>
              <a:gd name="connsiteX28" fmla="*/ 1499616 w 1901952"/>
              <a:gd name="connsiteY28" fmla="*/ 36576 h 164592"/>
              <a:gd name="connsiteX29" fmla="*/ 1536192 w 1901952"/>
              <a:gd name="connsiteY29" fmla="*/ 24384 h 164592"/>
              <a:gd name="connsiteX30" fmla="*/ 1572768 w 1901952"/>
              <a:gd name="connsiteY30" fmla="*/ 12192 h 164592"/>
              <a:gd name="connsiteX31" fmla="*/ 1591056 w 1901952"/>
              <a:gd name="connsiteY31" fmla="*/ 6096 h 164592"/>
              <a:gd name="connsiteX32" fmla="*/ 1664208 w 1901952"/>
              <a:gd name="connsiteY32" fmla="*/ 0 h 164592"/>
              <a:gd name="connsiteX33" fmla="*/ 1780032 w 1901952"/>
              <a:gd name="connsiteY33" fmla="*/ 12192 h 164592"/>
              <a:gd name="connsiteX34" fmla="*/ 1804416 w 1901952"/>
              <a:gd name="connsiteY34" fmla="*/ 18288 h 164592"/>
              <a:gd name="connsiteX35" fmla="*/ 1840992 w 1901952"/>
              <a:gd name="connsiteY35" fmla="*/ 24384 h 164592"/>
              <a:gd name="connsiteX36" fmla="*/ 1901952 w 1901952"/>
              <a:gd name="connsiteY36" fmla="*/ 30480 h 164592"/>
              <a:gd name="connsiteX0" fmla="*/ 0 w 1840992"/>
              <a:gd name="connsiteY0" fmla="*/ 97536 h 164592"/>
              <a:gd name="connsiteX1" fmla="*/ 158496 w 1840992"/>
              <a:gd name="connsiteY1" fmla="*/ 103632 h 164592"/>
              <a:gd name="connsiteX2" fmla="*/ 207264 w 1840992"/>
              <a:gd name="connsiteY2" fmla="*/ 115824 h 164592"/>
              <a:gd name="connsiteX3" fmla="*/ 274320 w 1840992"/>
              <a:gd name="connsiteY3" fmla="*/ 128016 h 164592"/>
              <a:gd name="connsiteX4" fmla="*/ 377952 w 1840992"/>
              <a:gd name="connsiteY4" fmla="*/ 115824 h 164592"/>
              <a:gd name="connsiteX5" fmla="*/ 396240 w 1840992"/>
              <a:gd name="connsiteY5" fmla="*/ 109728 h 164592"/>
              <a:gd name="connsiteX6" fmla="*/ 420624 w 1840992"/>
              <a:gd name="connsiteY6" fmla="*/ 91440 h 164592"/>
              <a:gd name="connsiteX7" fmla="*/ 481584 w 1840992"/>
              <a:gd name="connsiteY7" fmla="*/ 60960 h 164592"/>
              <a:gd name="connsiteX8" fmla="*/ 542544 w 1840992"/>
              <a:gd name="connsiteY8" fmla="*/ 24384 h 164592"/>
              <a:gd name="connsiteX9" fmla="*/ 560832 w 1840992"/>
              <a:gd name="connsiteY9" fmla="*/ 18288 h 164592"/>
              <a:gd name="connsiteX10" fmla="*/ 585216 w 1840992"/>
              <a:gd name="connsiteY10" fmla="*/ 6096 h 164592"/>
              <a:gd name="connsiteX11" fmla="*/ 621792 w 1840992"/>
              <a:gd name="connsiteY11" fmla="*/ 0 h 164592"/>
              <a:gd name="connsiteX12" fmla="*/ 701040 w 1840992"/>
              <a:gd name="connsiteY12" fmla="*/ 12192 h 164592"/>
              <a:gd name="connsiteX13" fmla="*/ 737616 w 1840992"/>
              <a:gd name="connsiteY13" fmla="*/ 30480 h 164592"/>
              <a:gd name="connsiteX14" fmla="*/ 829056 w 1840992"/>
              <a:gd name="connsiteY14" fmla="*/ 91440 h 164592"/>
              <a:gd name="connsiteX15" fmla="*/ 896112 w 1840992"/>
              <a:gd name="connsiteY15" fmla="*/ 146304 h 164592"/>
              <a:gd name="connsiteX16" fmla="*/ 944880 w 1840992"/>
              <a:gd name="connsiteY16" fmla="*/ 164592 h 164592"/>
              <a:gd name="connsiteX17" fmla="*/ 981456 w 1840992"/>
              <a:gd name="connsiteY17" fmla="*/ 134112 h 164592"/>
              <a:gd name="connsiteX18" fmla="*/ 987552 w 1840992"/>
              <a:gd name="connsiteY18" fmla="*/ 115824 h 164592"/>
              <a:gd name="connsiteX19" fmla="*/ 1018032 w 1840992"/>
              <a:gd name="connsiteY19" fmla="*/ 97536 h 164592"/>
              <a:gd name="connsiteX20" fmla="*/ 1054608 w 1840992"/>
              <a:gd name="connsiteY20" fmla="*/ 79248 h 164592"/>
              <a:gd name="connsiteX21" fmla="*/ 1127760 w 1840992"/>
              <a:gd name="connsiteY21" fmla="*/ 97536 h 164592"/>
              <a:gd name="connsiteX22" fmla="*/ 1188720 w 1840992"/>
              <a:gd name="connsiteY22" fmla="*/ 121920 h 164592"/>
              <a:gd name="connsiteX23" fmla="*/ 1243584 w 1840992"/>
              <a:gd name="connsiteY23" fmla="*/ 128016 h 164592"/>
              <a:gd name="connsiteX24" fmla="*/ 1365504 w 1840992"/>
              <a:gd name="connsiteY24" fmla="*/ 121920 h 164592"/>
              <a:gd name="connsiteX25" fmla="*/ 1402080 w 1840992"/>
              <a:gd name="connsiteY25" fmla="*/ 109728 h 164592"/>
              <a:gd name="connsiteX26" fmla="*/ 1444752 w 1840992"/>
              <a:gd name="connsiteY26" fmla="*/ 85344 h 164592"/>
              <a:gd name="connsiteX27" fmla="*/ 1475232 w 1840992"/>
              <a:gd name="connsiteY27" fmla="*/ 54864 h 164592"/>
              <a:gd name="connsiteX28" fmla="*/ 1499616 w 1840992"/>
              <a:gd name="connsiteY28" fmla="*/ 36576 h 164592"/>
              <a:gd name="connsiteX29" fmla="*/ 1536192 w 1840992"/>
              <a:gd name="connsiteY29" fmla="*/ 24384 h 164592"/>
              <a:gd name="connsiteX30" fmla="*/ 1572768 w 1840992"/>
              <a:gd name="connsiteY30" fmla="*/ 12192 h 164592"/>
              <a:gd name="connsiteX31" fmla="*/ 1591056 w 1840992"/>
              <a:gd name="connsiteY31" fmla="*/ 6096 h 164592"/>
              <a:gd name="connsiteX32" fmla="*/ 1664208 w 1840992"/>
              <a:gd name="connsiteY32" fmla="*/ 0 h 164592"/>
              <a:gd name="connsiteX33" fmla="*/ 1780032 w 1840992"/>
              <a:gd name="connsiteY33" fmla="*/ 12192 h 164592"/>
              <a:gd name="connsiteX34" fmla="*/ 1804416 w 1840992"/>
              <a:gd name="connsiteY34" fmla="*/ 18288 h 164592"/>
              <a:gd name="connsiteX35" fmla="*/ 1840992 w 1840992"/>
              <a:gd name="connsiteY35" fmla="*/ 24384 h 164592"/>
              <a:gd name="connsiteX0" fmla="*/ 0 w 1804416"/>
              <a:gd name="connsiteY0" fmla="*/ 97536 h 164592"/>
              <a:gd name="connsiteX1" fmla="*/ 158496 w 1804416"/>
              <a:gd name="connsiteY1" fmla="*/ 103632 h 164592"/>
              <a:gd name="connsiteX2" fmla="*/ 207264 w 1804416"/>
              <a:gd name="connsiteY2" fmla="*/ 115824 h 164592"/>
              <a:gd name="connsiteX3" fmla="*/ 274320 w 1804416"/>
              <a:gd name="connsiteY3" fmla="*/ 128016 h 164592"/>
              <a:gd name="connsiteX4" fmla="*/ 377952 w 1804416"/>
              <a:gd name="connsiteY4" fmla="*/ 115824 h 164592"/>
              <a:gd name="connsiteX5" fmla="*/ 396240 w 1804416"/>
              <a:gd name="connsiteY5" fmla="*/ 109728 h 164592"/>
              <a:gd name="connsiteX6" fmla="*/ 420624 w 1804416"/>
              <a:gd name="connsiteY6" fmla="*/ 91440 h 164592"/>
              <a:gd name="connsiteX7" fmla="*/ 481584 w 1804416"/>
              <a:gd name="connsiteY7" fmla="*/ 60960 h 164592"/>
              <a:gd name="connsiteX8" fmla="*/ 542544 w 1804416"/>
              <a:gd name="connsiteY8" fmla="*/ 24384 h 164592"/>
              <a:gd name="connsiteX9" fmla="*/ 560832 w 1804416"/>
              <a:gd name="connsiteY9" fmla="*/ 18288 h 164592"/>
              <a:gd name="connsiteX10" fmla="*/ 585216 w 1804416"/>
              <a:gd name="connsiteY10" fmla="*/ 6096 h 164592"/>
              <a:gd name="connsiteX11" fmla="*/ 621792 w 1804416"/>
              <a:gd name="connsiteY11" fmla="*/ 0 h 164592"/>
              <a:gd name="connsiteX12" fmla="*/ 701040 w 1804416"/>
              <a:gd name="connsiteY12" fmla="*/ 12192 h 164592"/>
              <a:gd name="connsiteX13" fmla="*/ 737616 w 1804416"/>
              <a:gd name="connsiteY13" fmla="*/ 30480 h 164592"/>
              <a:gd name="connsiteX14" fmla="*/ 829056 w 1804416"/>
              <a:gd name="connsiteY14" fmla="*/ 91440 h 164592"/>
              <a:gd name="connsiteX15" fmla="*/ 896112 w 1804416"/>
              <a:gd name="connsiteY15" fmla="*/ 146304 h 164592"/>
              <a:gd name="connsiteX16" fmla="*/ 944880 w 1804416"/>
              <a:gd name="connsiteY16" fmla="*/ 164592 h 164592"/>
              <a:gd name="connsiteX17" fmla="*/ 981456 w 1804416"/>
              <a:gd name="connsiteY17" fmla="*/ 134112 h 164592"/>
              <a:gd name="connsiteX18" fmla="*/ 987552 w 1804416"/>
              <a:gd name="connsiteY18" fmla="*/ 115824 h 164592"/>
              <a:gd name="connsiteX19" fmla="*/ 1018032 w 1804416"/>
              <a:gd name="connsiteY19" fmla="*/ 97536 h 164592"/>
              <a:gd name="connsiteX20" fmla="*/ 1054608 w 1804416"/>
              <a:gd name="connsiteY20" fmla="*/ 79248 h 164592"/>
              <a:gd name="connsiteX21" fmla="*/ 1127760 w 1804416"/>
              <a:gd name="connsiteY21" fmla="*/ 97536 h 164592"/>
              <a:gd name="connsiteX22" fmla="*/ 1188720 w 1804416"/>
              <a:gd name="connsiteY22" fmla="*/ 121920 h 164592"/>
              <a:gd name="connsiteX23" fmla="*/ 1243584 w 1804416"/>
              <a:gd name="connsiteY23" fmla="*/ 128016 h 164592"/>
              <a:gd name="connsiteX24" fmla="*/ 1365504 w 1804416"/>
              <a:gd name="connsiteY24" fmla="*/ 121920 h 164592"/>
              <a:gd name="connsiteX25" fmla="*/ 1402080 w 1804416"/>
              <a:gd name="connsiteY25" fmla="*/ 109728 h 164592"/>
              <a:gd name="connsiteX26" fmla="*/ 1444752 w 1804416"/>
              <a:gd name="connsiteY26" fmla="*/ 85344 h 164592"/>
              <a:gd name="connsiteX27" fmla="*/ 1475232 w 1804416"/>
              <a:gd name="connsiteY27" fmla="*/ 54864 h 164592"/>
              <a:gd name="connsiteX28" fmla="*/ 1499616 w 1804416"/>
              <a:gd name="connsiteY28" fmla="*/ 36576 h 164592"/>
              <a:gd name="connsiteX29" fmla="*/ 1536192 w 1804416"/>
              <a:gd name="connsiteY29" fmla="*/ 24384 h 164592"/>
              <a:gd name="connsiteX30" fmla="*/ 1572768 w 1804416"/>
              <a:gd name="connsiteY30" fmla="*/ 12192 h 164592"/>
              <a:gd name="connsiteX31" fmla="*/ 1591056 w 1804416"/>
              <a:gd name="connsiteY31" fmla="*/ 6096 h 164592"/>
              <a:gd name="connsiteX32" fmla="*/ 1664208 w 1804416"/>
              <a:gd name="connsiteY32" fmla="*/ 0 h 164592"/>
              <a:gd name="connsiteX33" fmla="*/ 1780032 w 1804416"/>
              <a:gd name="connsiteY33" fmla="*/ 12192 h 164592"/>
              <a:gd name="connsiteX34" fmla="*/ 1804416 w 1804416"/>
              <a:gd name="connsiteY34" fmla="*/ 18288 h 164592"/>
              <a:gd name="connsiteX0" fmla="*/ 0 w 1780032"/>
              <a:gd name="connsiteY0" fmla="*/ 97536 h 164592"/>
              <a:gd name="connsiteX1" fmla="*/ 158496 w 1780032"/>
              <a:gd name="connsiteY1" fmla="*/ 103632 h 164592"/>
              <a:gd name="connsiteX2" fmla="*/ 207264 w 1780032"/>
              <a:gd name="connsiteY2" fmla="*/ 115824 h 164592"/>
              <a:gd name="connsiteX3" fmla="*/ 274320 w 1780032"/>
              <a:gd name="connsiteY3" fmla="*/ 128016 h 164592"/>
              <a:gd name="connsiteX4" fmla="*/ 377952 w 1780032"/>
              <a:gd name="connsiteY4" fmla="*/ 115824 h 164592"/>
              <a:gd name="connsiteX5" fmla="*/ 396240 w 1780032"/>
              <a:gd name="connsiteY5" fmla="*/ 109728 h 164592"/>
              <a:gd name="connsiteX6" fmla="*/ 420624 w 1780032"/>
              <a:gd name="connsiteY6" fmla="*/ 91440 h 164592"/>
              <a:gd name="connsiteX7" fmla="*/ 481584 w 1780032"/>
              <a:gd name="connsiteY7" fmla="*/ 60960 h 164592"/>
              <a:gd name="connsiteX8" fmla="*/ 542544 w 1780032"/>
              <a:gd name="connsiteY8" fmla="*/ 24384 h 164592"/>
              <a:gd name="connsiteX9" fmla="*/ 560832 w 1780032"/>
              <a:gd name="connsiteY9" fmla="*/ 18288 h 164592"/>
              <a:gd name="connsiteX10" fmla="*/ 585216 w 1780032"/>
              <a:gd name="connsiteY10" fmla="*/ 6096 h 164592"/>
              <a:gd name="connsiteX11" fmla="*/ 621792 w 1780032"/>
              <a:gd name="connsiteY11" fmla="*/ 0 h 164592"/>
              <a:gd name="connsiteX12" fmla="*/ 701040 w 1780032"/>
              <a:gd name="connsiteY12" fmla="*/ 12192 h 164592"/>
              <a:gd name="connsiteX13" fmla="*/ 737616 w 1780032"/>
              <a:gd name="connsiteY13" fmla="*/ 30480 h 164592"/>
              <a:gd name="connsiteX14" fmla="*/ 829056 w 1780032"/>
              <a:gd name="connsiteY14" fmla="*/ 91440 h 164592"/>
              <a:gd name="connsiteX15" fmla="*/ 896112 w 1780032"/>
              <a:gd name="connsiteY15" fmla="*/ 146304 h 164592"/>
              <a:gd name="connsiteX16" fmla="*/ 944880 w 1780032"/>
              <a:gd name="connsiteY16" fmla="*/ 164592 h 164592"/>
              <a:gd name="connsiteX17" fmla="*/ 981456 w 1780032"/>
              <a:gd name="connsiteY17" fmla="*/ 134112 h 164592"/>
              <a:gd name="connsiteX18" fmla="*/ 987552 w 1780032"/>
              <a:gd name="connsiteY18" fmla="*/ 115824 h 164592"/>
              <a:gd name="connsiteX19" fmla="*/ 1018032 w 1780032"/>
              <a:gd name="connsiteY19" fmla="*/ 97536 h 164592"/>
              <a:gd name="connsiteX20" fmla="*/ 1054608 w 1780032"/>
              <a:gd name="connsiteY20" fmla="*/ 79248 h 164592"/>
              <a:gd name="connsiteX21" fmla="*/ 1127760 w 1780032"/>
              <a:gd name="connsiteY21" fmla="*/ 97536 h 164592"/>
              <a:gd name="connsiteX22" fmla="*/ 1188720 w 1780032"/>
              <a:gd name="connsiteY22" fmla="*/ 121920 h 164592"/>
              <a:gd name="connsiteX23" fmla="*/ 1243584 w 1780032"/>
              <a:gd name="connsiteY23" fmla="*/ 128016 h 164592"/>
              <a:gd name="connsiteX24" fmla="*/ 1365504 w 1780032"/>
              <a:gd name="connsiteY24" fmla="*/ 121920 h 164592"/>
              <a:gd name="connsiteX25" fmla="*/ 1402080 w 1780032"/>
              <a:gd name="connsiteY25" fmla="*/ 109728 h 164592"/>
              <a:gd name="connsiteX26" fmla="*/ 1444752 w 1780032"/>
              <a:gd name="connsiteY26" fmla="*/ 85344 h 164592"/>
              <a:gd name="connsiteX27" fmla="*/ 1475232 w 1780032"/>
              <a:gd name="connsiteY27" fmla="*/ 54864 h 164592"/>
              <a:gd name="connsiteX28" fmla="*/ 1499616 w 1780032"/>
              <a:gd name="connsiteY28" fmla="*/ 36576 h 164592"/>
              <a:gd name="connsiteX29" fmla="*/ 1536192 w 1780032"/>
              <a:gd name="connsiteY29" fmla="*/ 24384 h 164592"/>
              <a:gd name="connsiteX30" fmla="*/ 1572768 w 1780032"/>
              <a:gd name="connsiteY30" fmla="*/ 12192 h 164592"/>
              <a:gd name="connsiteX31" fmla="*/ 1591056 w 1780032"/>
              <a:gd name="connsiteY31" fmla="*/ 6096 h 164592"/>
              <a:gd name="connsiteX32" fmla="*/ 1664208 w 1780032"/>
              <a:gd name="connsiteY32" fmla="*/ 0 h 164592"/>
              <a:gd name="connsiteX33" fmla="*/ 1780032 w 1780032"/>
              <a:gd name="connsiteY33" fmla="*/ 12192 h 164592"/>
              <a:gd name="connsiteX0" fmla="*/ 0 w 1664208"/>
              <a:gd name="connsiteY0" fmla="*/ 97536 h 164592"/>
              <a:gd name="connsiteX1" fmla="*/ 158496 w 1664208"/>
              <a:gd name="connsiteY1" fmla="*/ 103632 h 164592"/>
              <a:gd name="connsiteX2" fmla="*/ 207264 w 1664208"/>
              <a:gd name="connsiteY2" fmla="*/ 115824 h 164592"/>
              <a:gd name="connsiteX3" fmla="*/ 274320 w 1664208"/>
              <a:gd name="connsiteY3" fmla="*/ 128016 h 164592"/>
              <a:gd name="connsiteX4" fmla="*/ 377952 w 1664208"/>
              <a:gd name="connsiteY4" fmla="*/ 115824 h 164592"/>
              <a:gd name="connsiteX5" fmla="*/ 396240 w 1664208"/>
              <a:gd name="connsiteY5" fmla="*/ 109728 h 164592"/>
              <a:gd name="connsiteX6" fmla="*/ 420624 w 1664208"/>
              <a:gd name="connsiteY6" fmla="*/ 91440 h 164592"/>
              <a:gd name="connsiteX7" fmla="*/ 481584 w 1664208"/>
              <a:gd name="connsiteY7" fmla="*/ 60960 h 164592"/>
              <a:gd name="connsiteX8" fmla="*/ 542544 w 1664208"/>
              <a:gd name="connsiteY8" fmla="*/ 24384 h 164592"/>
              <a:gd name="connsiteX9" fmla="*/ 560832 w 1664208"/>
              <a:gd name="connsiteY9" fmla="*/ 18288 h 164592"/>
              <a:gd name="connsiteX10" fmla="*/ 585216 w 1664208"/>
              <a:gd name="connsiteY10" fmla="*/ 6096 h 164592"/>
              <a:gd name="connsiteX11" fmla="*/ 621792 w 1664208"/>
              <a:gd name="connsiteY11" fmla="*/ 0 h 164592"/>
              <a:gd name="connsiteX12" fmla="*/ 701040 w 1664208"/>
              <a:gd name="connsiteY12" fmla="*/ 12192 h 164592"/>
              <a:gd name="connsiteX13" fmla="*/ 737616 w 1664208"/>
              <a:gd name="connsiteY13" fmla="*/ 30480 h 164592"/>
              <a:gd name="connsiteX14" fmla="*/ 829056 w 1664208"/>
              <a:gd name="connsiteY14" fmla="*/ 91440 h 164592"/>
              <a:gd name="connsiteX15" fmla="*/ 896112 w 1664208"/>
              <a:gd name="connsiteY15" fmla="*/ 146304 h 164592"/>
              <a:gd name="connsiteX16" fmla="*/ 944880 w 1664208"/>
              <a:gd name="connsiteY16" fmla="*/ 164592 h 164592"/>
              <a:gd name="connsiteX17" fmla="*/ 981456 w 1664208"/>
              <a:gd name="connsiteY17" fmla="*/ 134112 h 164592"/>
              <a:gd name="connsiteX18" fmla="*/ 987552 w 1664208"/>
              <a:gd name="connsiteY18" fmla="*/ 115824 h 164592"/>
              <a:gd name="connsiteX19" fmla="*/ 1018032 w 1664208"/>
              <a:gd name="connsiteY19" fmla="*/ 97536 h 164592"/>
              <a:gd name="connsiteX20" fmla="*/ 1054608 w 1664208"/>
              <a:gd name="connsiteY20" fmla="*/ 79248 h 164592"/>
              <a:gd name="connsiteX21" fmla="*/ 1127760 w 1664208"/>
              <a:gd name="connsiteY21" fmla="*/ 97536 h 164592"/>
              <a:gd name="connsiteX22" fmla="*/ 1188720 w 1664208"/>
              <a:gd name="connsiteY22" fmla="*/ 121920 h 164592"/>
              <a:gd name="connsiteX23" fmla="*/ 1243584 w 1664208"/>
              <a:gd name="connsiteY23" fmla="*/ 128016 h 164592"/>
              <a:gd name="connsiteX24" fmla="*/ 1365504 w 1664208"/>
              <a:gd name="connsiteY24" fmla="*/ 121920 h 164592"/>
              <a:gd name="connsiteX25" fmla="*/ 1402080 w 1664208"/>
              <a:gd name="connsiteY25" fmla="*/ 109728 h 164592"/>
              <a:gd name="connsiteX26" fmla="*/ 1444752 w 1664208"/>
              <a:gd name="connsiteY26" fmla="*/ 85344 h 164592"/>
              <a:gd name="connsiteX27" fmla="*/ 1475232 w 1664208"/>
              <a:gd name="connsiteY27" fmla="*/ 54864 h 164592"/>
              <a:gd name="connsiteX28" fmla="*/ 1499616 w 1664208"/>
              <a:gd name="connsiteY28" fmla="*/ 36576 h 164592"/>
              <a:gd name="connsiteX29" fmla="*/ 1536192 w 1664208"/>
              <a:gd name="connsiteY29" fmla="*/ 24384 h 164592"/>
              <a:gd name="connsiteX30" fmla="*/ 1572768 w 1664208"/>
              <a:gd name="connsiteY30" fmla="*/ 12192 h 164592"/>
              <a:gd name="connsiteX31" fmla="*/ 1591056 w 1664208"/>
              <a:gd name="connsiteY31" fmla="*/ 6096 h 164592"/>
              <a:gd name="connsiteX32" fmla="*/ 1664208 w 1664208"/>
              <a:gd name="connsiteY32" fmla="*/ 0 h 164592"/>
              <a:gd name="connsiteX0" fmla="*/ 0 w 1687068"/>
              <a:gd name="connsiteY0" fmla="*/ 99441 h 166497"/>
              <a:gd name="connsiteX1" fmla="*/ 158496 w 1687068"/>
              <a:gd name="connsiteY1" fmla="*/ 105537 h 166497"/>
              <a:gd name="connsiteX2" fmla="*/ 207264 w 1687068"/>
              <a:gd name="connsiteY2" fmla="*/ 117729 h 166497"/>
              <a:gd name="connsiteX3" fmla="*/ 274320 w 1687068"/>
              <a:gd name="connsiteY3" fmla="*/ 129921 h 166497"/>
              <a:gd name="connsiteX4" fmla="*/ 377952 w 1687068"/>
              <a:gd name="connsiteY4" fmla="*/ 117729 h 166497"/>
              <a:gd name="connsiteX5" fmla="*/ 396240 w 1687068"/>
              <a:gd name="connsiteY5" fmla="*/ 111633 h 166497"/>
              <a:gd name="connsiteX6" fmla="*/ 420624 w 1687068"/>
              <a:gd name="connsiteY6" fmla="*/ 93345 h 166497"/>
              <a:gd name="connsiteX7" fmla="*/ 481584 w 1687068"/>
              <a:gd name="connsiteY7" fmla="*/ 62865 h 166497"/>
              <a:gd name="connsiteX8" fmla="*/ 542544 w 1687068"/>
              <a:gd name="connsiteY8" fmla="*/ 26289 h 166497"/>
              <a:gd name="connsiteX9" fmla="*/ 560832 w 1687068"/>
              <a:gd name="connsiteY9" fmla="*/ 20193 h 166497"/>
              <a:gd name="connsiteX10" fmla="*/ 585216 w 1687068"/>
              <a:gd name="connsiteY10" fmla="*/ 8001 h 166497"/>
              <a:gd name="connsiteX11" fmla="*/ 621792 w 1687068"/>
              <a:gd name="connsiteY11" fmla="*/ 1905 h 166497"/>
              <a:gd name="connsiteX12" fmla="*/ 701040 w 1687068"/>
              <a:gd name="connsiteY12" fmla="*/ 14097 h 166497"/>
              <a:gd name="connsiteX13" fmla="*/ 737616 w 1687068"/>
              <a:gd name="connsiteY13" fmla="*/ 32385 h 166497"/>
              <a:gd name="connsiteX14" fmla="*/ 829056 w 1687068"/>
              <a:gd name="connsiteY14" fmla="*/ 93345 h 166497"/>
              <a:gd name="connsiteX15" fmla="*/ 896112 w 1687068"/>
              <a:gd name="connsiteY15" fmla="*/ 148209 h 166497"/>
              <a:gd name="connsiteX16" fmla="*/ 944880 w 1687068"/>
              <a:gd name="connsiteY16" fmla="*/ 166497 h 166497"/>
              <a:gd name="connsiteX17" fmla="*/ 981456 w 1687068"/>
              <a:gd name="connsiteY17" fmla="*/ 136017 h 166497"/>
              <a:gd name="connsiteX18" fmla="*/ 987552 w 1687068"/>
              <a:gd name="connsiteY18" fmla="*/ 117729 h 166497"/>
              <a:gd name="connsiteX19" fmla="*/ 1018032 w 1687068"/>
              <a:gd name="connsiteY19" fmla="*/ 99441 h 166497"/>
              <a:gd name="connsiteX20" fmla="*/ 1054608 w 1687068"/>
              <a:gd name="connsiteY20" fmla="*/ 81153 h 166497"/>
              <a:gd name="connsiteX21" fmla="*/ 1127760 w 1687068"/>
              <a:gd name="connsiteY21" fmla="*/ 99441 h 166497"/>
              <a:gd name="connsiteX22" fmla="*/ 1188720 w 1687068"/>
              <a:gd name="connsiteY22" fmla="*/ 123825 h 166497"/>
              <a:gd name="connsiteX23" fmla="*/ 1243584 w 1687068"/>
              <a:gd name="connsiteY23" fmla="*/ 129921 h 166497"/>
              <a:gd name="connsiteX24" fmla="*/ 1365504 w 1687068"/>
              <a:gd name="connsiteY24" fmla="*/ 123825 h 166497"/>
              <a:gd name="connsiteX25" fmla="*/ 1402080 w 1687068"/>
              <a:gd name="connsiteY25" fmla="*/ 111633 h 166497"/>
              <a:gd name="connsiteX26" fmla="*/ 1444752 w 1687068"/>
              <a:gd name="connsiteY26" fmla="*/ 87249 h 166497"/>
              <a:gd name="connsiteX27" fmla="*/ 1475232 w 1687068"/>
              <a:gd name="connsiteY27" fmla="*/ 56769 h 166497"/>
              <a:gd name="connsiteX28" fmla="*/ 1499616 w 1687068"/>
              <a:gd name="connsiteY28" fmla="*/ 38481 h 166497"/>
              <a:gd name="connsiteX29" fmla="*/ 1536192 w 1687068"/>
              <a:gd name="connsiteY29" fmla="*/ 26289 h 166497"/>
              <a:gd name="connsiteX30" fmla="*/ 1572768 w 1687068"/>
              <a:gd name="connsiteY30" fmla="*/ 14097 h 166497"/>
              <a:gd name="connsiteX31" fmla="*/ 1591056 w 1687068"/>
              <a:gd name="connsiteY31" fmla="*/ 8001 h 166497"/>
              <a:gd name="connsiteX32" fmla="*/ 1687068 w 1687068"/>
              <a:gd name="connsiteY32" fmla="*/ 0 h 166497"/>
              <a:gd name="connsiteX0" fmla="*/ 0 w 1687068"/>
              <a:gd name="connsiteY0" fmla="*/ 99441 h 166497"/>
              <a:gd name="connsiteX1" fmla="*/ 135636 w 1687068"/>
              <a:gd name="connsiteY1" fmla="*/ 105537 h 166497"/>
              <a:gd name="connsiteX2" fmla="*/ 207264 w 1687068"/>
              <a:gd name="connsiteY2" fmla="*/ 117729 h 166497"/>
              <a:gd name="connsiteX3" fmla="*/ 274320 w 1687068"/>
              <a:gd name="connsiteY3" fmla="*/ 129921 h 166497"/>
              <a:gd name="connsiteX4" fmla="*/ 377952 w 1687068"/>
              <a:gd name="connsiteY4" fmla="*/ 117729 h 166497"/>
              <a:gd name="connsiteX5" fmla="*/ 396240 w 1687068"/>
              <a:gd name="connsiteY5" fmla="*/ 111633 h 166497"/>
              <a:gd name="connsiteX6" fmla="*/ 420624 w 1687068"/>
              <a:gd name="connsiteY6" fmla="*/ 93345 h 166497"/>
              <a:gd name="connsiteX7" fmla="*/ 481584 w 1687068"/>
              <a:gd name="connsiteY7" fmla="*/ 62865 h 166497"/>
              <a:gd name="connsiteX8" fmla="*/ 542544 w 1687068"/>
              <a:gd name="connsiteY8" fmla="*/ 26289 h 166497"/>
              <a:gd name="connsiteX9" fmla="*/ 560832 w 1687068"/>
              <a:gd name="connsiteY9" fmla="*/ 20193 h 166497"/>
              <a:gd name="connsiteX10" fmla="*/ 585216 w 1687068"/>
              <a:gd name="connsiteY10" fmla="*/ 8001 h 166497"/>
              <a:gd name="connsiteX11" fmla="*/ 621792 w 1687068"/>
              <a:gd name="connsiteY11" fmla="*/ 1905 h 166497"/>
              <a:gd name="connsiteX12" fmla="*/ 701040 w 1687068"/>
              <a:gd name="connsiteY12" fmla="*/ 14097 h 166497"/>
              <a:gd name="connsiteX13" fmla="*/ 737616 w 1687068"/>
              <a:gd name="connsiteY13" fmla="*/ 32385 h 166497"/>
              <a:gd name="connsiteX14" fmla="*/ 829056 w 1687068"/>
              <a:gd name="connsiteY14" fmla="*/ 93345 h 166497"/>
              <a:gd name="connsiteX15" fmla="*/ 896112 w 1687068"/>
              <a:gd name="connsiteY15" fmla="*/ 148209 h 166497"/>
              <a:gd name="connsiteX16" fmla="*/ 944880 w 1687068"/>
              <a:gd name="connsiteY16" fmla="*/ 166497 h 166497"/>
              <a:gd name="connsiteX17" fmla="*/ 981456 w 1687068"/>
              <a:gd name="connsiteY17" fmla="*/ 136017 h 166497"/>
              <a:gd name="connsiteX18" fmla="*/ 987552 w 1687068"/>
              <a:gd name="connsiteY18" fmla="*/ 117729 h 166497"/>
              <a:gd name="connsiteX19" fmla="*/ 1018032 w 1687068"/>
              <a:gd name="connsiteY19" fmla="*/ 99441 h 166497"/>
              <a:gd name="connsiteX20" fmla="*/ 1054608 w 1687068"/>
              <a:gd name="connsiteY20" fmla="*/ 81153 h 166497"/>
              <a:gd name="connsiteX21" fmla="*/ 1127760 w 1687068"/>
              <a:gd name="connsiteY21" fmla="*/ 99441 h 166497"/>
              <a:gd name="connsiteX22" fmla="*/ 1188720 w 1687068"/>
              <a:gd name="connsiteY22" fmla="*/ 123825 h 166497"/>
              <a:gd name="connsiteX23" fmla="*/ 1243584 w 1687068"/>
              <a:gd name="connsiteY23" fmla="*/ 129921 h 166497"/>
              <a:gd name="connsiteX24" fmla="*/ 1365504 w 1687068"/>
              <a:gd name="connsiteY24" fmla="*/ 123825 h 166497"/>
              <a:gd name="connsiteX25" fmla="*/ 1402080 w 1687068"/>
              <a:gd name="connsiteY25" fmla="*/ 111633 h 166497"/>
              <a:gd name="connsiteX26" fmla="*/ 1444752 w 1687068"/>
              <a:gd name="connsiteY26" fmla="*/ 87249 h 166497"/>
              <a:gd name="connsiteX27" fmla="*/ 1475232 w 1687068"/>
              <a:gd name="connsiteY27" fmla="*/ 56769 h 166497"/>
              <a:gd name="connsiteX28" fmla="*/ 1499616 w 1687068"/>
              <a:gd name="connsiteY28" fmla="*/ 38481 h 166497"/>
              <a:gd name="connsiteX29" fmla="*/ 1536192 w 1687068"/>
              <a:gd name="connsiteY29" fmla="*/ 26289 h 166497"/>
              <a:gd name="connsiteX30" fmla="*/ 1572768 w 1687068"/>
              <a:gd name="connsiteY30" fmla="*/ 14097 h 166497"/>
              <a:gd name="connsiteX31" fmla="*/ 1591056 w 1687068"/>
              <a:gd name="connsiteY31" fmla="*/ 8001 h 166497"/>
              <a:gd name="connsiteX32" fmla="*/ 1687068 w 1687068"/>
              <a:gd name="connsiteY32" fmla="*/ 0 h 166497"/>
              <a:gd name="connsiteX0" fmla="*/ 0 w 1551432"/>
              <a:gd name="connsiteY0" fmla="*/ 105537 h 166497"/>
              <a:gd name="connsiteX1" fmla="*/ 71628 w 1551432"/>
              <a:gd name="connsiteY1" fmla="*/ 117729 h 166497"/>
              <a:gd name="connsiteX2" fmla="*/ 138684 w 1551432"/>
              <a:gd name="connsiteY2" fmla="*/ 129921 h 166497"/>
              <a:gd name="connsiteX3" fmla="*/ 242316 w 1551432"/>
              <a:gd name="connsiteY3" fmla="*/ 117729 h 166497"/>
              <a:gd name="connsiteX4" fmla="*/ 260604 w 1551432"/>
              <a:gd name="connsiteY4" fmla="*/ 111633 h 166497"/>
              <a:gd name="connsiteX5" fmla="*/ 284988 w 1551432"/>
              <a:gd name="connsiteY5" fmla="*/ 93345 h 166497"/>
              <a:gd name="connsiteX6" fmla="*/ 345948 w 1551432"/>
              <a:gd name="connsiteY6" fmla="*/ 62865 h 166497"/>
              <a:gd name="connsiteX7" fmla="*/ 406908 w 1551432"/>
              <a:gd name="connsiteY7" fmla="*/ 26289 h 166497"/>
              <a:gd name="connsiteX8" fmla="*/ 425196 w 1551432"/>
              <a:gd name="connsiteY8" fmla="*/ 20193 h 166497"/>
              <a:gd name="connsiteX9" fmla="*/ 449580 w 1551432"/>
              <a:gd name="connsiteY9" fmla="*/ 8001 h 166497"/>
              <a:gd name="connsiteX10" fmla="*/ 486156 w 1551432"/>
              <a:gd name="connsiteY10" fmla="*/ 1905 h 166497"/>
              <a:gd name="connsiteX11" fmla="*/ 565404 w 1551432"/>
              <a:gd name="connsiteY11" fmla="*/ 14097 h 166497"/>
              <a:gd name="connsiteX12" fmla="*/ 601980 w 1551432"/>
              <a:gd name="connsiteY12" fmla="*/ 32385 h 166497"/>
              <a:gd name="connsiteX13" fmla="*/ 693420 w 1551432"/>
              <a:gd name="connsiteY13" fmla="*/ 93345 h 166497"/>
              <a:gd name="connsiteX14" fmla="*/ 760476 w 1551432"/>
              <a:gd name="connsiteY14" fmla="*/ 148209 h 166497"/>
              <a:gd name="connsiteX15" fmla="*/ 809244 w 1551432"/>
              <a:gd name="connsiteY15" fmla="*/ 166497 h 166497"/>
              <a:gd name="connsiteX16" fmla="*/ 845820 w 1551432"/>
              <a:gd name="connsiteY16" fmla="*/ 136017 h 166497"/>
              <a:gd name="connsiteX17" fmla="*/ 851916 w 1551432"/>
              <a:gd name="connsiteY17" fmla="*/ 117729 h 166497"/>
              <a:gd name="connsiteX18" fmla="*/ 882396 w 1551432"/>
              <a:gd name="connsiteY18" fmla="*/ 99441 h 166497"/>
              <a:gd name="connsiteX19" fmla="*/ 918972 w 1551432"/>
              <a:gd name="connsiteY19" fmla="*/ 81153 h 166497"/>
              <a:gd name="connsiteX20" fmla="*/ 992124 w 1551432"/>
              <a:gd name="connsiteY20" fmla="*/ 99441 h 166497"/>
              <a:gd name="connsiteX21" fmla="*/ 1053084 w 1551432"/>
              <a:gd name="connsiteY21" fmla="*/ 123825 h 166497"/>
              <a:gd name="connsiteX22" fmla="*/ 1107948 w 1551432"/>
              <a:gd name="connsiteY22" fmla="*/ 129921 h 166497"/>
              <a:gd name="connsiteX23" fmla="*/ 1229868 w 1551432"/>
              <a:gd name="connsiteY23" fmla="*/ 123825 h 166497"/>
              <a:gd name="connsiteX24" fmla="*/ 1266444 w 1551432"/>
              <a:gd name="connsiteY24" fmla="*/ 111633 h 166497"/>
              <a:gd name="connsiteX25" fmla="*/ 1309116 w 1551432"/>
              <a:gd name="connsiteY25" fmla="*/ 87249 h 166497"/>
              <a:gd name="connsiteX26" fmla="*/ 1339596 w 1551432"/>
              <a:gd name="connsiteY26" fmla="*/ 56769 h 166497"/>
              <a:gd name="connsiteX27" fmla="*/ 1363980 w 1551432"/>
              <a:gd name="connsiteY27" fmla="*/ 38481 h 166497"/>
              <a:gd name="connsiteX28" fmla="*/ 1400556 w 1551432"/>
              <a:gd name="connsiteY28" fmla="*/ 26289 h 166497"/>
              <a:gd name="connsiteX29" fmla="*/ 1437132 w 1551432"/>
              <a:gd name="connsiteY29" fmla="*/ 14097 h 166497"/>
              <a:gd name="connsiteX30" fmla="*/ 1455420 w 1551432"/>
              <a:gd name="connsiteY30" fmla="*/ 8001 h 166497"/>
              <a:gd name="connsiteX31" fmla="*/ 1551432 w 1551432"/>
              <a:gd name="connsiteY31" fmla="*/ 0 h 166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551432" h="166497">
                <a:moveTo>
                  <a:pt x="0" y="105537"/>
                </a:moveTo>
                <a:cubicBezTo>
                  <a:pt x="16691" y="107010"/>
                  <a:pt x="48514" y="113665"/>
                  <a:pt x="71628" y="117729"/>
                </a:cubicBezTo>
                <a:cubicBezTo>
                  <a:pt x="94742" y="121793"/>
                  <a:pt x="91888" y="122122"/>
                  <a:pt x="138684" y="129921"/>
                </a:cubicBezTo>
                <a:cubicBezTo>
                  <a:pt x="173228" y="125857"/>
                  <a:pt x="207919" y="122889"/>
                  <a:pt x="242316" y="117729"/>
                </a:cubicBezTo>
                <a:cubicBezTo>
                  <a:pt x="248671" y="116776"/>
                  <a:pt x="255025" y="114821"/>
                  <a:pt x="260604" y="111633"/>
                </a:cubicBezTo>
                <a:cubicBezTo>
                  <a:pt x="269425" y="106592"/>
                  <a:pt x="276167" y="98386"/>
                  <a:pt x="284988" y="93345"/>
                </a:cubicBezTo>
                <a:cubicBezTo>
                  <a:pt x="304713" y="82073"/>
                  <a:pt x="327045" y="75467"/>
                  <a:pt x="345948" y="62865"/>
                </a:cubicBezTo>
                <a:cubicBezTo>
                  <a:pt x="371950" y="45530"/>
                  <a:pt x="380665" y="37536"/>
                  <a:pt x="406908" y="26289"/>
                </a:cubicBezTo>
                <a:cubicBezTo>
                  <a:pt x="412814" y="23758"/>
                  <a:pt x="419290" y="22724"/>
                  <a:pt x="425196" y="20193"/>
                </a:cubicBezTo>
                <a:cubicBezTo>
                  <a:pt x="433549" y="16613"/>
                  <a:pt x="440876" y="10612"/>
                  <a:pt x="449580" y="8001"/>
                </a:cubicBezTo>
                <a:cubicBezTo>
                  <a:pt x="461419" y="4449"/>
                  <a:pt x="473964" y="3937"/>
                  <a:pt x="486156" y="1905"/>
                </a:cubicBezTo>
                <a:cubicBezTo>
                  <a:pt x="512572" y="5969"/>
                  <a:pt x="539557" y="7295"/>
                  <a:pt x="565404" y="14097"/>
                </a:cubicBezTo>
                <a:cubicBezTo>
                  <a:pt x="578586" y="17566"/>
                  <a:pt x="590145" y="25622"/>
                  <a:pt x="601980" y="32385"/>
                </a:cubicBezTo>
                <a:cubicBezTo>
                  <a:pt x="629399" y="48053"/>
                  <a:pt x="668132" y="73677"/>
                  <a:pt x="693420" y="93345"/>
                </a:cubicBezTo>
                <a:cubicBezTo>
                  <a:pt x="716217" y="111076"/>
                  <a:pt x="733661" y="137483"/>
                  <a:pt x="760476" y="148209"/>
                </a:cubicBezTo>
                <a:cubicBezTo>
                  <a:pt x="796922" y="162787"/>
                  <a:pt x="780575" y="156941"/>
                  <a:pt x="809244" y="166497"/>
                </a:cubicBezTo>
                <a:cubicBezTo>
                  <a:pt x="833056" y="154591"/>
                  <a:pt x="834331" y="158994"/>
                  <a:pt x="845820" y="136017"/>
                </a:cubicBezTo>
                <a:cubicBezTo>
                  <a:pt x="848694" y="130270"/>
                  <a:pt x="847372" y="122273"/>
                  <a:pt x="851916" y="117729"/>
                </a:cubicBezTo>
                <a:cubicBezTo>
                  <a:pt x="860294" y="109351"/>
                  <a:pt x="872348" y="105721"/>
                  <a:pt x="882396" y="99441"/>
                </a:cubicBezTo>
                <a:cubicBezTo>
                  <a:pt x="909407" y="82559"/>
                  <a:pt x="890772" y="90553"/>
                  <a:pt x="918972" y="81153"/>
                </a:cubicBezTo>
                <a:cubicBezTo>
                  <a:pt x="931585" y="83956"/>
                  <a:pt x="972707" y="91119"/>
                  <a:pt x="992124" y="99441"/>
                </a:cubicBezTo>
                <a:cubicBezTo>
                  <a:pt x="1020572" y="111633"/>
                  <a:pt x="1018396" y="116887"/>
                  <a:pt x="1053084" y="123825"/>
                </a:cubicBezTo>
                <a:cubicBezTo>
                  <a:pt x="1071127" y="127434"/>
                  <a:pt x="1089660" y="127889"/>
                  <a:pt x="1107948" y="129921"/>
                </a:cubicBezTo>
                <a:cubicBezTo>
                  <a:pt x="1148588" y="127889"/>
                  <a:pt x="1189445" y="128489"/>
                  <a:pt x="1229868" y="123825"/>
                </a:cubicBezTo>
                <a:cubicBezTo>
                  <a:pt x="1242635" y="122352"/>
                  <a:pt x="1254512" y="116406"/>
                  <a:pt x="1266444" y="111633"/>
                </a:cubicBezTo>
                <a:cubicBezTo>
                  <a:pt x="1285780" y="103899"/>
                  <a:pt x="1292620" y="98246"/>
                  <a:pt x="1309116" y="87249"/>
                </a:cubicBezTo>
                <a:cubicBezTo>
                  <a:pt x="1326850" y="60648"/>
                  <a:pt x="1313734" y="75242"/>
                  <a:pt x="1339596" y="56769"/>
                </a:cubicBezTo>
                <a:cubicBezTo>
                  <a:pt x="1347864" y="50864"/>
                  <a:pt x="1354893" y="43025"/>
                  <a:pt x="1363980" y="38481"/>
                </a:cubicBezTo>
                <a:cubicBezTo>
                  <a:pt x="1375475" y="32734"/>
                  <a:pt x="1388364" y="30353"/>
                  <a:pt x="1400556" y="26289"/>
                </a:cubicBezTo>
                <a:lnTo>
                  <a:pt x="1437132" y="14097"/>
                </a:lnTo>
                <a:cubicBezTo>
                  <a:pt x="1443228" y="12065"/>
                  <a:pt x="1449016" y="8535"/>
                  <a:pt x="1455420" y="8001"/>
                </a:cubicBezTo>
                <a:lnTo>
                  <a:pt x="1551432" y="0"/>
                </a:lnTo>
              </a:path>
            </a:pathLst>
          </a:cu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975D526-71D3-4C1B-93AC-0C1DC9757995}"/>
              </a:ext>
            </a:extLst>
          </p:cNvPr>
          <p:cNvSpPr/>
          <p:nvPr/>
        </p:nvSpPr>
        <p:spPr>
          <a:xfrm>
            <a:off x="9710001" y="2024283"/>
            <a:ext cx="1552956" cy="240280"/>
          </a:xfrm>
          <a:custGeom>
            <a:avLst/>
            <a:gdLst>
              <a:gd name="connsiteX0" fmla="*/ 0 w 1895856"/>
              <a:gd name="connsiteY0" fmla="*/ 75183 h 240280"/>
              <a:gd name="connsiteX1" fmla="*/ 262128 w 1895856"/>
              <a:gd name="connsiteY1" fmla="*/ 32511 h 240280"/>
              <a:gd name="connsiteX2" fmla="*/ 286512 w 1895856"/>
              <a:gd name="connsiteY2" fmla="*/ 26415 h 240280"/>
              <a:gd name="connsiteX3" fmla="*/ 304800 w 1895856"/>
              <a:gd name="connsiteY3" fmla="*/ 20319 h 240280"/>
              <a:gd name="connsiteX4" fmla="*/ 310896 w 1895856"/>
              <a:gd name="connsiteY4" fmla="*/ 2031 h 240280"/>
              <a:gd name="connsiteX5" fmla="*/ 335280 w 1895856"/>
              <a:gd name="connsiteY5" fmla="*/ 26415 h 240280"/>
              <a:gd name="connsiteX6" fmla="*/ 371856 w 1895856"/>
              <a:gd name="connsiteY6" fmla="*/ 93471 h 240280"/>
              <a:gd name="connsiteX7" fmla="*/ 426720 w 1895856"/>
              <a:gd name="connsiteY7" fmla="*/ 136143 h 240280"/>
              <a:gd name="connsiteX8" fmla="*/ 451104 w 1895856"/>
              <a:gd name="connsiteY8" fmla="*/ 148335 h 240280"/>
              <a:gd name="connsiteX9" fmla="*/ 518160 w 1895856"/>
              <a:gd name="connsiteY9" fmla="*/ 160527 h 240280"/>
              <a:gd name="connsiteX10" fmla="*/ 536448 w 1895856"/>
              <a:gd name="connsiteY10" fmla="*/ 166623 h 240280"/>
              <a:gd name="connsiteX11" fmla="*/ 627888 w 1895856"/>
              <a:gd name="connsiteY11" fmla="*/ 154431 h 240280"/>
              <a:gd name="connsiteX12" fmla="*/ 646176 w 1895856"/>
              <a:gd name="connsiteY12" fmla="*/ 136143 h 240280"/>
              <a:gd name="connsiteX13" fmla="*/ 664464 w 1895856"/>
              <a:gd name="connsiteY13" fmla="*/ 130047 h 240280"/>
              <a:gd name="connsiteX14" fmla="*/ 688848 w 1895856"/>
              <a:gd name="connsiteY14" fmla="*/ 111759 h 240280"/>
              <a:gd name="connsiteX15" fmla="*/ 707136 w 1895856"/>
              <a:gd name="connsiteY15" fmla="*/ 93471 h 240280"/>
              <a:gd name="connsiteX16" fmla="*/ 755904 w 1895856"/>
              <a:gd name="connsiteY16" fmla="*/ 87375 h 240280"/>
              <a:gd name="connsiteX17" fmla="*/ 829056 w 1895856"/>
              <a:gd name="connsiteY17" fmla="*/ 111759 h 240280"/>
              <a:gd name="connsiteX18" fmla="*/ 865632 w 1895856"/>
              <a:gd name="connsiteY18" fmla="*/ 148335 h 240280"/>
              <a:gd name="connsiteX19" fmla="*/ 883920 w 1895856"/>
              <a:gd name="connsiteY19" fmla="*/ 154431 h 240280"/>
              <a:gd name="connsiteX20" fmla="*/ 926592 w 1895856"/>
              <a:gd name="connsiteY20" fmla="*/ 178815 h 240280"/>
              <a:gd name="connsiteX21" fmla="*/ 969264 w 1895856"/>
              <a:gd name="connsiteY21" fmla="*/ 191007 h 240280"/>
              <a:gd name="connsiteX22" fmla="*/ 1005840 w 1895856"/>
              <a:gd name="connsiteY22" fmla="*/ 203199 h 240280"/>
              <a:gd name="connsiteX23" fmla="*/ 1036320 w 1895856"/>
              <a:gd name="connsiteY23" fmla="*/ 209295 h 240280"/>
              <a:gd name="connsiteX24" fmla="*/ 1103376 w 1895856"/>
              <a:gd name="connsiteY24" fmla="*/ 221487 h 240280"/>
              <a:gd name="connsiteX25" fmla="*/ 1127760 w 1895856"/>
              <a:gd name="connsiteY25" fmla="*/ 233679 h 240280"/>
              <a:gd name="connsiteX26" fmla="*/ 1267968 w 1895856"/>
              <a:gd name="connsiteY26" fmla="*/ 233679 h 240280"/>
              <a:gd name="connsiteX27" fmla="*/ 1304544 w 1895856"/>
              <a:gd name="connsiteY27" fmla="*/ 191007 h 240280"/>
              <a:gd name="connsiteX28" fmla="*/ 1310640 w 1895856"/>
              <a:gd name="connsiteY28" fmla="*/ 172719 h 240280"/>
              <a:gd name="connsiteX29" fmla="*/ 1328928 w 1895856"/>
              <a:gd name="connsiteY29" fmla="*/ 154431 h 240280"/>
              <a:gd name="connsiteX30" fmla="*/ 1341120 w 1895856"/>
              <a:gd name="connsiteY30" fmla="*/ 136143 h 240280"/>
              <a:gd name="connsiteX31" fmla="*/ 1377696 w 1895856"/>
              <a:gd name="connsiteY31" fmla="*/ 111759 h 240280"/>
              <a:gd name="connsiteX32" fmla="*/ 1420368 w 1895856"/>
              <a:gd name="connsiteY32" fmla="*/ 81279 h 240280"/>
              <a:gd name="connsiteX33" fmla="*/ 1524000 w 1895856"/>
              <a:gd name="connsiteY33" fmla="*/ 87375 h 240280"/>
              <a:gd name="connsiteX34" fmla="*/ 1566672 w 1895856"/>
              <a:gd name="connsiteY34" fmla="*/ 99567 h 240280"/>
              <a:gd name="connsiteX35" fmla="*/ 1591056 w 1895856"/>
              <a:gd name="connsiteY35" fmla="*/ 111759 h 240280"/>
              <a:gd name="connsiteX36" fmla="*/ 1609344 w 1895856"/>
              <a:gd name="connsiteY36" fmla="*/ 117855 h 240280"/>
              <a:gd name="connsiteX37" fmla="*/ 1822704 w 1895856"/>
              <a:gd name="connsiteY37" fmla="*/ 111759 h 240280"/>
              <a:gd name="connsiteX38" fmla="*/ 1859280 w 1895856"/>
              <a:gd name="connsiteY38" fmla="*/ 93471 h 240280"/>
              <a:gd name="connsiteX39" fmla="*/ 1877568 w 1895856"/>
              <a:gd name="connsiteY39" fmla="*/ 87375 h 240280"/>
              <a:gd name="connsiteX40" fmla="*/ 1895856 w 1895856"/>
              <a:gd name="connsiteY40" fmla="*/ 75183 h 240280"/>
              <a:gd name="connsiteX0" fmla="*/ 0 w 1857756"/>
              <a:gd name="connsiteY0" fmla="*/ 67563 h 240280"/>
              <a:gd name="connsiteX1" fmla="*/ 224028 w 1857756"/>
              <a:gd name="connsiteY1" fmla="*/ 32511 h 240280"/>
              <a:gd name="connsiteX2" fmla="*/ 248412 w 1857756"/>
              <a:gd name="connsiteY2" fmla="*/ 26415 h 240280"/>
              <a:gd name="connsiteX3" fmla="*/ 266700 w 1857756"/>
              <a:gd name="connsiteY3" fmla="*/ 20319 h 240280"/>
              <a:gd name="connsiteX4" fmla="*/ 272796 w 1857756"/>
              <a:gd name="connsiteY4" fmla="*/ 2031 h 240280"/>
              <a:gd name="connsiteX5" fmla="*/ 297180 w 1857756"/>
              <a:gd name="connsiteY5" fmla="*/ 26415 h 240280"/>
              <a:gd name="connsiteX6" fmla="*/ 333756 w 1857756"/>
              <a:gd name="connsiteY6" fmla="*/ 93471 h 240280"/>
              <a:gd name="connsiteX7" fmla="*/ 388620 w 1857756"/>
              <a:gd name="connsiteY7" fmla="*/ 136143 h 240280"/>
              <a:gd name="connsiteX8" fmla="*/ 413004 w 1857756"/>
              <a:gd name="connsiteY8" fmla="*/ 148335 h 240280"/>
              <a:gd name="connsiteX9" fmla="*/ 480060 w 1857756"/>
              <a:gd name="connsiteY9" fmla="*/ 160527 h 240280"/>
              <a:gd name="connsiteX10" fmla="*/ 498348 w 1857756"/>
              <a:gd name="connsiteY10" fmla="*/ 166623 h 240280"/>
              <a:gd name="connsiteX11" fmla="*/ 589788 w 1857756"/>
              <a:gd name="connsiteY11" fmla="*/ 154431 h 240280"/>
              <a:gd name="connsiteX12" fmla="*/ 608076 w 1857756"/>
              <a:gd name="connsiteY12" fmla="*/ 136143 h 240280"/>
              <a:gd name="connsiteX13" fmla="*/ 626364 w 1857756"/>
              <a:gd name="connsiteY13" fmla="*/ 130047 h 240280"/>
              <a:gd name="connsiteX14" fmla="*/ 650748 w 1857756"/>
              <a:gd name="connsiteY14" fmla="*/ 111759 h 240280"/>
              <a:gd name="connsiteX15" fmla="*/ 669036 w 1857756"/>
              <a:gd name="connsiteY15" fmla="*/ 93471 h 240280"/>
              <a:gd name="connsiteX16" fmla="*/ 717804 w 1857756"/>
              <a:gd name="connsiteY16" fmla="*/ 87375 h 240280"/>
              <a:gd name="connsiteX17" fmla="*/ 790956 w 1857756"/>
              <a:gd name="connsiteY17" fmla="*/ 111759 h 240280"/>
              <a:gd name="connsiteX18" fmla="*/ 827532 w 1857756"/>
              <a:gd name="connsiteY18" fmla="*/ 148335 h 240280"/>
              <a:gd name="connsiteX19" fmla="*/ 845820 w 1857756"/>
              <a:gd name="connsiteY19" fmla="*/ 154431 h 240280"/>
              <a:gd name="connsiteX20" fmla="*/ 888492 w 1857756"/>
              <a:gd name="connsiteY20" fmla="*/ 178815 h 240280"/>
              <a:gd name="connsiteX21" fmla="*/ 931164 w 1857756"/>
              <a:gd name="connsiteY21" fmla="*/ 191007 h 240280"/>
              <a:gd name="connsiteX22" fmla="*/ 967740 w 1857756"/>
              <a:gd name="connsiteY22" fmla="*/ 203199 h 240280"/>
              <a:gd name="connsiteX23" fmla="*/ 998220 w 1857756"/>
              <a:gd name="connsiteY23" fmla="*/ 209295 h 240280"/>
              <a:gd name="connsiteX24" fmla="*/ 1065276 w 1857756"/>
              <a:gd name="connsiteY24" fmla="*/ 221487 h 240280"/>
              <a:gd name="connsiteX25" fmla="*/ 1089660 w 1857756"/>
              <a:gd name="connsiteY25" fmla="*/ 233679 h 240280"/>
              <a:gd name="connsiteX26" fmla="*/ 1229868 w 1857756"/>
              <a:gd name="connsiteY26" fmla="*/ 233679 h 240280"/>
              <a:gd name="connsiteX27" fmla="*/ 1266444 w 1857756"/>
              <a:gd name="connsiteY27" fmla="*/ 191007 h 240280"/>
              <a:gd name="connsiteX28" fmla="*/ 1272540 w 1857756"/>
              <a:gd name="connsiteY28" fmla="*/ 172719 h 240280"/>
              <a:gd name="connsiteX29" fmla="*/ 1290828 w 1857756"/>
              <a:gd name="connsiteY29" fmla="*/ 154431 h 240280"/>
              <a:gd name="connsiteX30" fmla="*/ 1303020 w 1857756"/>
              <a:gd name="connsiteY30" fmla="*/ 136143 h 240280"/>
              <a:gd name="connsiteX31" fmla="*/ 1339596 w 1857756"/>
              <a:gd name="connsiteY31" fmla="*/ 111759 h 240280"/>
              <a:gd name="connsiteX32" fmla="*/ 1382268 w 1857756"/>
              <a:gd name="connsiteY32" fmla="*/ 81279 h 240280"/>
              <a:gd name="connsiteX33" fmla="*/ 1485900 w 1857756"/>
              <a:gd name="connsiteY33" fmla="*/ 87375 h 240280"/>
              <a:gd name="connsiteX34" fmla="*/ 1528572 w 1857756"/>
              <a:gd name="connsiteY34" fmla="*/ 99567 h 240280"/>
              <a:gd name="connsiteX35" fmla="*/ 1552956 w 1857756"/>
              <a:gd name="connsiteY35" fmla="*/ 111759 h 240280"/>
              <a:gd name="connsiteX36" fmla="*/ 1571244 w 1857756"/>
              <a:gd name="connsiteY36" fmla="*/ 117855 h 240280"/>
              <a:gd name="connsiteX37" fmla="*/ 1784604 w 1857756"/>
              <a:gd name="connsiteY37" fmla="*/ 111759 h 240280"/>
              <a:gd name="connsiteX38" fmla="*/ 1821180 w 1857756"/>
              <a:gd name="connsiteY38" fmla="*/ 93471 h 240280"/>
              <a:gd name="connsiteX39" fmla="*/ 1839468 w 1857756"/>
              <a:gd name="connsiteY39" fmla="*/ 87375 h 240280"/>
              <a:gd name="connsiteX40" fmla="*/ 1857756 w 1857756"/>
              <a:gd name="connsiteY40" fmla="*/ 75183 h 240280"/>
              <a:gd name="connsiteX0" fmla="*/ 0 w 1839468"/>
              <a:gd name="connsiteY0" fmla="*/ 67563 h 240280"/>
              <a:gd name="connsiteX1" fmla="*/ 224028 w 1839468"/>
              <a:gd name="connsiteY1" fmla="*/ 32511 h 240280"/>
              <a:gd name="connsiteX2" fmla="*/ 248412 w 1839468"/>
              <a:gd name="connsiteY2" fmla="*/ 26415 h 240280"/>
              <a:gd name="connsiteX3" fmla="*/ 266700 w 1839468"/>
              <a:gd name="connsiteY3" fmla="*/ 20319 h 240280"/>
              <a:gd name="connsiteX4" fmla="*/ 272796 w 1839468"/>
              <a:gd name="connsiteY4" fmla="*/ 2031 h 240280"/>
              <a:gd name="connsiteX5" fmla="*/ 297180 w 1839468"/>
              <a:gd name="connsiteY5" fmla="*/ 26415 h 240280"/>
              <a:gd name="connsiteX6" fmla="*/ 333756 w 1839468"/>
              <a:gd name="connsiteY6" fmla="*/ 93471 h 240280"/>
              <a:gd name="connsiteX7" fmla="*/ 388620 w 1839468"/>
              <a:gd name="connsiteY7" fmla="*/ 136143 h 240280"/>
              <a:gd name="connsiteX8" fmla="*/ 413004 w 1839468"/>
              <a:gd name="connsiteY8" fmla="*/ 148335 h 240280"/>
              <a:gd name="connsiteX9" fmla="*/ 480060 w 1839468"/>
              <a:gd name="connsiteY9" fmla="*/ 160527 h 240280"/>
              <a:gd name="connsiteX10" fmla="*/ 498348 w 1839468"/>
              <a:gd name="connsiteY10" fmla="*/ 166623 h 240280"/>
              <a:gd name="connsiteX11" fmla="*/ 589788 w 1839468"/>
              <a:gd name="connsiteY11" fmla="*/ 154431 h 240280"/>
              <a:gd name="connsiteX12" fmla="*/ 608076 w 1839468"/>
              <a:gd name="connsiteY12" fmla="*/ 136143 h 240280"/>
              <a:gd name="connsiteX13" fmla="*/ 626364 w 1839468"/>
              <a:gd name="connsiteY13" fmla="*/ 130047 h 240280"/>
              <a:gd name="connsiteX14" fmla="*/ 650748 w 1839468"/>
              <a:gd name="connsiteY14" fmla="*/ 111759 h 240280"/>
              <a:gd name="connsiteX15" fmla="*/ 669036 w 1839468"/>
              <a:gd name="connsiteY15" fmla="*/ 93471 h 240280"/>
              <a:gd name="connsiteX16" fmla="*/ 717804 w 1839468"/>
              <a:gd name="connsiteY16" fmla="*/ 87375 h 240280"/>
              <a:gd name="connsiteX17" fmla="*/ 790956 w 1839468"/>
              <a:gd name="connsiteY17" fmla="*/ 111759 h 240280"/>
              <a:gd name="connsiteX18" fmla="*/ 827532 w 1839468"/>
              <a:gd name="connsiteY18" fmla="*/ 148335 h 240280"/>
              <a:gd name="connsiteX19" fmla="*/ 845820 w 1839468"/>
              <a:gd name="connsiteY19" fmla="*/ 154431 h 240280"/>
              <a:gd name="connsiteX20" fmla="*/ 888492 w 1839468"/>
              <a:gd name="connsiteY20" fmla="*/ 178815 h 240280"/>
              <a:gd name="connsiteX21" fmla="*/ 931164 w 1839468"/>
              <a:gd name="connsiteY21" fmla="*/ 191007 h 240280"/>
              <a:gd name="connsiteX22" fmla="*/ 967740 w 1839468"/>
              <a:gd name="connsiteY22" fmla="*/ 203199 h 240280"/>
              <a:gd name="connsiteX23" fmla="*/ 998220 w 1839468"/>
              <a:gd name="connsiteY23" fmla="*/ 209295 h 240280"/>
              <a:gd name="connsiteX24" fmla="*/ 1065276 w 1839468"/>
              <a:gd name="connsiteY24" fmla="*/ 221487 h 240280"/>
              <a:gd name="connsiteX25" fmla="*/ 1089660 w 1839468"/>
              <a:gd name="connsiteY25" fmla="*/ 233679 h 240280"/>
              <a:gd name="connsiteX26" fmla="*/ 1229868 w 1839468"/>
              <a:gd name="connsiteY26" fmla="*/ 233679 h 240280"/>
              <a:gd name="connsiteX27" fmla="*/ 1266444 w 1839468"/>
              <a:gd name="connsiteY27" fmla="*/ 191007 h 240280"/>
              <a:gd name="connsiteX28" fmla="*/ 1272540 w 1839468"/>
              <a:gd name="connsiteY28" fmla="*/ 172719 h 240280"/>
              <a:gd name="connsiteX29" fmla="*/ 1290828 w 1839468"/>
              <a:gd name="connsiteY29" fmla="*/ 154431 h 240280"/>
              <a:gd name="connsiteX30" fmla="*/ 1303020 w 1839468"/>
              <a:gd name="connsiteY30" fmla="*/ 136143 h 240280"/>
              <a:gd name="connsiteX31" fmla="*/ 1339596 w 1839468"/>
              <a:gd name="connsiteY31" fmla="*/ 111759 h 240280"/>
              <a:gd name="connsiteX32" fmla="*/ 1382268 w 1839468"/>
              <a:gd name="connsiteY32" fmla="*/ 81279 h 240280"/>
              <a:gd name="connsiteX33" fmla="*/ 1485900 w 1839468"/>
              <a:gd name="connsiteY33" fmla="*/ 87375 h 240280"/>
              <a:gd name="connsiteX34" fmla="*/ 1528572 w 1839468"/>
              <a:gd name="connsiteY34" fmla="*/ 99567 h 240280"/>
              <a:gd name="connsiteX35" fmla="*/ 1552956 w 1839468"/>
              <a:gd name="connsiteY35" fmla="*/ 111759 h 240280"/>
              <a:gd name="connsiteX36" fmla="*/ 1571244 w 1839468"/>
              <a:gd name="connsiteY36" fmla="*/ 117855 h 240280"/>
              <a:gd name="connsiteX37" fmla="*/ 1784604 w 1839468"/>
              <a:gd name="connsiteY37" fmla="*/ 111759 h 240280"/>
              <a:gd name="connsiteX38" fmla="*/ 1821180 w 1839468"/>
              <a:gd name="connsiteY38" fmla="*/ 93471 h 240280"/>
              <a:gd name="connsiteX39" fmla="*/ 1839468 w 1839468"/>
              <a:gd name="connsiteY39" fmla="*/ 87375 h 240280"/>
              <a:gd name="connsiteX0" fmla="*/ 0 w 1821180"/>
              <a:gd name="connsiteY0" fmla="*/ 67563 h 240280"/>
              <a:gd name="connsiteX1" fmla="*/ 224028 w 1821180"/>
              <a:gd name="connsiteY1" fmla="*/ 32511 h 240280"/>
              <a:gd name="connsiteX2" fmla="*/ 248412 w 1821180"/>
              <a:gd name="connsiteY2" fmla="*/ 26415 h 240280"/>
              <a:gd name="connsiteX3" fmla="*/ 266700 w 1821180"/>
              <a:gd name="connsiteY3" fmla="*/ 20319 h 240280"/>
              <a:gd name="connsiteX4" fmla="*/ 272796 w 1821180"/>
              <a:gd name="connsiteY4" fmla="*/ 2031 h 240280"/>
              <a:gd name="connsiteX5" fmla="*/ 297180 w 1821180"/>
              <a:gd name="connsiteY5" fmla="*/ 26415 h 240280"/>
              <a:gd name="connsiteX6" fmla="*/ 333756 w 1821180"/>
              <a:gd name="connsiteY6" fmla="*/ 93471 h 240280"/>
              <a:gd name="connsiteX7" fmla="*/ 388620 w 1821180"/>
              <a:gd name="connsiteY7" fmla="*/ 136143 h 240280"/>
              <a:gd name="connsiteX8" fmla="*/ 413004 w 1821180"/>
              <a:gd name="connsiteY8" fmla="*/ 148335 h 240280"/>
              <a:gd name="connsiteX9" fmla="*/ 480060 w 1821180"/>
              <a:gd name="connsiteY9" fmla="*/ 160527 h 240280"/>
              <a:gd name="connsiteX10" fmla="*/ 498348 w 1821180"/>
              <a:gd name="connsiteY10" fmla="*/ 166623 h 240280"/>
              <a:gd name="connsiteX11" fmla="*/ 589788 w 1821180"/>
              <a:gd name="connsiteY11" fmla="*/ 154431 h 240280"/>
              <a:gd name="connsiteX12" fmla="*/ 608076 w 1821180"/>
              <a:gd name="connsiteY12" fmla="*/ 136143 h 240280"/>
              <a:gd name="connsiteX13" fmla="*/ 626364 w 1821180"/>
              <a:gd name="connsiteY13" fmla="*/ 130047 h 240280"/>
              <a:gd name="connsiteX14" fmla="*/ 650748 w 1821180"/>
              <a:gd name="connsiteY14" fmla="*/ 111759 h 240280"/>
              <a:gd name="connsiteX15" fmla="*/ 669036 w 1821180"/>
              <a:gd name="connsiteY15" fmla="*/ 93471 h 240280"/>
              <a:gd name="connsiteX16" fmla="*/ 717804 w 1821180"/>
              <a:gd name="connsiteY16" fmla="*/ 87375 h 240280"/>
              <a:gd name="connsiteX17" fmla="*/ 790956 w 1821180"/>
              <a:gd name="connsiteY17" fmla="*/ 111759 h 240280"/>
              <a:gd name="connsiteX18" fmla="*/ 827532 w 1821180"/>
              <a:gd name="connsiteY18" fmla="*/ 148335 h 240280"/>
              <a:gd name="connsiteX19" fmla="*/ 845820 w 1821180"/>
              <a:gd name="connsiteY19" fmla="*/ 154431 h 240280"/>
              <a:gd name="connsiteX20" fmla="*/ 888492 w 1821180"/>
              <a:gd name="connsiteY20" fmla="*/ 178815 h 240280"/>
              <a:gd name="connsiteX21" fmla="*/ 931164 w 1821180"/>
              <a:gd name="connsiteY21" fmla="*/ 191007 h 240280"/>
              <a:gd name="connsiteX22" fmla="*/ 967740 w 1821180"/>
              <a:gd name="connsiteY22" fmla="*/ 203199 h 240280"/>
              <a:gd name="connsiteX23" fmla="*/ 998220 w 1821180"/>
              <a:gd name="connsiteY23" fmla="*/ 209295 h 240280"/>
              <a:gd name="connsiteX24" fmla="*/ 1065276 w 1821180"/>
              <a:gd name="connsiteY24" fmla="*/ 221487 h 240280"/>
              <a:gd name="connsiteX25" fmla="*/ 1089660 w 1821180"/>
              <a:gd name="connsiteY25" fmla="*/ 233679 h 240280"/>
              <a:gd name="connsiteX26" fmla="*/ 1229868 w 1821180"/>
              <a:gd name="connsiteY26" fmla="*/ 233679 h 240280"/>
              <a:gd name="connsiteX27" fmla="*/ 1266444 w 1821180"/>
              <a:gd name="connsiteY27" fmla="*/ 191007 h 240280"/>
              <a:gd name="connsiteX28" fmla="*/ 1272540 w 1821180"/>
              <a:gd name="connsiteY28" fmla="*/ 172719 h 240280"/>
              <a:gd name="connsiteX29" fmla="*/ 1290828 w 1821180"/>
              <a:gd name="connsiteY29" fmla="*/ 154431 h 240280"/>
              <a:gd name="connsiteX30" fmla="*/ 1303020 w 1821180"/>
              <a:gd name="connsiteY30" fmla="*/ 136143 h 240280"/>
              <a:gd name="connsiteX31" fmla="*/ 1339596 w 1821180"/>
              <a:gd name="connsiteY31" fmla="*/ 111759 h 240280"/>
              <a:gd name="connsiteX32" fmla="*/ 1382268 w 1821180"/>
              <a:gd name="connsiteY32" fmla="*/ 81279 h 240280"/>
              <a:gd name="connsiteX33" fmla="*/ 1485900 w 1821180"/>
              <a:gd name="connsiteY33" fmla="*/ 87375 h 240280"/>
              <a:gd name="connsiteX34" fmla="*/ 1528572 w 1821180"/>
              <a:gd name="connsiteY34" fmla="*/ 99567 h 240280"/>
              <a:gd name="connsiteX35" fmla="*/ 1552956 w 1821180"/>
              <a:gd name="connsiteY35" fmla="*/ 111759 h 240280"/>
              <a:gd name="connsiteX36" fmla="*/ 1571244 w 1821180"/>
              <a:gd name="connsiteY36" fmla="*/ 117855 h 240280"/>
              <a:gd name="connsiteX37" fmla="*/ 1784604 w 1821180"/>
              <a:gd name="connsiteY37" fmla="*/ 111759 h 240280"/>
              <a:gd name="connsiteX38" fmla="*/ 1821180 w 1821180"/>
              <a:gd name="connsiteY38" fmla="*/ 93471 h 240280"/>
              <a:gd name="connsiteX0" fmla="*/ 0 w 1784604"/>
              <a:gd name="connsiteY0" fmla="*/ 67563 h 240280"/>
              <a:gd name="connsiteX1" fmla="*/ 224028 w 1784604"/>
              <a:gd name="connsiteY1" fmla="*/ 32511 h 240280"/>
              <a:gd name="connsiteX2" fmla="*/ 248412 w 1784604"/>
              <a:gd name="connsiteY2" fmla="*/ 26415 h 240280"/>
              <a:gd name="connsiteX3" fmla="*/ 266700 w 1784604"/>
              <a:gd name="connsiteY3" fmla="*/ 20319 h 240280"/>
              <a:gd name="connsiteX4" fmla="*/ 272796 w 1784604"/>
              <a:gd name="connsiteY4" fmla="*/ 2031 h 240280"/>
              <a:gd name="connsiteX5" fmla="*/ 297180 w 1784604"/>
              <a:gd name="connsiteY5" fmla="*/ 26415 h 240280"/>
              <a:gd name="connsiteX6" fmla="*/ 333756 w 1784604"/>
              <a:gd name="connsiteY6" fmla="*/ 93471 h 240280"/>
              <a:gd name="connsiteX7" fmla="*/ 388620 w 1784604"/>
              <a:gd name="connsiteY7" fmla="*/ 136143 h 240280"/>
              <a:gd name="connsiteX8" fmla="*/ 413004 w 1784604"/>
              <a:gd name="connsiteY8" fmla="*/ 148335 h 240280"/>
              <a:gd name="connsiteX9" fmla="*/ 480060 w 1784604"/>
              <a:gd name="connsiteY9" fmla="*/ 160527 h 240280"/>
              <a:gd name="connsiteX10" fmla="*/ 498348 w 1784604"/>
              <a:gd name="connsiteY10" fmla="*/ 166623 h 240280"/>
              <a:gd name="connsiteX11" fmla="*/ 589788 w 1784604"/>
              <a:gd name="connsiteY11" fmla="*/ 154431 h 240280"/>
              <a:gd name="connsiteX12" fmla="*/ 608076 w 1784604"/>
              <a:gd name="connsiteY12" fmla="*/ 136143 h 240280"/>
              <a:gd name="connsiteX13" fmla="*/ 626364 w 1784604"/>
              <a:gd name="connsiteY13" fmla="*/ 130047 h 240280"/>
              <a:gd name="connsiteX14" fmla="*/ 650748 w 1784604"/>
              <a:gd name="connsiteY14" fmla="*/ 111759 h 240280"/>
              <a:gd name="connsiteX15" fmla="*/ 669036 w 1784604"/>
              <a:gd name="connsiteY15" fmla="*/ 93471 h 240280"/>
              <a:gd name="connsiteX16" fmla="*/ 717804 w 1784604"/>
              <a:gd name="connsiteY16" fmla="*/ 87375 h 240280"/>
              <a:gd name="connsiteX17" fmla="*/ 790956 w 1784604"/>
              <a:gd name="connsiteY17" fmla="*/ 111759 h 240280"/>
              <a:gd name="connsiteX18" fmla="*/ 827532 w 1784604"/>
              <a:gd name="connsiteY18" fmla="*/ 148335 h 240280"/>
              <a:gd name="connsiteX19" fmla="*/ 845820 w 1784604"/>
              <a:gd name="connsiteY19" fmla="*/ 154431 h 240280"/>
              <a:gd name="connsiteX20" fmla="*/ 888492 w 1784604"/>
              <a:gd name="connsiteY20" fmla="*/ 178815 h 240280"/>
              <a:gd name="connsiteX21" fmla="*/ 931164 w 1784604"/>
              <a:gd name="connsiteY21" fmla="*/ 191007 h 240280"/>
              <a:gd name="connsiteX22" fmla="*/ 967740 w 1784604"/>
              <a:gd name="connsiteY22" fmla="*/ 203199 h 240280"/>
              <a:gd name="connsiteX23" fmla="*/ 998220 w 1784604"/>
              <a:gd name="connsiteY23" fmla="*/ 209295 h 240280"/>
              <a:gd name="connsiteX24" fmla="*/ 1065276 w 1784604"/>
              <a:gd name="connsiteY24" fmla="*/ 221487 h 240280"/>
              <a:gd name="connsiteX25" fmla="*/ 1089660 w 1784604"/>
              <a:gd name="connsiteY25" fmla="*/ 233679 h 240280"/>
              <a:gd name="connsiteX26" fmla="*/ 1229868 w 1784604"/>
              <a:gd name="connsiteY26" fmla="*/ 233679 h 240280"/>
              <a:gd name="connsiteX27" fmla="*/ 1266444 w 1784604"/>
              <a:gd name="connsiteY27" fmla="*/ 191007 h 240280"/>
              <a:gd name="connsiteX28" fmla="*/ 1272540 w 1784604"/>
              <a:gd name="connsiteY28" fmla="*/ 172719 h 240280"/>
              <a:gd name="connsiteX29" fmla="*/ 1290828 w 1784604"/>
              <a:gd name="connsiteY29" fmla="*/ 154431 h 240280"/>
              <a:gd name="connsiteX30" fmla="*/ 1303020 w 1784604"/>
              <a:gd name="connsiteY30" fmla="*/ 136143 h 240280"/>
              <a:gd name="connsiteX31" fmla="*/ 1339596 w 1784604"/>
              <a:gd name="connsiteY31" fmla="*/ 111759 h 240280"/>
              <a:gd name="connsiteX32" fmla="*/ 1382268 w 1784604"/>
              <a:gd name="connsiteY32" fmla="*/ 81279 h 240280"/>
              <a:gd name="connsiteX33" fmla="*/ 1485900 w 1784604"/>
              <a:gd name="connsiteY33" fmla="*/ 87375 h 240280"/>
              <a:gd name="connsiteX34" fmla="*/ 1528572 w 1784604"/>
              <a:gd name="connsiteY34" fmla="*/ 99567 h 240280"/>
              <a:gd name="connsiteX35" fmla="*/ 1552956 w 1784604"/>
              <a:gd name="connsiteY35" fmla="*/ 111759 h 240280"/>
              <a:gd name="connsiteX36" fmla="*/ 1571244 w 1784604"/>
              <a:gd name="connsiteY36" fmla="*/ 117855 h 240280"/>
              <a:gd name="connsiteX37" fmla="*/ 1784604 w 1784604"/>
              <a:gd name="connsiteY37" fmla="*/ 111759 h 240280"/>
              <a:gd name="connsiteX0" fmla="*/ 0 w 1571244"/>
              <a:gd name="connsiteY0" fmla="*/ 67563 h 240280"/>
              <a:gd name="connsiteX1" fmla="*/ 224028 w 1571244"/>
              <a:gd name="connsiteY1" fmla="*/ 32511 h 240280"/>
              <a:gd name="connsiteX2" fmla="*/ 248412 w 1571244"/>
              <a:gd name="connsiteY2" fmla="*/ 26415 h 240280"/>
              <a:gd name="connsiteX3" fmla="*/ 266700 w 1571244"/>
              <a:gd name="connsiteY3" fmla="*/ 20319 h 240280"/>
              <a:gd name="connsiteX4" fmla="*/ 272796 w 1571244"/>
              <a:gd name="connsiteY4" fmla="*/ 2031 h 240280"/>
              <a:gd name="connsiteX5" fmla="*/ 297180 w 1571244"/>
              <a:gd name="connsiteY5" fmla="*/ 26415 h 240280"/>
              <a:gd name="connsiteX6" fmla="*/ 333756 w 1571244"/>
              <a:gd name="connsiteY6" fmla="*/ 93471 h 240280"/>
              <a:gd name="connsiteX7" fmla="*/ 388620 w 1571244"/>
              <a:gd name="connsiteY7" fmla="*/ 136143 h 240280"/>
              <a:gd name="connsiteX8" fmla="*/ 413004 w 1571244"/>
              <a:gd name="connsiteY8" fmla="*/ 148335 h 240280"/>
              <a:gd name="connsiteX9" fmla="*/ 480060 w 1571244"/>
              <a:gd name="connsiteY9" fmla="*/ 160527 h 240280"/>
              <a:gd name="connsiteX10" fmla="*/ 498348 w 1571244"/>
              <a:gd name="connsiteY10" fmla="*/ 166623 h 240280"/>
              <a:gd name="connsiteX11" fmla="*/ 589788 w 1571244"/>
              <a:gd name="connsiteY11" fmla="*/ 154431 h 240280"/>
              <a:gd name="connsiteX12" fmla="*/ 608076 w 1571244"/>
              <a:gd name="connsiteY12" fmla="*/ 136143 h 240280"/>
              <a:gd name="connsiteX13" fmla="*/ 626364 w 1571244"/>
              <a:gd name="connsiteY13" fmla="*/ 130047 h 240280"/>
              <a:gd name="connsiteX14" fmla="*/ 650748 w 1571244"/>
              <a:gd name="connsiteY14" fmla="*/ 111759 h 240280"/>
              <a:gd name="connsiteX15" fmla="*/ 669036 w 1571244"/>
              <a:gd name="connsiteY15" fmla="*/ 93471 h 240280"/>
              <a:gd name="connsiteX16" fmla="*/ 717804 w 1571244"/>
              <a:gd name="connsiteY16" fmla="*/ 87375 h 240280"/>
              <a:gd name="connsiteX17" fmla="*/ 790956 w 1571244"/>
              <a:gd name="connsiteY17" fmla="*/ 111759 h 240280"/>
              <a:gd name="connsiteX18" fmla="*/ 827532 w 1571244"/>
              <a:gd name="connsiteY18" fmla="*/ 148335 h 240280"/>
              <a:gd name="connsiteX19" fmla="*/ 845820 w 1571244"/>
              <a:gd name="connsiteY19" fmla="*/ 154431 h 240280"/>
              <a:gd name="connsiteX20" fmla="*/ 888492 w 1571244"/>
              <a:gd name="connsiteY20" fmla="*/ 178815 h 240280"/>
              <a:gd name="connsiteX21" fmla="*/ 931164 w 1571244"/>
              <a:gd name="connsiteY21" fmla="*/ 191007 h 240280"/>
              <a:gd name="connsiteX22" fmla="*/ 967740 w 1571244"/>
              <a:gd name="connsiteY22" fmla="*/ 203199 h 240280"/>
              <a:gd name="connsiteX23" fmla="*/ 998220 w 1571244"/>
              <a:gd name="connsiteY23" fmla="*/ 209295 h 240280"/>
              <a:gd name="connsiteX24" fmla="*/ 1065276 w 1571244"/>
              <a:gd name="connsiteY24" fmla="*/ 221487 h 240280"/>
              <a:gd name="connsiteX25" fmla="*/ 1089660 w 1571244"/>
              <a:gd name="connsiteY25" fmla="*/ 233679 h 240280"/>
              <a:gd name="connsiteX26" fmla="*/ 1229868 w 1571244"/>
              <a:gd name="connsiteY26" fmla="*/ 233679 h 240280"/>
              <a:gd name="connsiteX27" fmla="*/ 1266444 w 1571244"/>
              <a:gd name="connsiteY27" fmla="*/ 191007 h 240280"/>
              <a:gd name="connsiteX28" fmla="*/ 1272540 w 1571244"/>
              <a:gd name="connsiteY28" fmla="*/ 172719 h 240280"/>
              <a:gd name="connsiteX29" fmla="*/ 1290828 w 1571244"/>
              <a:gd name="connsiteY29" fmla="*/ 154431 h 240280"/>
              <a:gd name="connsiteX30" fmla="*/ 1303020 w 1571244"/>
              <a:gd name="connsiteY30" fmla="*/ 136143 h 240280"/>
              <a:gd name="connsiteX31" fmla="*/ 1339596 w 1571244"/>
              <a:gd name="connsiteY31" fmla="*/ 111759 h 240280"/>
              <a:gd name="connsiteX32" fmla="*/ 1382268 w 1571244"/>
              <a:gd name="connsiteY32" fmla="*/ 81279 h 240280"/>
              <a:gd name="connsiteX33" fmla="*/ 1485900 w 1571244"/>
              <a:gd name="connsiteY33" fmla="*/ 87375 h 240280"/>
              <a:gd name="connsiteX34" fmla="*/ 1528572 w 1571244"/>
              <a:gd name="connsiteY34" fmla="*/ 99567 h 240280"/>
              <a:gd name="connsiteX35" fmla="*/ 1552956 w 1571244"/>
              <a:gd name="connsiteY35" fmla="*/ 111759 h 240280"/>
              <a:gd name="connsiteX36" fmla="*/ 1571244 w 1571244"/>
              <a:gd name="connsiteY36" fmla="*/ 117855 h 240280"/>
              <a:gd name="connsiteX0" fmla="*/ 0 w 1552956"/>
              <a:gd name="connsiteY0" fmla="*/ 67563 h 240280"/>
              <a:gd name="connsiteX1" fmla="*/ 224028 w 1552956"/>
              <a:gd name="connsiteY1" fmla="*/ 32511 h 240280"/>
              <a:gd name="connsiteX2" fmla="*/ 248412 w 1552956"/>
              <a:gd name="connsiteY2" fmla="*/ 26415 h 240280"/>
              <a:gd name="connsiteX3" fmla="*/ 266700 w 1552956"/>
              <a:gd name="connsiteY3" fmla="*/ 20319 h 240280"/>
              <a:gd name="connsiteX4" fmla="*/ 272796 w 1552956"/>
              <a:gd name="connsiteY4" fmla="*/ 2031 h 240280"/>
              <a:gd name="connsiteX5" fmla="*/ 297180 w 1552956"/>
              <a:gd name="connsiteY5" fmla="*/ 26415 h 240280"/>
              <a:gd name="connsiteX6" fmla="*/ 333756 w 1552956"/>
              <a:gd name="connsiteY6" fmla="*/ 93471 h 240280"/>
              <a:gd name="connsiteX7" fmla="*/ 388620 w 1552956"/>
              <a:gd name="connsiteY7" fmla="*/ 136143 h 240280"/>
              <a:gd name="connsiteX8" fmla="*/ 413004 w 1552956"/>
              <a:gd name="connsiteY8" fmla="*/ 148335 h 240280"/>
              <a:gd name="connsiteX9" fmla="*/ 480060 w 1552956"/>
              <a:gd name="connsiteY9" fmla="*/ 160527 h 240280"/>
              <a:gd name="connsiteX10" fmla="*/ 498348 w 1552956"/>
              <a:gd name="connsiteY10" fmla="*/ 166623 h 240280"/>
              <a:gd name="connsiteX11" fmla="*/ 589788 w 1552956"/>
              <a:gd name="connsiteY11" fmla="*/ 154431 h 240280"/>
              <a:gd name="connsiteX12" fmla="*/ 608076 w 1552956"/>
              <a:gd name="connsiteY12" fmla="*/ 136143 h 240280"/>
              <a:gd name="connsiteX13" fmla="*/ 626364 w 1552956"/>
              <a:gd name="connsiteY13" fmla="*/ 130047 h 240280"/>
              <a:gd name="connsiteX14" fmla="*/ 650748 w 1552956"/>
              <a:gd name="connsiteY14" fmla="*/ 111759 h 240280"/>
              <a:gd name="connsiteX15" fmla="*/ 669036 w 1552956"/>
              <a:gd name="connsiteY15" fmla="*/ 93471 h 240280"/>
              <a:gd name="connsiteX16" fmla="*/ 717804 w 1552956"/>
              <a:gd name="connsiteY16" fmla="*/ 87375 h 240280"/>
              <a:gd name="connsiteX17" fmla="*/ 790956 w 1552956"/>
              <a:gd name="connsiteY17" fmla="*/ 111759 h 240280"/>
              <a:gd name="connsiteX18" fmla="*/ 827532 w 1552956"/>
              <a:gd name="connsiteY18" fmla="*/ 148335 h 240280"/>
              <a:gd name="connsiteX19" fmla="*/ 845820 w 1552956"/>
              <a:gd name="connsiteY19" fmla="*/ 154431 h 240280"/>
              <a:gd name="connsiteX20" fmla="*/ 888492 w 1552956"/>
              <a:gd name="connsiteY20" fmla="*/ 178815 h 240280"/>
              <a:gd name="connsiteX21" fmla="*/ 931164 w 1552956"/>
              <a:gd name="connsiteY21" fmla="*/ 191007 h 240280"/>
              <a:gd name="connsiteX22" fmla="*/ 967740 w 1552956"/>
              <a:gd name="connsiteY22" fmla="*/ 203199 h 240280"/>
              <a:gd name="connsiteX23" fmla="*/ 998220 w 1552956"/>
              <a:gd name="connsiteY23" fmla="*/ 209295 h 240280"/>
              <a:gd name="connsiteX24" fmla="*/ 1065276 w 1552956"/>
              <a:gd name="connsiteY24" fmla="*/ 221487 h 240280"/>
              <a:gd name="connsiteX25" fmla="*/ 1089660 w 1552956"/>
              <a:gd name="connsiteY25" fmla="*/ 233679 h 240280"/>
              <a:gd name="connsiteX26" fmla="*/ 1229868 w 1552956"/>
              <a:gd name="connsiteY26" fmla="*/ 233679 h 240280"/>
              <a:gd name="connsiteX27" fmla="*/ 1266444 w 1552956"/>
              <a:gd name="connsiteY27" fmla="*/ 191007 h 240280"/>
              <a:gd name="connsiteX28" fmla="*/ 1272540 w 1552956"/>
              <a:gd name="connsiteY28" fmla="*/ 172719 h 240280"/>
              <a:gd name="connsiteX29" fmla="*/ 1290828 w 1552956"/>
              <a:gd name="connsiteY29" fmla="*/ 154431 h 240280"/>
              <a:gd name="connsiteX30" fmla="*/ 1303020 w 1552956"/>
              <a:gd name="connsiteY30" fmla="*/ 136143 h 240280"/>
              <a:gd name="connsiteX31" fmla="*/ 1339596 w 1552956"/>
              <a:gd name="connsiteY31" fmla="*/ 111759 h 240280"/>
              <a:gd name="connsiteX32" fmla="*/ 1382268 w 1552956"/>
              <a:gd name="connsiteY32" fmla="*/ 81279 h 240280"/>
              <a:gd name="connsiteX33" fmla="*/ 1485900 w 1552956"/>
              <a:gd name="connsiteY33" fmla="*/ 87375 h 240280"/>
              <a:gd name="connsiteX34" fmla="*/ 1528572 w 1552956"/>
              <a:gd name="connsiteY34" fmla="*/ 99567 h 240280"/>
              <a:gd name="connsiteX35" fmla="*/ 1552956 w 1552956"/>
              <a:gd name="connsiteY35" fmla="*/ 111759 h 240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552956" h="240280">
                <a:moveTo>
                  <a:pt x="0" y="67563"/>
                </a:moveTo>
                <a:lnTo>
                  <a:pt x="224028" y="32511"/>
                </a:lnTo>
                <a:cubicBezTo>
                  <a:pt x="232287" y="31105"/>
                  <a:pt x="240356" y="28717"/>
                  <a:pt x="248412" y="26415"/>
                </a:cubicBezTo>
                <a:cubicBezTo>
                  <a:pt x="254591" y="24650"/>
                  <a:pt x="260604" y="22351"/>
                  <a:pt x="266700" y="20319"/>
                </a:cubicBezTo>
                <a:cubicBezTo>
                  <a:pt x="268732" y="14223"/>
                  <a:pt x="267049" y="4905"/>
                  <a:pt x="272796" y="2031"/>
                </a:cubicBezTo>
                <a:cubicBezTo>
                  <a:pt x="292062" y="-7602"/>
                  <a:pt x="294170" y="19792"/>
                  <a:pt x="297180" y="26415"/>
                </a:cubicBezTo>
                <a:cubicBezTo>
                  <a:pt x="302732" y="38630"/>
                  <a:pt x="320395" y="77437"/>
                  <a:pt x="333756" y="93471"/>
                </a:cubicBezTo>
                <a:cubicBezTo>
                  <a:pt x="348091" y="110673"/>
                  <a:pt x="369200" y="126433"/>
                  <a:pt x="388620" y="136143"/>
                </a:cubicBezTo>
                <a:cubicBezTo>
                  <a:pt x="396748" y="140207"/>
                  <a:pt x="404495" y="145144"/>
                  <a:pt x="413004" y="148335"/>
                </a:cubicBezTo>
                <a:cubicBezTo>
                  <a:pt x="430692" y="154968"/>
                  <a:pt x="464484" y="158302"/>
                  <a:pt x="480060" y="160527"/>
                </a:cubicBezTo>
                <a:cubicBezTo>
                  <a:pt x="486156" y="162559"/>
                  <a:pt x="491922" y="166623"/>
                  <a:pt x="498348" y="166623"/>
                </a:cubicBezTo>
                <a:cubicBezTo>
                  <a:pt x="558015" y="166623"/>
                  <a:pt x="553510" y="166524"/>
                  <a:pt x="589788" y="154431"/>
                </a:cubicBezTo>
                <a:cubicBezTo>
                  <a:pt x="595884" y="148335"/>
                  <a:pt x="600903" y="140925"/>
                  <a:pt x="608076" y="136143"/>
                </a:cubicBezTo>
                <a:cubicBezTo>
                  <a:pt x="613423" y="132579"/>
                  <a:pt x="620785" y="133235"/>
                  <a:pt x="626364" y="130047"/>
                </a:cubicBezTo>
                <a:cubicBezTo>
                  <a:pt x="635185" y="125006"/>
                  <a:pt x="643034" y="118371"/>
                  <a:pt x="650748" y="111759"/>
                </a:cubicBezTo>
                <a:cubicBezTo>
                  <a:pt x="657294" y="106148"/>
                  <a:pt x="660934" y="96417"/>
                  <a:pt x="669036" y="93471"/>
                </a:cubicBezTo>
                <a:cubicBezTo>
                  <a:pt x="684432" y="87872"/>
                  <a:pt x="701548" y="89407"/>
                  <a:pt x="717804" y="87375"/>
                </a:cubicBezTo>
                <a:cubicBezTo>
                  <a:pt x="749315" y="92627"/>
                  <a:pt x="763738" y="91346"/>
                  <a:pt x="790956" y="111759"/>
                </a:cubicBezTo>
                <a:cubicBezTo>
                  <a:pt x="804750" y="122104"/>
                  <a:pt x="811175" y="142883"/>
                  <a:pt x="827532" y="148335"/>
                </a:cubicBezTo>
                <a:cubicBezTo>
                  <a:pt x="833628" y="150367"/>
                  <a:pt x="840073" y="151557"/>
                  <a:pt x="845820" y="154431"/>
                </a:cubicBezTo>
                <a:cubicBezTo>
                  <a:pt x="907042" y="185042"/>
                  <a:pt x="813681" y="146753"/>
                  <a:pt x="888492" y="178815"/>
                </a:cubicBezTo>
                <a:cubicBezTo>
                  <a:pt x="904426" y="185644"/>
                  <a:pt x="913978" y="185851"/>
                  <a:pt x="931164" y="191007"/>
                </a:cubicBezTo>
                <a:cubicBezTo>
                  <a:pt x="943474" y="194700"/>
                  <a:pt x="955138" y="200679"/>
                  <a:pt x="967740" y="203199"/>
                </a:cubicBezTo>
                <a:lnTo>
                  <a:pt x="998220" y="209295"/>
                </a:lnTo>
                <a:cubicBezTo>
                  <a:pt x="1084013" y="224894"/>
                  <a:pt x="989986" y="206429"/>
                  <a:pt x="1065276" y="221487"/>
                </a:cubicBezTo>
                <a:cubicBezTo>
                  <a:pt x="1073404" y="225551"/>
                  <a:pt x="1080711" y="232100"/>
                  <a:pt x="1089660" y="233679"/>
                </a:cubicBezTo>
                <a:cubicBezTo>
                  <a:pt x="1153403" y="244928"/>
                  <a:pt x="1170190" y="239647"/>
                  <a:pt x="1229868" y="233679"/>
                </a:cubicBezTo>
                <a:cubicBezTo>
                  <a:pt x="1244281" y="219266"/>
                  <a:pt x="1256017" y="209254"/>
                  <a:pt x="1266444" y="191007"/>
                </a:cubicBezTo>
                <a:cubicBezTo>
                  <a:pt x="1269632" y="185428"/>
                  <a:pt x="1268976" y="178066"/>
                  <a:pt x="1272540" y="172719"/>
                </a:cubicBezTo>
                <a:cubicBezTo>
                  <a:pt x="1277322" y="165546"/>
                  <a:pt x="1285309" y="161054"/>
                  <a:pt x="1290828" y="154431"/>
                </a:cubicBezTo>
                <a:cubicBezTo>
                  <a:pt x="1295518" y="148803"/>
                  <a:pt x="1297506" y="140968"/>
                  <a:pt x="1303020" y="136143"/>
                </a:cubicBezTo>
                <a:cubicBezTo>
                  <a:pt x="1314047" y="126494"/>
                  <a:pt x="1327404" y="119887"/>
                  <a:pt x="1339596" y="111759"/>
                </a:cubicBezTo>
                <a:cubicBezTo>
                  <a:pt x="1366338" y="93931"/>
                  <a:pt x="1352023" y="103963"/>
                  <a:pt x="1382268" y="81279"/>
                </a:cubicBezTo>
                <a:cubicBezTo>
                  <a:pt x="1416812" y="83311"/>
                  <a:pt x="1451452" y="84094"/>
                  <a:pt x="1485900" y="87375"/>
                </a:cubicBezTo>
                <a:cubicBezTo>
                  <a:pt x="1492529" y="88006"/>
                  <a:pt x="1520735" y="96208"/>
                  <a:pt x="1528572" y="99567"/>
                </a:cubicBezTo>
                <a:cubicBezTo>
                  <a:pt x="1536925" y="103147"/>
                  <a:pt x="1544603" y="108179"/>
                  <a:pt x="1552956" y="111759"/>
                </a:cubicBezTo>
              </a:path>
            </a:pathLst>
          </a:cu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706515-8E2A-4CC9-948B-16D6DA9052E8}"/>
              </a:ext>
            </a:extLst>
          </p:cNvPr>
          <p:cNvSpPr/>
          <p:nvPr/>
        </p:nvSpPr>
        <p:spPr>
          <a:xfrm>
            <a:off x="9713048" y="2129946"/>
            <a:ext cx="1550289" cy="176784"/>
          </a:xfrm>
          <a:custGeom>
            <a:avLst/>
            <a:gdLst>
              <a:gd name="connsiteX0" fmla="*/ 0 w 2139696"/>
              <a:gd name="connsiteY0" fmla="*/ 121920 h 182880"/>
              <a:gd name="connsiteX1" fmla="*/ 121920 w 2139696"/>
              <a:gd name="connsiteY1" fmla="*/ 91440 h 182880"/>
              <a:gd name="connsiteX2" fmla="*/ 176784 w 2139696"/>
              <a:gd name="connsiteY2" fmla="*/ 60960 h 182880"/>
              <a:gd name="connsiteX3" fmla="*/ 225552 w 2139696"/>
              <a:gd name="connsiteY3" fmla="*/ 42672 h 182880"/>
              <a:gd name="connsiteX4" fmla="*/ 249936 w 2139696"/>
              <a:gd name="connsiteY4" fmla="*/ 30480 h 182880"/>
              <a:gd name="connsiteX5" fmla="*/ 274320 w 2139696"/>
              <a:gd name="connsiteY5" fmla="*/ 24384 h 182880"/>
              <a:gd name="connsiteX6" fmla="*/ 341376 w 2139696"/>
              <a:gd name="connsiteY6" fmla="*/ 12192 h 182880"/>
              <a:gd name="connsiteX7" fmla="*/ 408432 w 2139696"/>
              <a:gd name="connsiteY7" fmla="*/ 18288 h 182880"/>
              <a:gd name="connsiteX8" fmla="*/ 445008 w 2139696"/>
              <a:gd name="connsiteY8" fmla="*/ 42672 h 182880"/>
              <a:gd name="connsiteX9" fmla="*/ 512064 w 2139696"/>
              <a:gd name="connsiteY9" fmla="*/ 91440 h 182880"/>
              <a:gd name="connsiteX10" fmla="*/ 548640 w 2139696"/>
              <a:gd name="connsiteY10" fmla="*/ 128016 h 182880"/>
              <a:gd name="connsiteX11" fmla="*/ 566928 w 2139696"/>
              <a:gd name="connsiteY11" fmla="*/ 146304 h 182880"/>
              <a:gd name="connsiteX12" fmla="*/ 609600 w 2139696"/>
              <a:gd name="connsiteY12" fmla="*/ 164592 h 182880"/>
              <a:gd name="connsiteX13" fmla="*/ 633984 w 2139696"/>
              <a:gd name="connsiteY13" fmla="*/ 176784 h 182880"/>
              <a:gd name="connsiteX14" fmla="*/ 652272 w 2139696"/>
              <a:gd name="connsiteY14" fmla="*/ 182880 h 182880"/>
              <a:gd name="connsiteX15" fmla="*/ 737616 w 2139696"/>
              <a:gd name="connsiteY15" fmla="*/ 176784 h 182880"/>
              <a:gd name="connsiteX16" fmla="*/ 774192 w 2139696"/>
              <a:gd name="connsiteY16" fmla="*/ 152400 h 182880"/>
              <a:gd name="connsiteX17" fmla="*/ 810768 w 2139696"/>
              <a:gd name="connsiteY17" fmla="*/ 146304 h 182880"/>
              <a:gd name="connsiteX18" fmla="*/ 853440 w 2139696"/>
              <a:gd name="connsiteY18" fmla="*/ 115824 h 182880"/>
              <a:gd name="connsiteX19" fmla="*/ 902208 w 2139696"/>
              <a:gd name="connsiteY19" fmla="*/ 91440 h 182880"/>
              <a:gd name="connsiteX20" fmla="*/ 957072 w 2139696"/>
              <a:gd name="connsiteY20" fmla="*/ 60960 h 182880"/>
              <a:gd name="connsiteX21" fmla="*/ 975360 w 2139696"/>
              <a:gd name="connsiteY21" fmla="*/ 48768 h 182880"/>
              <a:gd name="connsiteX22" fmla="*/ 1011936 w 2139696"/>
              <a:gd name="connsiteY22" fmla="*/ 36576 h 182880"/>
              <a:gd name="connsiteX23" fmla="*/ 1066800 w 2139696"/>
              <a:gd name="connsiteY23" fmla="*/ 18288 h 182880"/>
              <a:gd name="connsiteX24" fmla="*/ 1115568 w 2139696"/>
              <a:gd name="connsiteY24" fmla="*/ 6096 h 182880"/>
              <a:gd name="connsiteX25" fmla="*/ 1213104 w 2139696"/>
              <a:gd name="connsiteY25" fmla="*/ 12192 h 182880"/>
              <a:gd name="connsiteX26" fmla="*/ 1243584 w 2139696"/>
              <a:gd name="connsiteY26" fmla="*/ 18288 h 182880"/>
              <a:gd name="connsiteX27" fmla="*/ 1280160 w 2139696"/>
              <a:gd name="connsiteY27" fmla="*/ 30480 h 182880"/>
              <a:gd name="connsiteX28" fmla="*/ 1322832 w 2139696"/>
              <a:gd name="connsiteY28" fmla="*/ 67056 h 182880"/>
              <a:gd name="connsiteX29" fmla="*/ 1365504 w 2139696"/>
              <a:gd name="connsiteY29" fmla="*/ 97536 h 182880"/>
              <a:gd name="connsiteX30" fmla="*/ 1402080 w 2139696"/>
              <a:gd name="connsiteY30" fmla="*/ 115824 h 182880"/>
              <a:gd name="connsiteX31" fmla="*/ 1536192 w 2139696"/>
              <a:gd name="connsiteY31" fmla="*/ 103632 h 182880"/>
              <a:gd name="connsiteX32" fmla="*/ 1584960 w 2139696"/>
              <a:gd name="connsiteY32" fmla="*/ 85344 h 182880"/>
              <a:gd name="connsiteX33" fmla="*/ 1609344 w 2139696"/>
              <a:gd name="connsiteY33" fmla="*/ 67056 h 182880"/>
              <a:gd name="connsiteX34" fmla="*/ 1639824 w 2139696"/>
              <a:gd name="connsiteY34" fmla="*/ 60960 h 182880"/>
              <a:gd name="connsiteX35" fmla="*/ 1670304 w 2139696"/>
              <a:gd name="connsiteY35" fmla="*/ 36576 h 182880"/>
              <a:gd name="connsiteX36" fmla="*/ 1706880 w 2139696"/>
              <a:gd name="connsiteY36" fmla="*/ 24384 h 182880"/>
              <a:gd name="connsiteX37" fmla="*/ 1725168 w 2139696"/>
              <a:gd name="connsiteY37" fmla="*/ 18288 h 182880"/>
              <a:gd name="connsiteX38" fmla="*/ 1749552 w 2139696"/>
              <a:gd name="connsiteY38" fmla="*/ 12192 h 182880"/>
              <a:gd name="connsiteX39" fmla="*/ 1786128 w 2139696"/>
              <a:gd name="connsiteY39" fmla="*/ 0 h 182880"/>
              <a:gd name="connsiteX40" fmla="*/ 2139696 w 2139696"/>
              <a:gd name="connsiteY40" fmla="*/ 6096 h 182880"/>
              <a:gd name="connsiteX0" fmla="*/ 0 w 2139696"/>
              <a:gd name="connsiteY0" fmla="*/ 121920 h 182880"/>
              <a:gd name="connsiteX1" fmla="*/ 114300 w 2139696"/>
              <a:gd name="connsiteY1" fmla="*/ 91440 h 182880"/>
              <a:gd name="connsiteX2" fmla="*/ 176784 w 2139696"/>
              <a:gd name="connsiteY2" fmla="*/ 60960 h 182880"/>
              <a:gd name="connsiteX3" fmla="*/ 225552 w 2139696"/>
              <a:gd name="connsiteY3" fmla="*/ 42672 h 182880"/>
              <a:gd name="connsiteX4" fmla="*/ 249936 w 2139696"/>
              <a:gd name="connsiteY4" fmla="*/ 30480 h 182880"/>
              <a:gd name="connsiteX5" fmla="*/ 274320 w 2139696"/>
              <a:gd name="connsiteY5" fmla="*/ 24384 h 182880"/>
              <a:gd name="connsiteX6" fmla="*/ 341376 w 2139696"/>
              <a:gd name="connsiteY6" fmla="*/ 12192 h 182880"/>
              <a:gd name="connsiteX7" fmla="*/ 408432 w 2139696"/>
              <a:gd name="connsiteY7" fmla="*/ 18288 h 182880"/>
              <a:gd name="connsiteX8" fmla="*/ 445008 w 2139696"/>
              <a:gd name="connsiteY8" fmla="*/ 42672 h 182880"/>
              <a:gd name="connsiteX9" fmla="*/ 512064 w 2139696"/>
              <a:gd name="connsiteY9" fmla="*/ 91440 h 182880"/>
              <a:gd name="connsiteX10" fmla="*/ 548640 w 2139696"/>
              <a:gd name="connsiteY10" fmla="*/ 128016 h 182880"/>
              <a:gd name="connsiteX11" fmla="*/ 566928 w 2139696"/>
              <a:gd name="connsiteY11" fmla="*/ 146304 h 182880"/>
              <a:gd name="connsiteX12" fmla="*/ 609600 w 2139696"/>
              <a:gd name="connsiteY12" fmla="*/ 164592 h 182880"/>
              <a:gd name="connsiteX13" fmla="*/ 633984 w 2139696"/>
              <a:gd name="connsiteY13" fmla="*/ 176784 h 182880"/>
              <a:gd name="connsiteX14" fmla="*/ 652272 w 2139696"/>
              <a:gd name="connsiteY14" fmla="*/ 182880 h 182880"/>
              <a:gd name="connsiteX15" fmla="*/ 737616 w 2139696"/>
              <a:gd name="connsiteY15" fmla="*/ 176784 h 182880"/>
              <a:gd name="connsiteX16" fmla="*/ 774192 w 2139696"/>
              <a:gd name="connsiteY16" fmla="*/ 152400 h 182880"/>
              <a:gd name="connsiteX17" fmla="*/ 810768 w 2139696"/>
              <a:gd name="connsiteY17" fmla="*/ 146304 h 182880"/>
              <a:gd name="connsiteX18" fmla="*/ 853440 w 2139696"/>
              <a:gd name="connsiteY18" fmla="*/ 115824 h 182880"/>
              <a:gd name="connsiteX19" fmla="*/ 902208 w 2139696"/>
              <a:gd name="connsiteY19" fmla="*/ 91440 h 182880"/>
              <a:gd name="connsiteX20" fmla="*/ 957072 w 2139696"/>
              <a:gd name="connsiteY20" fmla="*/ 60960 h 182880"/>
              <a:gd name="connsiteX21" fmla="*/ 975360 w 2139696"/>
              <a:gd name="connsiteY21" fmla="*/ 48768 h 182880"/>
              <a:gd name="connsiteX22" fmla="*/ 1011936 w 2139696"/>
              <a:gd name="connsiteY22" fmla="*/ 36576 h 182880"/>
              <a:gd name="connsiteX23" fmla="*/ 1066800 w 2139696"/>
              <a:gd name="connsiteY23" fmla="*/ 18288 h 182880"/>
              <a:gd name="connsiteX24" fmla="*/ 1115568 w 2139696"/>
              <a:gd name="connsiteY24" fmla="*/ 6096 h 182880"/>
              <a:gd name="connsiteX25" fmla="*/ 1213104 w 2139696"/>
              <a:gd name="connsiteY25" fmla="*/ 12192 h 182880"/>
              <a:gd name="connsiteX26" fmla="*/ 1243584 w 2139696"/>
              <a:gd name="connsiteY26" fmla="*/ 18288 h 182880"/>
              <a:gd name="connsiteX27" fmla="*/ 1280160 w 2139696"/>
              <a:gd name="connsiteY27" fmla="*/ 30480 h 182880"/>
              <a:gd name="connsiteX28" fmla="*/ 1322832 w 2139696"/>
              <a:gd name="connsiteY28" fmla="*/ 67056 h 182880"/>
              <a:gd name="connsiteX29" fmla="*/ 1365504 w 2139696"/>
              <a:gd name="connsiteY29" fmla="*/ 97536 h 182880"/>
              <a:gd name="connsiteX30" fmla="*/ 1402080 w 2139696"/>
              <a:gd name="connsiteY30" fmla="*/ 115824 h 182880"/>
              <a:gd name="connsiteX31" fmla="*/ 1536192 w 2139696"/>
              <a:gd name="connsiteY31" fmla="*/ 103632 h 182880"/>
              <a:gd name="connsiteX32" fmla="*/ 1584960 w 2139696"/>
              <a:gd name="connsiteY32" fmla="*/ 85344 h 182880"/>
              <a:gd name="connsiteX33" fmla="*/ 1609344 w 2139696"/>
              <a:gd name="connsiteY33" fmla="*/ 67056 h 182880"/>
              <a:gd name="connsiteX34" fmla="*/ 1639824 w 2139696"/>
              <a:gd name="connsiteY34" fmla="*/ 60960 h 182880"/>
              <a:gd name="connsiteX35" fmla="*/ 1670304 w 2139696"/>
              <a:gd name="connsiteY35" fmla="*/ 36576 h 182880"/>
              <a:gd name="connsiteX36" fmla="*/ 1706880 w 2139696"/>
              <a:gd name="connsiteY36" fmla="*/ 24384 h 182880"/>
              <a:gd name="connsiteX37" fmla="*/ 1725168 w 2139696"/>
              <a:gd name="connsiteY37" fmla="*/ 18288 h 182880"/>
              <a:gd name="connsiteX38" fmla="*/ 1749552 w 2139696"/>
              <a:gd name="connsiteY38" fmla="*/ 12192 h 182880"/>
              <a:gd name="connsiteX39" fmla="*/ 1786128 w 2139696"/>
              <a:gd name="connsiteY39" fmla="*/ 0 h 182880"/>
              <a:gd name="connsiteX40" fmla="*/ 2139696 w 2139696"/>
              <a:gd name="connsiteY40" fmla="*/ 6096 h 182880"/>
              <a:gd name="connsiteX0" fmla="*/ 0 w 2025396"/>
              <a:gd name="connsiteY0" fmla="*/ 91440 h 182880"/>
              <a:gd name="connsiteX1" fmla="*/ 62484 w 2025396"/>
              <a:gd name="connsiteY1" fmla="*/ 60960 h 182880"/>
              <a:gd name="connsiteX2" fmla="*/ 111252 w 2025396"/>
              <a:gd name="connsiteY2" fmla="*/ 42672 h 182880"/>
              <a:gd name="connsiteX3" fmla="*/ 135636 w 2025396"/>
              <a:gd name="connsiteY3" fmla="*/ 30480 h 182880"/>
              <a:gd name="connsiteX4" fmla="*/ 160020 w 2025396"/>
              <a:gd name="connsiteY4" fmla="*/ 24384 h 182880"/>
              <a:gd name="connsiteX5" fmla="*/ 227076 w 2025396"/>
              <a:gd name="connsiteY5" fmla="*/ 12192 h 182880"/>
              <a:gd name="connsiteX6" fmla="*/ 294132 w 2025396"/>
              <a:gd name="connsiteY6" fmla="*/ 18288 h 182880"/>
              <a:gd name="connsiteX7" fmla="*/ 330708 w 2025396"/>
              <a:gd name="connsiteY7" fmla="*/ 42672 h 182880"/>
              <a:gd name="connsiteX8" fmla="*/ 397764 w 2025396"/>
              <a:gd name="connsiteY8" fmla="*/ 91440 h 182880"/>
              <a:gd name="connsiteX9" fmla="*/ 434340 w 2025396"/>
              <a:gd name="connsiteY9" fmla="*/ 128016 h 182880"/>
              <a:gd name="connsiteX10" fmla="*/ 452628 w 2025396"/>
              <a:gd name="connsiteY10" fmla="*/ 146304 h 182880"/>
              <a:gd name="connsiteX11" fmla="*/ 495300 w 2025396"/>
              <a:gd name="connsiteY11" fmla="*/ 164592 h 182880"/>
              <a:gd name="connsiteX12" fmla="*/ 519684 w 2025396"/>
              <a:gd name="connsiteY12" fmla="*/ 176784 h 182880"/>
              <a:gd name="connsiteX13" fmla="*/ 537972 w 2025396"/>
              <a:gd name="connsiteY13" fmla="*/ 182880 h 182880"/>
              <a:gd name="connsiteX14" fmla="*/ 623316 w 2025396"/>
              <a:gd name="connsiteY14" fmla="*/ 176784 h 182880"/>
              <a:gd name="connsiteX15" fmla="*/ 659892 w 2025396"/>
              <a:gd name="connsiteY15" fmla="*/ 152400 h 182880"/>
              <a:gd name="connsiteX16" fmla="*/ 696468 w 2025396"/>
              <a:gd name="connsiteY16" fmla="*/ 146304 h 182880"/>
              <a:gd name="connsiteX17" fmla="*/ 739140 w 2025396"/>
              <a:gd name="connsiteY17" fmla="*/ 115824 h 182880"/>
              <a:gd name="connsiteX18" fmla="*/ 787908 w 2025396"/>
              <a:gd name="connsiteY18" fmla="*/ 91440 h 182880"/>
              <a:gd name="connsiteX19" fmla="*/ 842772 w 2025396"/>
              <a:gd name="connsiteY19" fmla="*/ 60960 h 182880"/>
              <a:gd name="connsiteX20" fmla="*/ 861060 w 2025396"/>
              <a:gd name="connsiteY20" fmla="*/ 48768 h 182880"/>
              <a:gd name="connsiteX21" fmla="*/ 897636 w 2025396"/>
              <a:gd name="connsiteY21" fmla="*/ 36576 h 182880"/>
              <a:gd name="connsiteX22" fmla="*/ 952500 w 2025396"/>
              <a:gd name="connsiteY22" fmla="*/ 18288 h 182880"/>
              <a:gd name="connsiteX23" fmla="*/ 1001268 w 2025396"/>
              <a:gd name="connsiteY23" fmla="*/ 6096 h 182880"/>
              <a:gd name="connsiteX24" fmla="*/ 1098804 w 2025396"/>
              <a:gd name="connsiteY24" fmla="*/ 12192 h 182880"/>
              <a:gd name="connsiteX25" fmla="*/ 1129284 w 2025396"/>
              <a:gd name="connsiteY25" fmla="*/ 18288 h 182880"/>
              <a:gd name="connsiteX26" fmla="*/ 1165860 w 2025396"/>
              <a:gd name="connsiteY26" fmla="*/ 30480 h 182880"/>
              <a:gd name="connsiteX27" fmla="*/ 1208532 w 2025396"/>
              <a:gd name="connsiteY27" fmla="*/ 67056 h 182880"/>
              <a:gd name="connsiteX28" fmla="*/ 1251204 w 2025396"/>
              <a:gd name="connsiteY28" fmla="*/ 97536 h 182880"/>
              <a:gd name="connsiteX29" fmla="*/ 1287780 w 2025396"/>
              <a:gd name="connsiteY29" fmla="*/ 115824 h 182880"/>
              <a:gd name="connsiteX30" fmla="*/ 1421892 w 2025396"/>
              <a:gd name="connsiteY30" fmla="*/ 103632 h 182880"/>
              <a:gd name="connsiteX31" fmla="*/ 1470660 w 2025396"/>
              <a:gd name="connsiteY31" fmla="*/ 85344 h 182880"/>
              <a:gd name="connsiteX32" fmla="*/ 1495044 w 2025396"/>
              <a:gd name="connsiteY32" fmla="*/ 67056 h 182880"/>
              <a:gd name="connsiteX33" fmla="*/ 1525524 w 2025396"/>
              <a:gd name="connsiteY33" fmla="*/ 60960 h 182880"/>
              <a:gd name="connsiteX34" fmla="*/ 1556004 w 2025396"/>
              <a:gd name="connsiteY34" fmla="*/ 36576 h 182880"/>
              <a:gd name="connsiteX35" fmla="*/ 1592580 w 2025396"/>
              <a:gd name="connsiteY35" fmla="*/ 24384 h 182880"/>
              <a:gd name="connsiteX36" fmla="*/ 1610868 w 2025396"/>
              <a:gd name="connsiteY36" fmla="*/ 18288 h 182880"/>
              <a:gd name="connsiteX37" fmla="*/ 1635252 w 2025396"/>
              <a:gd name="connsiteY37" fmla="*/ 12192 h 182880"/>
              <a:gd name="connsiteX38" fmla="*/ 1671828 w 2025396"/>
              <a:gd name="connsiteY38" fmla="*/ 0 h 182880"/>
              <a:gd name="connsiteX39" fmla="*/ 2025396 w 2025396"/>
              <a:gd name="connsiteY39" fmla="*/ 6096 h 182880"/>
              <a:gd name="connsiteX0" fmla="*/ 0 w 1671828"/>
              <a:gd name="connsiteY0" fmla="*/ 91440 h 182880"/>
              <a:gd name="connsiteX1" fmla="*/ 62484 w 1671828"/>
              <a:gd name="connsiteY1" fmla="*/ 60960 h 182880"/>
              <a:gd name="connsiteX2" fmla="*/ 111252 w 1671828"/>
              <a:gd name="connsiteY2" fmla="*/ 42672 h 182880"/>
              <a:gd name="connsiteX3" fmla="*/ 135636 w 1671828"/>
              <a:gd name="connsiteY3" fmla="*/ 30480 h 182880"/>
              <a:gd name="connsiteX4" fmla="*/ 160020 w 1671828"/>
              <a:gd name="connsiteY4" fmla="*/ 24384 h 182880"/>
              <a:gd name="connsiteX5" fmla="*/ 227076 w 1671828"/>
              <a:gd name="connsiteY5" fmla="*/ 12192 h 182880"/>
              <a:gd name="connsiteX6" fmla="*/ 294132 w 1671828"/>
              <a:gd name="connsiteY6" fmla="*/ 18288 h 182880"/>
              <a:gd name="connsiteX7" fmla="*/ 330708 w 1671828"/>
              <a:gd name="connsiteY7" fmla="*/ 42672 h 182880"/>
              <a:gd name="connsiteX8" fmla="*/ 397764 w 1671828"/>
              <a:gd name="connsiteY8" fmla="*/ 91440 h 182880"/>
              <a:gd name="connsiteX9" fmla="*/ 434340 w 1671828"/>
              <a:gd name="connsiteY9" fmla="*/ 128016 h 182880"/>
              <a:gd name="connsiteX10" fmla="*/ 452628 w 1671828"/>
              <a:gd name="connsiteY10" fmla="*/ 146304 h 182880"/>
              <a:gd name="connsiteX11" fmla="*/ 495300 w 1671828"/>
              <a:gd name="connsiteY11" fmla="*/ 164592 h 182880"/>
              <a:gd name="connsiteX12" fmla="*/ 519684 w 1671828"/>
              <a:gd name="connsiteY12" fmla="*/ 176784 h 182880"/>
              <a:gd name="connsiteX13" fmla="*/ 537972 w 1671828"/>
              <a:gd name="connsiteY13" fmla="*/ 182880 h 182880"/>
              <a:gd name="connsiteX14" fmla="*/ 623316 w 1671828"/>
              <a:gd name="connsiteY14" fmla="*/ 176784 h 182880"/>
              <a:gd name="connsiteX15" fmla="*/ 659892 w 1671828"/>
              <a:gd name="connsiteY15" fmla="*/ 152400 h 182880"/>
              <a:gd name="connsiteX16" fmla="*/ 696468 w 1671828"/>
              <a:gd name="connsiteY16" fmla="*/ 146304 h 182880"/>
              <a:gd name="connsiteX17" fmla="*/ 739140 w 1671828"/>
              <a:gd name="connsiteY17" fmla="*/ 115824 h 182880"/>
              <a:gd name="connsiteX18" fmla="*/ 787908 w 1671828"/>
              <a:gd name="connsiteY18" fmla="*/ 91440 h 182880"/>
              <a:gd name="connsiteX19" fmla="*/ 842772 w 1671828"/>
              <a:gd name="connsiteY19" fmla="*/ 60960 h 182880"/>
              <a:gd name="connsiteX20" fmla="*/ 861060 w 1671828"/>
              <a:gd name="connsiteY20" fmla="*/ 48768 h 182880"/>
              <a:gd name="connsiteX21" fmla="*/ 897636 w 1671828"/>
              <a:gd name="connsiteY21" fmla="*/ 36576 h 182880"/>
              <a:gd name="connsiteX22" fmla="*/ 952500 w 1671828"/>
              <a:gd name="connsiteY22" fmla="*/ 18288 h 182880"/>
              <a:gd name="connsiteX23" fmla="*/ 1001268 w 1671828"/>
              <a:gd name="connsiteY23" fmla="*/ 6096 h 182880"/>
              <a:gd name="connsiteX24" fmla="*/ 1098804 w 1671828"/>
              <a:gd name="connsiteY24" fmla="*/ 12192 h 182880"/>
              <a:gd name="connsiteX25" fmla="*/ 1129284 w 1671828"/>
              <a:gd name="connsiteY25" fmla="*/ 18288 h 182880"/>
              <a:gd name="connsiteX26" fmla="*/ 1165860 w 1671828"/>
              <a:gd name="connsiteY26" fmla="*/ 30480 h 182880"/>
              <a:gd name="connsiteX27" fmla="*/ 1208532 w 1671828"/>
              <a:gd name="connsiteY27" fmla="*/ 67056 h 182880"/>
              <a:gd name="connsiteX28" fmla="*/ 1251204 w 1671828"/>
              <a:gd name="connsiteY28" fmla="*/ 97536 h 182880"/>
              <a:gd name="connsiteX29" fmla="*/ 1287780 w 1671828"/>
              <a:gd name="connsiteY29" fmla="*/ 115824 h 182880"/>
              <a:gd name="connsiteX30" fmla="*/ 1421892 w 1671828"/>
              <a:gd name="connsiteY30" fmla="*/ 103632 h 182880"/>
              <a:gd name="connsiteX31" fmla="*/ 1470660 w 1671828"/>
              <a:gd name="connsiteY31" fmla="*/ 85344 h 182880"/>
              <a:gd name="connsiteX32" fmla="*/ 1495044 w 1671828"/>
              <a:gd name="connsiteY32" fmla="*/ 67056 h 182880"/>
              <a:gd name="connsiteX33" fmla="*/ 1525524 w 1671828"/>
              <a:gd name="connsiteY33" fmla="*/ 60960 h 182880"/>
              <a:gd name="connsiteX34" fmla="*/ 1556004 w 1671828"/>
              <a:gd name="connsiteY34" fmla="*/ 36576 h 182880"/>
              <a:gd name="connsiteX35" fmla="*/ 1592580 w 1671828"/>
              <a:gd name="connsiteY35" fmla="*/ 24384 h 182880"/>
              <a:gd name="connsiteX36" fmla="*/ 1610868 w 1671828"/>
              <a:gd name="connsiteY36" fmla="*/ 18288 h 182880"/>
              <a:gd name="connsiteX37" fmla="*/ 1635252 w 1671828"/>
              <a:gd name="connsiteY37" fmla="*/ 12192 h 182880"/>
              <a:gd name="connsiteX38" fmla="*/ 1671828 w 1671828"/>
              <a:gd name="connsiteY38" fmla="*/ 0 h 182880"/>
              <a:gd name="connsiteX0" fmla="*/ 0 w 1635252"/>
              <a:gd name="connsiteY0" fmla="*/ 85344 h 176784"/>
              <a:gd name="connsiteX1" fmla="*/ 62484 w 1635252"/>
              <a:gd name="connsiteY1" fmla="*/ 54864 h 176784"/>
              <a:gd name="connsiteX2" fmla="*/ 111252 w 1635252"/>
              <a:gd name="connsiteY2" fmla="*/ 36576 h 176784"/>
              <a:gd name="connsiteX3" fmla="*/ 135636 w 1635252"/>
              <a:gd name="connsiteY3" fmla="*/ 24384 h 176784"/>
              <a:gd name="connsiteX4" fmla="*/ 160020 w 1635252"/>
              <a:gd name="connsiteY4" fmla="*/ 18288 h 176784"/>
              <a:gd name="connsiteX5" fmla="*/ 227076 w 1635252"/>
              <a:gd name="connsiteY5" fmla="*/ 6096 h 176784"/>
              <a:gd name="connsiteX6" fmla="*/ 294132 w 1635252"/>
              <a:gd name="connsiteY6" fmla="*/ 12192 h 176784"/>
              <a:gd name="connsiteX7" fmla="*/ 330708 w 1635252"/>
              <a:gd name="connsiteY7" fmla="*/ 36576 h 176784"/>
              <a:gd name="connsiteX8" fmla="*/ 397764 w 1635252"/>
              <a:gd name="connsiteY8" fmla="*/ 85344 h 176784"/>
              <a:gd name="connsiteX9" fmla="*/ 434340 w 1635252"/>
              <a:gd name="connsiteY9" fmla="*/ 121920 h 176784"/>
              <a:gd name="connsiteX10" fmla="*/ 452628 w 1635252"/>
              <a:gd name="connsiteY10" fmla="*/ 140208 h 176784"/>
              <a:gd name="connsiteX11" fmla="*/ 495300 w 1635252"/>
              <a:gd name="connsiteY11" fmla="*/ 158496 h 176784"/>
              <a:gd name="connsiteX12" fmla="*/ 519684 w 1635252"/>
              <a:gd name="connsiteY12" fmla="*/ 170688 h 176784"/>
              <a:gd name="connsiteX13" fmla="*/ 537972 w 1635252"/>
              <a:gd name="connsiteY13" fmla="*/ 176784 h 176784"/>
              <a:gd name="connsiteX14" fmla="*/ 623316 w 1635252"/>
              <a:gd name="connsiteY14" fmla="*/ 170688 h 176784"/>
              <a:gd name="connsiteX15" fmla="*/ 659892 w 1635252"/>
              <a:gd name="connsiteY15" fmla="*/ 146304 h 176784"/>
              <a:gd name="connsiteX16" fmla="*/ 696468 w 1635252"/>
              <a:gd name="connsiteY16" fmla="*/ 140208 h 176784"/>
              <a:gd name="connsiteX17" fmla="*/ 739140 w 1635252"/>
              <a:gd name="connsiteY17" fmla="*/ 109728 h 176784"/>
              <a:gd name="connsiteX18" fmla="*/ 787908 w 1635252"/>
              <a:gd name="connsiteY18" fmla="*/ 85344 h 176784"/>
              <a:gd name="connsiteX19" fmla="*/ 842772 w 1635252"/>
              <a:gd name="connsiteY19" fmla="*/ 54864 h 176784"/>
              <a:gd name="connsiteX20" fmla="*/ 861060 w 1635252"/>
              <a:gd name="connsiteY20" fmla="*/ 42672 h 176784"/>
              <a:gd name="connsiteX21" fmla="*/ 897636 w 1635252"/>
              <a:gd name="connsiteY21" fmla="*/ 30480 h 176784"/>
              <a:gd name="connsiteX22" fmla="*/ 952500 w 1635252"/>
              <a:gd name="connsiteY22" fmla="*/ 12192 h 176784"/>
              <a:gd name="connsiteX23" fmla="*/ 1001268 w 1635252"/>
              <a:gd name="connsiteY23" fmla="*/ 0 h 176784"/>
              <a:gd name="connsiteX24" fmla="*/ 1098804 w 1635252"/>
              <a:gd name="connsiteY24" fmla="*/ 6096 h 176784"/>
              <a:gd name="connsiteX25" fmla="*/ 1129284 w 1635252"/>
              <a:gd name="connsiteY25" fmla="*/ 12192 h 176784"/>
              <a:gd name="connsiteX26" fmla="*/ 1165860 w 1635252"/>
              <a:gd name="connsiteY26" fmla="*/ 24384 h 176784"/>
              <a:gd name="connsiteX27" fmla="*/ 1208532 w 1635252"/>
              <a:gd name="connsiteY27" fmla="*/ 60960 h 176784"/>
              <a:gd name="connsiteX28" fmla="*/ 1251204 w 1635252"/>
              <a:gd name="connsiteY28" fmla="*/ 91440 h 176784"/>
              <a:gd name="connsiteX29" fmla="*/ 1287780 w 1635252"/>
              <a:gd name="connsiteY29" fmla="*/ 109728 h 176784"/>
              <a:gd name="connsiteX30" fmla="*/ 1421892 w 1635252"/>
              <a:gd name="connsiteY30" fmla="*/ 97536 h 176784"/>
              <a:gd name="connsiteX31" fmla="*/ 1470660 w 1635252"/>
              <a:gd name="connsiteY31" fmla="*/ 79248 h 176784"/>
              <a:gd name="connsiteX32" fmla="*/ 1495044 w 1635252"/>
              <a:gd name="connsiteY32" fmla="*/ 60960 h 176784"/>
              <a:gd name="connsiteX33" fmla="*/ 1525524 w 1635252"/>
              <a:gd name="connsiteY33" fmla="*/ 54864 h 176784"/>
              <a:gd name="connsiteX34" fmla="*/ 1556004 w 1635252"/>
              <a:gd name="connsiteY34" fmla="*/ 30480 h 176784"/>
              <a:gd name="connsiteX35" fmla="*/ 1592580 w 1635252"/>
              <a:gd name="connsiteY35" fmla="*/ 18288 h 176784"/>
              <a:gd name="connsiteX36" fmla="*/ 1610868 w 1635252"/>
              <a:gd name="connsiteY36" fmla="*/ 12192 h 176784"/>
              <a:gd name="connsiteX37" fmla="*/ 1635252 w 1635252"/>
              <a:gd name="connsiteY37" fmla="*/ 6096 h 176784"/>
              <a:gd name="connsiteX0" fmla="*/ 0 w 1610868"/>
              <a:gd name="connsiteY0" fmla="*/ 85344 h 176784"/>
              <a:gd name="connsiteX1" fmla="*/ 62484 w 1610868"/>
              <a:gd name="connsiteY1" fmla="*/ 54864 h 176784"/>
              <a:gd name="connsiteX2" fmla="*/ 111252 w 1610868"/>
              <a:gd name="connsiteY2" fmla="*/ 36576 h 176784"/>
              <a:gd name="connsiteX3" fmla="*/ 135636 w 1610868"/>
              <a:gd name="connsiteY3" fmla="*/ 24384 h 176784"/>
              <a:gd name="connsiteX4" fmla="*/ 160020 w 1610868"/>
              <a:gd name="connsiteY4" fmla="*/ 18288 h 176784"/>
              <a:gd name="connsiteX5" fmla="*/ 227076 w 1610868"/>
              <a:gd name="connsiteY5" fmla="*/ 6096 h 176784"/>
              <a:gd name="connsiteX6" fmla="*/ 294132 w 1610868"/>
              <a:gd name="connsiteY6" fmla="*/ 12192 h 176784"/>
              <a:gd name="connsiteX7" fmla="*/ 330708 w 1610868"/>
              <a:gd name="connsiteY7" fmla="*/ 36576 h 176784"/>
              <a:gd name="connsiteX8" fmla="*/ 397764 w 1610868"/>
              <a:gd name="connsiteY8" fmla="*/ 85344 h 176784"/>
              <a:gd name="connsiteX9" fmla="*/ 434340 w 1610868"/>
              <a:gd name="connsiteY9" fmla="*/ 121920 h 176784"/>
              <a:gd name="connsiteX10" fmla="*/ 452628 w 1610868"/>
              <a:gd name="connsiteY10" fmla="*/ 140208 h 176784"/>
              <a:gd name="connsiteX11" fmla="*/ 495300 w 1610868"/>
              <a:gd name="connsiteY11" fmla="*/ 158496 h 176784"/>
              <a:gd name="connsiteX12" fmla="*/ 519684 w 1610868"/>
              <a:gd name="connsiteY12" fmla="*/ 170688 h 176784"/>
              <a:gd name="connsiteX13" fmla="*/ 537972 w 1610868"/>
              <a:gd name="connsiteY13" fmla="*/ 176784 h 176784"/>
              <a:gd name="connsiteX14" fmla="*/ 623316 w 1610868"/>
              <a:gd name="connsiteY14" fmla="*/ 170688 h 176784"/>
              <a:gd name="connsiteX15" fmla="*/ 659892 w 1610868"/>
              <a:gd name="connsiteY15" fmla="*/ 146304 h 176784"/>
              <a:gd name="connsiteX16" fmla="*/ 696468 w 1610868"/>
              <a:gd name="connsiteY16" fmla="*/ 140208 h 176784"/>
              <a:gd name="connsiteX17" fmla="*/ 739140 w 1610868"/>
              <a:gd name="connsiteY17" fmla="*/ 109728 h 176784"/>
              <a:gd name="connsiteX18" fmla="*/ 787908 w 1610868"/>
              <a:gd name="connsiteY18" fmla="*/ 85344 h 176784"/>
              <a:gd name="connsiteX19" fmla="*/ 842772 w 1610868"/>
              <a:gd name="connsiteY19" fmla="*/ 54864 h 176784"/>
              <a:gd name="connsiteX20" fmla="*/ 861060 w 1610868"/>
              <a:gd name="connsiteY20" fmla="*/ 42672 h 176784"/>
              <a:gd name="connsiteX21" fmla="*/ 897636 w 1610868"/>
              <a:gd name="connsiteY21" fmla="*/ 30480 h 176784"/>
              <a:gd name="connsiteX22" fmla="*/ 952500 w 1610868"/>
              <a:gd name="connsiteY22" fmla="*/ 12192 h 176784"/>
              <a:gd name="connsiteX23" fmla="*/ 1001268 w 1610868"/>
              <a:gd name="connsiteY23" fmla="*/ 0 h 176784"/>
              <a:gd name="connsiteX24" fmla="*/ 1098804 w 1610868"/>
              <a:gd name="connsiteY24" fmla="*/ 6096 h 176784"/>
              <a:gd name="connsiteX25" fmla="*/ 1129284 w 1610868"/>
              <a:gd name="connsiteY25" fmla="*/ 12192 h 176784"/>
              <a:gd name="connsiteX26" fmla="*/ 1165860 w 1610868"/>
              <a:gd name="connsiteY26" fmla="*/ 24384 h 176784"/>
              <a:gd name="connsiteX27" fmla="*/ 1208532 w 1610868"/>
              <a:gd name="connsiteY27" fmla="*/ 60960 h 176784"/>
              <a:gd name="connsiteX28" fmla="*/ 1251204 w 1610868"/>
              <a:gd name="connsiteY28" fmla="*/ 91440 h 176784"/>
              <a:gd name="connsiteX29" fmla="*/ 1287780 w 1610868"/>
              <a:gd name="connsiteY29" fmla="*/ 109728 h 176784"/>
              <a:gd name="connsiteX30" fmla="*/ 1421892 w 1610868"/>
              <a:gd name="connsiteY30" fmla="*/ 97536 h 176784"/>
              <a:gd name="connsiteX31" fmla="*/ 1470660 w 1610868"/>
              <a:gd name="connsiteY31" fmla="*/ 79248 h 176784"/>
              <a:gd name="connsiteX32" fmla="*/ 1495044 w 1610868"/>
              <a:gd name="connsiteY32" fmla="*/ 60960 h 176784"/>
              <a:gd name="connsiteX33" fmla="*/ 1525524 w 1610868"/>
              <a:gd name="connsiteY33" fmla="*/ 54864 h 176784"/>
              <a:gd name="connsiteX34" fmla="*/ 1556004 w 1610868"/>
              <a:gd name="connsiteY34" fmla="*/ 30480 h 176784"/>
              <a:gd name="connsiteX35" fmla="*/ 1592580 w 1610868"/>
              <a:gd name="connsiteY35" fmla="*/ 18288 h 176784"/>
              <a:gd name="connsiteX36" fmla="*/ 1610868 w 1610868"/>
              <a:gd name="connsiteY36" fmla="*/ 12192 h 176784"/>
              <a:gd name="connsiteX0" fmla="*/ 0 w 1592580"/>
              <a:gd name="connsiteY0" fmla="*/ 85344 h 176784"/>
              <a:gd name="connsiteX1" fmla="*/ 62484 w 1592580"/>
              <a:gd name="connsiteY1" fmla="*/ 54864 h 176784"/>
              <a:gd name="connsiteX2" fmla="*/ 111252 w 1592580"/>
              <a:gd name="connsiteY2" fmla="*/ 36576 h 176784"/>
              <a:gd name="connsiteX3" fmla="*/ 135636 w 1592580"/>
              <a:gd name="connsiteY3" fmla="*/ 24384 h 176784"/>
              <a:gd name="connsiteX4" fmla="*/ 160020 w 1592580"/>
              <a:gd name="connsiteY4" fmla="*/ 18288 h 176784"/>
              <a:gd name="connsiteX5" fmla="*/ 227076 w 1592580"/>
              <a:gd name="connsiteY5" fmla="*/ 6096 h 176784"/>
              <a:gd name="connsiteX6" fmla="*/ 294132 w 1592580"/>
              <a:gd name="connsiteY6" fmla="*/ 12192 h 176784"/>
              <a:gd name="connsiteX7" fmla="*/ 330708 w 1592580"/>
              <a:gd name="connsiteY7" fmla="*/ 36576 h 176784"/>
              <a:gd name="connsiteX8" fmla="*/ 397764 w 1592580"/>
              <a:gd name="connsiteY8" fmla="*/ 85344 h 176784"/>
              <a:gd name="connsiteX9" fmla="*/ 434340 w 1592580"/>
              <a:gd name="connsiteY9" fmla="*/ 121920 h 176784"/>
              <a:gd name="connsiteX10" fmla="*/ 452628 w 1592580"/>
              <a:gd name="connsiteY10" fmla="*/ 140208 h 176784"/>
              <a:gd name="connsiteX11" fmla="*/ 495300 w 1592580"/>
              <a:gd name="connsiteY11" fmla="*/ 158496 h 176784"/>
              <a:gd name="connsiteX12" fmla="*/ 519684 w 1592580"/>
              <a:gd name="connsiteY12" fmla="*/ 170688 h 176784"/>
              <a:gd name="connsiteX13" fmla="*/ 537972 w 1592580"/>
              <a:gd name="connsiteY13" fmla="*/ 176784 h 176784"/>
              <a:gd name="connsiteX14" fmla="*/ 623316 w 1592580"/>
              <a:gd name="connsiteY14" fmla="*/ 170688 h 176784"/>
              <a:gd name="connsiteX15" fmla="*/ 659892 w 1592580"/>
              <a:gd name="connsiteY15" fmla="*/ 146304 h 176784"/>
              <a:gd name="connsiteX16" fmla="*/ 696468 w 1592580"/>
              <a:gd name="connsiteY16" fmla="*/ 140208 h 176784"/>
              <a:gd name="connsiteX17" fmla="*/ 739140 w 1592580"/>
              <a:gd name="connsiteY17" fmla="*/ 109728 h 176784"/>
              <a:gd name="connsiteX18" fmla="*/ 787908 w 1592580"/>
              <a:gd name="connsiteY18" fmla="*/ 85344 h 176784"/>
              <a:gd name="connsiteX19" fmla="*/ 842772 w 1592580"/>
              <a:gd name="connsiteY19" fmla="*/ 54864 h 176784"/>
              <a:gd name="connsiteX20" fmla="*/ 861060 w 1592580"/>
              <a:gd name="connsiteY20" fmla="*/ 42672 h 176784"/>
              <a:gd name="connsiteX21" fmla="*/ 897636 w 1592580"/>
              <a:gd name="connsiteY21" fmla="*/ 30480 h 176784"/>
              <a:gd name="connsiteX22" fmla="*/ 952500 w 1592580"/>
              <a:gd name="connsiteY22" fmla="*/ 12192 h 176784"/>
              <a:gd name="connsiteX23" fmla="*/ 1001268 w 1592580"/>
              <a:gd name="connsiteY23" fmla="*/ 0 h 176784"/>
              <a:gd name="connsiteX24" fmla="*/ 1098804 w 1592580"/>
              <a:gd name="connsiteY24" fmla="*/ 6096 h 176784"/>
              <a:gd name="connsiteX25" fmla="*/ 1129284 w 1592580"/>
              <a:gd name="connsiteY25" fmla="*/ 12192 h 176784"/>
              <a:gd name="connsiteX26" fmla="*/ 1165860 w 1592580"/>
              <a:gd name="connsiteY26" fmla="*/ 24384 h 176784"/>
              <a:gd name="connsiteX27" fmla="*/ 1208532 w 1592580"/>
              <a:gd name="connsiteY27" fmla="*/ 60960 h 176784"/>
              <a:gd name="connsiteX28" fmla="*/ 1251204 w 1592580"/>
              <a:gd name="connsiteY28" fmla="*/ 91440 h 176784"/>
              <a:gd name="connsiteX29" fmla="*/ 1287780 w 1592580"/>
              <a:gd name="connsiteY29" fmla="*/ 109728 h 176784"/>
              <a:gd name="connsiteX30" fmla="*/ 1421892 w 1592580"/>
              <a:gd name="connsiteY30" fmla="*/ 97536 h 176784"/>
              <a:gd name="connsiteX31" fmla="*/ 1470660 w 1592580"/>
              <a:gd name="connsiteY31" fmla="*/ 79248 h 176784"/>
              <a:gd name="connsiteX32" fmla="*/ 1495044 w 1592580"/>
              <a:gd name="connsiteY32" fmla="*/ 60960 h 176784"/>
              <a:gd name="connsiteX33" fmla="*/ 1525524 w 1592580"/>
              <a:gd name="connsiteY33" fmla="*/ 54864 h 176784"/>
              <a:gd name="connsiteX34" fmla="*/ 1556004 w 1592580"/>
              <a:gd name="connsiteY34" fmla="*/ 30480 h 176784"/>
              <a:gd name="connsiteX35" fmla="*/ 1592580 w 1592580"/>
              <a:gd name="connsiteY35" fmla="*/ 18288 h 176784"/>
              <a:gd name="connsiteX0" fmla="*/ 0 w 1556004"/>
              <a:gd name="connsiteY0" fmla="*/ 85344 h 176784"/>
              <a:gd name="connsiteX1" fmla="*/ 62484 w 1556004"/>
              <a:gd name="connsiteY1" fmla="*/ 54864 h 176784"/>
              <a:gd name="connsiteX2" fmla="*/ 111252 w 1556004"/>
              <a:gd name="connsiteY2" fmla="*/ 36576 h 176784"/>
              <a:gd name="connsiteX3" fmla="*/ 135636 w 1556004"/>
              <a:gd name="connsiteY3" fmla="*/ 24384 h 176784"/>
              <a:gd name="connsiteX4" fmla="*/ 160020 w 1556004"/>
              <a:gd name="connsiteY4" fmla="*/ 18288 h 176784"/>
              <a:gd name="connsiteX5" fmla="*/ 227076 w 1556004"/>
              <a:gd name="connsiteY5" fmla="*/ 6096 h 176784"/>
              <a:gd name="connsiteX6" fmla="*/ 294132 w 1556004"/>
              <a:gd name="connsiteY6" fmla="*/ 12192 h 176784"/>
              <a:gd name="connsiteX7" fmla="*/ 330708 w 1556004"/>
              <a:gd name="connsiteY7" fmla="*/ 36576 h 176784"/>
              <a:gd name="connsiteX8" fmla="*/ 397764 w 1556004"/>
              <a:gd name="connsiteY8" fmla="*/ 85344 h 176784"/>
              <a:gd name="connsiteX9" fmla="*/ 434340 w 1556004"/>
              <a:gd name="connsiteY9" fmla="*/ 121920 h 176784"/>
              <a:gd name="connsiteX10" fmla="*/ 452628 w 1556004"/>
              <a:gd name="connsiteY10" fmla="*/ 140208 h 176784"/>
              <a:gd name="connsiteX11" fmla="*/ 495300 w 1556004"/>
              <a:gd name="connsiteY11" fmla="*/ 158496 h 176784"/>
              <a:gd name="connsiteX12" fmla="*/ 519684 w 1556004"/>
              <a:gd name="connsiteY12" fmla="*/ 170688 h 176784"/>
              <a:gd name="connsiteX13" fmla="*/ 537972 w 1556004"/>
              <a:gd name="connsiteY13" fmla="*/ 176784 h 176784"/>
              <a:gd name="connsiteX14" fmla="*/ 623316 w 1556004"/>
              <a:gd name="connsiteY14" fmla="*/ 170688 h 176784"/>
              <a:gd name="connsiteX15" fmla="*/ 659892 w 1556004"/>
              <a:gd name="connsiteY15" fmla="*/ 146304 h 176784"/>
              <a:gd name="connsiteX16" fmla="*/ 696468 w 1556004"/>
              <a:gd name="connsiteY16" fmla="*/ 140208 h 176784"/>
              <a:gd name="connsiteX17" fmla="*/ 739140 w 1556004"/>
              <a:gd name="connsiteY17" fmla="*/ 109728 h 176784"/>
              <a:gd name="connsiteX18" fmla="*/ 787908 w 1556004"/>
              <a:gd name="connsiteY18" fmla="*/ 85344 h 176784"/>
              <a:gd name="connsiteX19" fmla="*/ 842772 w 1556004"/>
              <a:gd name="connsiteY19" fmla="*/ 54864 h 176784"/>
              <a:gd name="connsiteX20" fmla="*/ 861060 w 1556004"/>
              <a:gd name="connsiteY20" fmla="*/ 42672 h 176784"/>
              <a:gd name="connsiteX21" fmla="*/ 897636 w 1556004"/>
              <a:gd name="connsiteY21" fmla="*/ 30480 h 176784"/>
              <a:gd name="connsiteX22" fmla="*/ 952500 w 1556004"/>
              <a:gd name="connsiteY22" fmla="*/ 12192 h 176784"/>
              <a:gd name="connsiteX23" fmla="*/ 1001268 w 1556004"/>
              <a:gd name="connsiteY23" fmla="*/ 0 h 176784"/>
              <a:gd name="connsiteX24" fmla="*/ 1098804 w 1556004"/>
              <a:gd name="connsiteY24" fmla="*/ 6096 h 176784"/>
              <a:gd name="connsiteX25" fmla="*/ 1129284 w 1556004"/>
              <a:gd name="connsiteY25" fmla="*/ 12192 h 176784"/>
              <a:gd name="connsiteX26" fmla="*/ 1165860 w 1556004"/>
              <a:gd name="connsiteY26" fmla="*/ 24384 h 176784"/>
              <a:gd name="connsiteX27" fmla="*/ 1208532 w 1556004"/>
              <a:gd name="connsiteY27" fmla="*/ 60960 h 176784"/>
              <a:gd name="connsiteX28" fmla="*/ 1251204 w 1556004"/>
              <a:gd name="connsiteY28" fmla="*/ 91440 h 176784"/>
              <a:gd name="connsiteX29" fmla="*/ 1287780 w 1556004"/>
              <a:gd name="connsiteY29" fmla="*/ 109728 h 176784"/>
              <a:gd name="connsiteX30" fmla="*/ 1421892 w 1556004"/>
              <a:gd name="connsiteY30" fmla="*/ 97536 h 176784"/>
              <a:gd name="connsiteX31" fmla="*/ 1470660 w 1556004"/>
              <a:gd name="connsiteY31" fmla="*/ 79248 h 176784"/>
              <a:gd name="connsiteX32" fmla="*/ 1495044 w 1556004"/>
              <a:gd name="connsiteY32" fmla="*/ 60960 h 176784"/>
              <a:gd name="connsiteX33" fmla="*/ 1525524 w 1556004"/>
              <a:gd name="connsiteY33" fmla="*/ 54864 h 176784"/>
              <a:gd name="connsiteX34" fmla="*/ 1556004 w 1556004"/>
              <a:gd name="connsiteY34" fmla="*/ 30480 h 176784"/>
              <a:gd name="connsiteX0" fmla="*/ 0 w 1550289"/>
              <a:gd name="connsiteY0" fmla="*/ 85344 h 176784"/>
              <a:gd name="connsiteX1" fmla="*/ 62484 w 1550289"/>
              <a:gd name="connsiteY1" fmla="*/ 54864 h 176784"/>
              <a:gd name="connsiteX2" fmla="*/ 111252 w 1550289"/>
              <a:gd name="connsiteY2" fmla="*/ 36576 h 176784"/>
              <a:gd name="connsiteX3" fmla="*/ 135636 w 1550289"/>
              <a:gd name="connsiteY3" fmla="*/ 24384 h 176784"/>
              <a:gd name="connsiteX4" fmla="*/ 160020 w 1550289"/>
              <a:gd name="connsiteY4" fmla="*/ 18288 h 176784"/>
              <a:gd name="connsiteX5" fmla="*/ 227076 w 1550289"/>
              <a:gd name="connsiteY5" fmla="*/ 6096 h 176784"/>
              <a:gd name="connsiteX6" fmla="*/ 294132 w 1550289"/>
              <a:gd name="connsiteY6" fmla="*/ 12192 h 176784"/>
              <a:gd name="connsiteX7" fmla="*/ 330708 w 1550289"/>
              <a:gd name="connsiteY7" fmla="*/ 36576 h 176784"/>
              <a:gd name="connsiteX8" fmla="*/ 397764 w 1550289"/>
              <a:gd name="connsiteY8" fmla="*/ 85344 h 176784"/>
              <a:gd name="connsiteX9" fmla="*/ 434340 w 1550289"/>
              <a:gd name="connsiteY9" fmla="*/ 121920 h 176784"/>
              <a:gd name="connsiteX10" fmla="*/ 452628 w 1550289"/>
              <a:gd name="connsiteY10" fmla="*/ 140208 h 176784"/>
              <a:gd name="connsiteX11" fmla="*/ 495300 w 1550289"/>
              <a:gd name="connsiteY11" fmla="*/ 158496 h 176784"/>
              <a:gd name="connsiteX12" fmla="*/ 519684 w 1550289"/>
              <a:gd name="connsiteY12" fmla="*/ 170688 h 176784"/>
              <a:gd name="connsiteX13" fmla="*/ 537972 w 1550289"/>
              <a:gd name="connsiteY13" fmla="*/ 176784 h 176784"/>
              <a:gd name="connsiteX14" fmla="*/ 623316 w 1550289"/>
              <a:gd name="connsiteY14" fmla="*/ 170688 h 176784"/>
              <a:gd name="connsiteX15" fmla="*/ 659892 w 1550289"/>
              <a:gd name="connsiteY15" fmla="*/ 146304 h 176784"/>
              <a:gd name="connsiteX16" fmla="*/ 696468 w 1550289"/>
              <a:gd name="connsiteY16" fmla="*/ 140208 h 176784"/>
              <a:gd name="connsiteX17" fmla="*/ 739140 w 1550289"/>
              <a:gd name="connsiteY17" fmla="*/ 109728 h 176784"/>
              <a:gd name="connsiteX18" fmla="*/ 787908 w 1550289"/>
              <a:gd name="connsiteY18" fmla="*/ 85344 h 176784"/>
              <a:gd name="connsiteX19" fmla="*/ 842772 w 1550289"/>
              <a:gd name="connsiteY19" fmla="*/ 54864 h 176784"/>
              <a:gd name="connsiteX20" fmla="*/ 861060 w 1550289"/>
              <a:gd name="connsiteY20" fmla="*/ 42672 h 176784"/>
              <a:gd name="connsiteX21" fmla="*/ 897636 w 1550289"/>
              <a:gd name="connsiteY21" fmla="*/ 30480 h 176784"/>
              <a:gd name="connsiteX22" fmla="*/ 952500 w 1550289"/>
              <a:gd name="connsiteY22" fmla="*/ 12192 h 176784"/>
              <a:gd name="connsiteX23" fmla="*/ 1001268 w 1550289"/>
              <a:gd name="connsiteY23" fmla="*/ 0 h 176784"/>
              <a:gd name="connsiteX24" fmla="*/ 1098804 w 1550289"/>
              <a:gd name="connsiteY24" fmla="*/ 6096 h 176784"/>
              <a:gd name="connsiteX25" fmla="*/ 1129284 w 1550289"/>
              <a:gd name="connsiteY25" fmla="*/ 12192 h 176784"/>
              <a:gd name="connsiteX26" fmla="*/ 1165860 w 1550289"/>
              <a:gd name="connsiteY26" fmla="*/ 24384 h 176784"/>
              <a:gd name="connsiteX27" fmla="*/ 1208532 w 1550289"/>
              <a:gd name="connsiteY27" fmla="*/ 60960 h 176784"/>
              <a:gd name="connsiteX28" fmla="*/ 1251204 w 1550289"/>
              <a:gd name="connsiteY28" fmla="*/ 91440 h 176784"/>
              <a:gd name="connsiteX29" fmla="*/ 1287780 w 1550289"/>
              <a:gd name="connsiteY29" fmla="*/ 109728 h 176784"/>
              <a:gd name="connsiteX30" fmla="*/ 1421892 w 1550289"/>
              <a:gd name="connsiteY30" fmla="*/ 97536 h 176784"/>
              <a:gd name="connsiteX31" fmla="*/ 1470660 w 1550289"/>
              <a:gd name="connsiteY31" fmla="*/ 79248 h 176784"/>
              <a:gd name="connsiteX32" fmla="*/ 1495044 w 1550289"/>
              <a:gd name="connsiteY32" fmla="*/ 60960 h 176784"/>
              <a:gd name="connsiteX33" fmla="*/ 1525524 w 1550289"/>
              <a:gd name="connsiteY33" fmla="*/ 54864 h 176784"/>
              <a:gd name="connsiteX34" fmla="*/ 1550289 w 1550289"/>
              <a:gd name="connsiteY34" fmla="*/ 32385 h 17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550289" h="176784">
                <a:moveTo>
                  <a:pt x="0" y="85344"/>
                </a:moveTo>
                <a:cubicBezTo>
                  <a:pt x="72823" y="58035"/>
                  <a:pt x="43942" y="62992"/>
                  <a:pt x="62484" y="54864"/>
                </a:cubicBezTo>
                <a:cubicBezTo>
                  <a:pt x="81026" y="46736"/>
                  <a:pt x="87298" y="46842"/>
                  <a:pt x="111252" y="36576"/>
                </a:cubicBezTo>
                <a:cubicBezTo>
                  <a:pt x="119605" y="32996"/>
                  <a:pt x="127127" y="27575"/>
                  <a:pt x="135636" y="24384"/>
                </a:cubicBezTo>
                <a:cubicBezTo>
                  <a:pt x="143481" y="21442"/>
                  <a:pt x="151964" y="20590"/>
                  <a:pt x="160020" y="18288"/>
                </a:cubicBezTo>
                <a:cubicBezTo>
                  <a:pt x="203873" y="5758"/>
                  <a:pt x="146376" y="16183"/>
                  <a:pt x="227076" y="6096"/>
                </a:cubicBezTo>
                <a:cubicBezTo>
                  <a:pt x="249428" y="8128"/>
                  <a:pt x="272600" y="5859"/>
                  <a:pt x="294132" y="12192"/>
                </a:cubicBezTo>
                <a:cubicBezTo>
                  <a:pt x="308190" y="16327"/>
                  <a:pt x="318346" y="28709"/>
                  <a:pt x="330708" y="36576"/>
                </a:cubicBezTo>
                <a:cubicBezTo>
                  <a:pt x="370378" y="61820"/>
                  <a:pt x="358005" y="48898"/>
                  <a:pt x="397764" y="85344"/>
                </a:cubicBezTo>
                <a:cubicBezTo>
                  <a:pt x="410474" y="96995"/>
                  <a:pt x="422148" y="109728"/>
                  <a:pt x="434340" y="121920"/>
                </a:cubicBezTo>
                <a:cubicBezTo>
                  <a:pt x="440436" y="128016"/>
                  <a:pt x="445455" y="135426"/>
                  <a:pt x="452628" y="140208"/>
                </a:cubicBezTo>
                <a:cubicBezTo>
                  <a:pt x="489689" y="164916"/>
                  <a:pt x="450312" y="141625"/>
                  <a:pt x="495300" y="158496"/>
                </a:cubicBezTo>
                <a:cubicBezTo>
                  <a:pt x="503809" y="161687"/>
                  <a:pt x="511331" y="167108"/>
                  <a:pt x="519684" y="170688"/>
                </a:cubicBezTo>
                <a:cubicBezTo>
                  <a:pt x="525590" y="173219"/>
                  <a:pt x="531876" y="174752"/>
                  <a:pt x="537972" y="176784"/>
                </a:cubicBezTo>
                <a:cubicBezTo>
                  <a:pt x="566420" y="174752"/>
                  <a:pt x="594991" y="174020"/>
                  <a:pt x="623316" y="170688"/>
                </a:cubicBezTo>
                <a:cubicBezTo>
                  <a:pt x="661245" y="166226"/>
                  <a:pt x="621682" y="163286"/>
                  <a:pt x="659892" y="146304"/>
                </a:cubicBezTo>
                <a:cubicBezTo>
                  <a:pt x="671187" y="141284"/>
                  <a:pt x="684276" y="142240"/>
                  <a:pt x="696468" y="140208"/>
                </a:cubicBezTo>
                <a:cubicBezTo>
                  <a:pt x="704737" y="134006"/>
                  <a:pt x="728245" y="115671"/>
                  <a:pt x="739140" y="109728"/>
                </a:cubicBezTo>
                <a:cubicBezTo>
                  <a:pt x="755096" y="101025"/>
                  <a:pt x="772786" y="95426"/>
                  <a:pt x="787908" y="85344"/>
                </a:cubicBezTo>
                <a:cubicBezTo>
                  <a:pt x="829128" y="57864"/>
                  <a:pt x="778078" y="90805"/>
                  <a:pt x="842772" y="54864"/>
                </a:cubicBezTo>
                <a:cubicBezTo>
                  <a:pt x="849176" y="51306"/>
                  <a:pt x="854365" y="45648"/>
                  <a:pt x="861060" y="42672"/>
                </a:cubicBezTo>
                <a:cubicBezTo>
                  <a:pt x="872804" y="37453"/>
                  <a:pt x="885444" y="34544"/>
                  <a:pt x="897636" y="30480"/>
                </a:cubicBezTo>
                <a:lnTo>
                  <a:pt x="952500" y="12192"/>
                </a:lnTo>
                <a:lnTo>
                  <a:pt x="1001268" y="0"/>
                </a:lnTo>
                <a:cubicBezTo>
                  <a:pt x="1033780" y="2032"/>
                  <a:pt x="1066375" y="3008"/>
                  <a:pt x="1098804" y="6096"/>
                </a:cubicBezTo>
                <a:cubicBezTo>
                  <a:pt x="1109119" y="7078"/>
                  <a:pt x="1119288" y="9466"/>
                  <a:pt x="1129284" y="12192"/>
                </a:cubicBezTo>
                <a:cubicBezTo>
                  <a:pt x="1141683" y="15573"/>
                  <a:pt x="1165860" y="24384"/>
                  <a:pt x="1165860" y="24384"/>
                </a:cubicBezTo>
                <a:cubicBezTo>
                  <a:pt x="1202708" y="61232"/>
                  <a:pt x="1176038" y="37750"/>
                  <a:pt x="1208532" y="60960"/>
                </a:cubicBezTo>
                <a:cubicBezTo>
                  <a:pt x="1214975" y="65562"/>
                  <a:pt x="1241626" y="86651"/>
                  <a:pt x="1251204" y="91440"/>
                </a:cubicBezTo>
                <a:cubicBezTo>
                  <a:pt x="1301681" y="116679"/>
                  <a:pt x="1235369" y="74787"/>
                  <a:pt x="1287780" y="109728"/>
                </a:cubicBezTo>
                <a:cubicBezTo>
                  <a:pt x="1365217" y="105426"/>
                  <a:pt x="1371268" y="112000"/>
                  <a:pt x="1421892" y="97536"/>
                </a:cubicBezTo>
                <a:cubicBezTo>
                  <a:pt x="1433164" y="94315"/>
                  <a:pt x="1463840" y="83037"/>
                  <a:pt x="1470660" y="79248"/>
                </a:cubicBezTo>
                <a:cubicBezTo>
                  <a:pt x="1479541" y="74314"/>
                  <a:pt x="1485760" y="65086"/>
                  <a:pt x="1495044" y="60960"/>
                </a:cubicBezTo>
                <a:cubicBezTo>
                  <a:pt x="1504512" y="56752"/>
                  <a:pt x="1515364" y="56896"/>
                  <a:pt x="1525524" y="54864"/>
                </a:cubicBezTo>
                <a:cubicBezTo>
                  <a:pt x="1535684" y="46736"/>
                  <a:pt x="1538867" y="38615"/>
                  <a:pt x="1550289" y="32385"/>
                </a:cubicBezTo>
              </a:path>
            </a:pathLst>
          </a:cu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3A52B73-1671-4FE8-AD55-E09F55DBFD4B}"/>
              </a:ext>
            </a:extLst>
          </p:cNvPr>
          <p:cNvSpPr/>
          <p:nvPr/>
        </p:nvSpPr>
        <p:spPr>
          <a:xfrm>
            <a:off x="9708096" y="2075082"/>
            <a:ext cx="1554861" cy="213360"/>
          </a:xfrm>
          <a:custGeom>
            <a:avLst/>
            <a:gdLst>
              <a:gd name="connsiteX0" fmla="*/ 0 w 2054352"/>
              <a:gd name="connsiteY0" fmla="*/ 12192 h 213360"/>
              <a:gd name="connsiteX1" fmla="*/ 158496 w 2054352"/>
              <a:gd name="connsiteY1" fmla="*/ 158496 h 213360"/>
              <a:gd name="connsiteX2" fmla="*/ 176784 w 2054352"/>
              <a:gd name="connsiteY2" fmla="*/ 170688 h 213360"/>
              <a:gd name="connsiteX3" fmla="*/ 195072 w 2054352"/>
              <a:gd name="connsiteY3" fmla="*/ 188976 h 213360"/>
              <a:gd name="connsiteX4" fmla="*/ 219456 w 2054352"/>
              <a:gd name="connsiteY4" fmla="*/ 201168 h 213360"/>
              <a:gd name="connsiteX5" fmla="*/ 237744 w 2054352"/>
              <a:gd name="connsiteY5" fmla="*/ 213360 h 213360"/>
              <a:gd name="connsiteX6" fmla="*/ 316992 w 2054352"/>
              <a:gd name="connsiteY6" fmla="*/ 201168 h 213360"/>
              <a:gd name="connsiteX7" fmla="*/ 353568 w 2054352"/>
              <a:gd name="connsiteY7" fmla="*/ 188976 h 213360"/>
              <a:gd name="connsiteX8" fmla="*/ 396240 w 2054352"/>
              <a:gd name="connsiteY8" fmla="*/ 152400 h 213360"/>
              <a:gd name="connsiteX9" fmla="*/ 445008 w 2054352"/>
              <a:gd name="connsiteY9" fmla="*/ 140208 h 213360"/>
              <a:gd name="connsiteX10" fmla="*/ 463296 w 2054352"/>
              <a:gd name="connsiteY10" fmla="*/ 134112 h 213360"/>
              <a:gd name="connsiteX11" fmla="*/ 487680 w 2054352"/>
              <a:gd name="connsiteY11" fmla="*/ 128016 h 213360"/>
              <a:gd name="connsiteX12" fmla="*/ 505968 w 2054352"/>
              <a:gd name="connsiteY12" fmla="*/ 121920 h 213360"/>
              <a:gd name="connsiteX13" fmla="*/ 597408 w 2054352"/>
              <a:gd name="connsiteY13" fmla="*/ 115824 h 213360"/>
              <a:gd name="connsiteX14" fmla="*/ 615696 w 2054352"/>
              <a:gd name="connsiteY14" fmla="*/ 109728 h 213360"/>
              <a:gd name="connsiteX15" fmla="*/ 652272 w 2054352"/>
              <a:gd name="connsiteY15" fmla="*/ 85344 h 213360"/>
              <a:gd name="connsiteX16" fmla="*/ 670560 w 2054352"/>
              <a:gd name="connsiteY16" fmla="*/ 79248 h 213360"/>
              <a:gd name="connsiteX17" fmla="*/ 713232 w 2054352"/>
              <a:gd name="connsiteY17" fmla="*/ 48768 h 213360"/>
              <a:gd name="connsiteX18" fmla="*/ 743712 w 2054352"/>
              <a:gd name="connsiteY18" fmla="*/ 42672 h 213360"/>
              <a:gd name="connsiteX19" fmla="*/ 798576 w 2054352"/>
              <a:gd name="connsiteY19" fmla="*/ 24384 h 213360"/>
              <a:gd name="connsiteX20" fmla="*/ 847344 w 2054352"/>
              <a:gd name="connsiteY20" fmla="*/ 30480 h 213360"/>
              <a:gd name="connsiteX21" fmla="*/ 865632 w 2054352"/>
              <a:gd name="connsiteY21" fmla="*/ 42672 h 213360"/>
              <a:gd name="connsiteX22" fmla="*/ 920496 w 2054352"/>
              <a:gd name="connsiteY22" fmla="*/ 85344 h 213360"/>
              <a:gd name="connsiteX23" fmla="*/ 950976 w 2054352"/>
              <a:gd name="connsiteY23" fmla="*/ 121920 h 213360"/>
              <a:gd name="connsiteX24" fmla="*/ 975360 w 2054352"/>
              <a:gd name="connsiteY24" fmla="*/ 158496 h 213360"/>
              <a:gd name="connsiteX25" fmla="*/ 987552 w 2054352"/>
              <a:gd name="connsiteY25" fmla="*/ 176784 h 213360"/>
              <a:gd name="connsiteX26" fmla="*/ 1152144 w 2054352"/>
              <a:gd name="connsiteY26" fmla="*/ 170688 h 213360"/>
              <a:gd name="connsiteX27" fmla="*/ 1176528 w 2054352"/>
              <a:gd name="connsiteY27" fmla="*/ 158496 h 213360"/>
              <a:gd name="connsiteX28" fmla="*/ 1194816 w 2054352"/>
              <a:gd name="connsiteY28" fmla="*/ 152400 h 213360"/>
              <a:gd name="connsiteX29" fmla="*/ 1255776 w 2054352"/>
              <a:gd name="connsiteY29" fmla="*/ 134112 h 213360"/>
              <a:gd name="connsiteX30" fmla="*/ 1274064 w 2054352"/>
              <a:gd name="connsiteY30" fmla="*/ 128016 h 213360"/>
              <a:gd name="connsiteX31" fmla="*/ 1292352 w 2054352"/>
              <a:gd name="connsiteY31" fmla="*/ 115824 h 213360"/>
              <a:gd name="connsiteX32" fmla="*/ 1316736 w 2054352"/>
              <a:gd name="connsiteY32" fmla="*/ 103632 h 213360"/>
              <a:gd name="connsiteX33" fmla="*/ 1335024 w 2054352"/>
              <a:gd name="connsiteY33" fmla="*/ 85344 h 213360"/>
              <a:gd name="connsiteX34" fmla="*/ 1438656 w 2054352"/>
              <a:gd name="connsiteY34" fmla="*/ 18288 h 213360"/>
              <a:gd name="connsiteX35" fmla="*/ 1475232 w 2054352"/>
              <a:gd name="connsiteY35" fmla="*/ 0 h 213360"/>
              <a:gd name="connsiteX36" fmla="*/ 1530096 w 2054352"/>
              <a:gd name="connsiteY36" fmla="*/ 6096 h 213360"/>
              <a:gd name="connsiteX37" fmla="*/ 1554480 w 2054352"/>
              <a:gd name="connsiteY37" fmla="*/ 18288 h 213360"/>
              <a:gd name="connsiteX38" fmla="*/ 1578864 w 2054352"/>
              <a:gd name="connsiteY38" fmla="*/ 24384 h 213360"/>
              <a:gd name="connsiteX39" fmla="*/ 1621536 w 2054352"/>
              <a:gd name="connsiteY39" fmla="*/ 42672 h 213360"/>
              <a:gd name="connsiteX40" fmla="*/ 1676400 w 2054352"/>
              <a:gd name="connsiteY40" fmla="*/ 60960 h 213360"/>
              <a:gd name="connsiteX41" fmla="*/ 1719072 w 2054352"/>
              <a:gd name="connsiteY41" fmla="*/ 91440 h 213360"/>
              <a:gd name="connsiteX42" fmla="*/ 1737360 w 2054352"/>
              <a:gd name="connsiteY42" fmla="*/ 97536 h 213360"/>
              <a:gd name="connsiteX43" fmla="*/ 1853184 w 2054352"/>
              <a:gd name="connsiteY43" fmla="*/ 85344 h 213360"/>
              <a:gd name="connsiteX44" fmla="*/ 1883664 w 2054352"/>
              <a:gd name="connsiteY44" fmla="*/ 73152 h 213360"/>
              <a:gd name="connsiteX45" fmla="*/ 1901952 w 2054352"/>
              <a:gd name="connsiteY45" fmla="*/ 67056 h 213360"/>
              <a:gd name="connsiteX46" fmla="*/ 1956816 w 2054352"/>
              <a:gd name="connsiteY46" fmla="*/ 48768 h 213360"/>
              <a:gd name="connsiteX47" fmla="*/ 1975104 w 2054352"/>
              <a:gd name="connsiteY47" fmla="*/ 36576 h 213360"/>
              <a:gd name="connsiteX48" fmla="*/ 2017776 w 2054352"/>
              <a:gd name="connsiteY48" fmla="*/ 24384 h 213360"/>
              <a:gd name="connsiteX49" fmla="*/ 2054352 w 2054352"/>
              <a:gd name="connsiteY49" fmla="*/ 12192 h 213360"/>
              <a:gd name="connsiteX0" fmla="*/ 0 w 1987677"/>
              <a:gd name="connsiteY0" fmla="*/ 78867 h 213360"/>
              <a:gd name="connsiteX1" fmla="*/ 91821 w 1987677"/>
              <a:gd name="connsiteY1" fmla="*/ 158496 h 213360"/>
              <a:gd name="connsiteX2" fmla="*/ 110109 w 1987677"/>
              <a:gd name="connsiteY2" fmla="*/ 170688 h 213360"/>
              <a:gd name="connsiteX3" fmla="*/ 128397 w 1987677"/>
              <a:gd name="connsiteY3" fmla="*/ 188976 h 213360"/>
              <a:gd name="connsiteX4" fmla="*/ 152781 w 1987677"/>
              <a:gd name="connsiteY4" fmla="*/ 201168 h 213360"/>
              <a:gd name="connsiteX5" fmla="*/ 171069 w 1987677"/>
              <a:gd name="connsiteY5" fmla="*/ 213360 h 213360"/>
              <a:gd name="connsiteX6" fmla="*/ 250317 w 1987677"/>
              <a:gd name="connsiteY6" fmla="*/ 201168 h 213360"/>
              <a:gd name="connsiteX7" fmla="*/ 286893 w 1987677"/>
              <a:gd name="connsiteY7" fmla="*/ 188976 h 213360"/>
              <a:gd name="connsiteX8" fmla="*/ 329565 w 1987677"/>
              <a:gd name="connsiteY8" fmla="*/ 152400 h 213360"/>
              <a:gd name="connsiteX9" fmla="*/ 378333 w 1987677"/>
              <a:gd name="connsiteY9" fmla="*/ 140208 h 213360"/>
              <a:gd name="connsiteX10" fmla="*/ 396621 w 1987677"/>
              <a:gd name="connsiteY10" fmla="*/ 134112 h 213360"/>
              <a:gd name="connsiteX11" fmla="*/ 421005 w 1987677"/>
              <a:gd name="connsiteY11" fmla="*/ 128016 h 213360"/>
              <a:gd name="connsiteX12" fmla="*/ 439293 w 1987677"/>
              <a:gd name="connsiteY12" fmla="*/ 121920 h 213360"/>
              <a:gd name="connsiteX13" fmla="*/ 530733 w 1987677"/>
              <a:gd name="connsiteY13" fmla="*/ 115824 h 213360"/>
              <a:gd name="connsiteX14" fmla="*/ 549021 w 1987677"/>
              <a:gd name="connsiteY14" fmla="*/ 109728 h 213360"/>
              <a:gd name="connsiteX15" fmla="*/ 585597 w 1987677"/>
              <a:gd name="connsiteY15" fmla="*/ 85344 h 213360"/>
              <a:gd name="connsiteX16" fmla="*/ 603885 w 1987677"/>
              <a:gd name="connsiteY16" fmla="*/ 79248 h 213360"/>
              <a:gd name="connsiteX17" fmla="*/ 646557 w 1987677"/>
              <a:gd name="connsiteY17" fmla="*/ 48768 h 213360"/>
              <a:gd name="connsiteX18" fmla="*/ 677037 w 1987677"/>
              <a:gd name="connsiteY18" fmla="*/ 42672 h 213360"/>
              <a:gd name="connsiteX19" fmla="*/ 731901 w 1987677"/>
              <a:gd name="connsiteY19" fmla="*/ 24384 h 213360"/>
              <a:gd name="connsiteX20" fmla="*/ 780669 w 1987677"/>
              <a:gd name="connsiteY20" fmla="*/ 30480 h 213360"/>
              <a:gd name="connsiteX21" fmla="*/ 798957 w 1987677"/>
              <a:gd name="connsiteY21" fmla="*/ 42672 h 213360"/>
              <a:gd name="connsiteX22" fmla="*/ 853821 w 1987677"/>
              <a:gd name="connsiteY22" fmla="*/ 85344 h 213360"/>
              <a:gd name="connsiteX23" fmla="*/ 884301 w 1987677"/>
              <a:gd name="connsiteY23" fmla="*/ 121920 h 213360"/>
              <a:gd name="connsiteX24" fmla="*/ 908685 w 1987677"/>
              <a:gd name="connsiteY24" fmla="*/ 158496 h 213360"/>
              <a:gd name="connsiteX25" fmla="*/ 920877 w 1987677"/>
              <a:gd name="connsiteY25" fmla="*/ 176784 h 213360"/>
              <a:gd name="connsiteX26" fmla="*/ 1085469 w 1987677"/>
              <a:gd name="connsiteY26" fmla="*/ 170688 h 213360"/>
              <a:gd name="connsiteX27" fmla="*/ 1109853 w 1987677"/>
              <a:gd name="connsiteY27" fmla="*/ 158496 h 213360"/>
              <a:gd name="connsiteX28" fmla="*/ 1128141 w 1987677"/>
              <a:gd name="connsiteY28" fmla="*/ 152400 h 213360"/>
              <a:gd name="connsiteX29" fmla="*/ 1189101 w 1987677"/>
              <a:gd name="connsiteY29" fmla="*/ 134112 h 213360"/>
              <a:gd name="connsiteX30" fmla="*/ 1207389 w 1987677"/>
              <a:gd name="connsiteY30" fmla="*/ 128016 h 213360"/>
              <a:gd name="connsiteX31" fmla="*/ 1225677 w 1987677"/>
              <a:gd name="connsiteY31" fmla="*/ 115824 h 213360"/>
              <a:gd name="connsiteX32" fmla="*/ 1250061 w 1987677"/>
              <a:gd name="connsiteY32" fmla="*/ 103632 h 213360"/>
              <a:gd name="connsiteX33" fmla="*/ 1268349 w 1987677"/>
              <a:gd name="connsiteY33" fmla="*/ 85344 h 213360"/>
              <a:gd name="connsiteX34" fmla="*/ 1371981 w 1987677"/>
              <a:gd name="connsiteY34" fmla="*/ 18288 h 213360"/>
              <a:gd name="connsiteX35" fmla="*/ 1408557 w 1987677"/>
              <a:gd name="connsiteY35" fmla="*/ 0 h 213360"/>
              <a:gd name="connsiteX36" fmla="*/ 1463421 w 1987677"/>
              <a:gd name="connsiteY36" fmla="*/ 6096 h 213360"/>
              <a:gd name="connsiteX37" fmla="*/ 1487805 w 1987677"/>
              <a:gd name="connsiteY37" fmla="*/ 18288 h 213360"/>
              <a:gd name="connsiteX38" fmla="*/ 1512189 w 1987677"/>
              <a:gd name="connsiteY38" fmla="*/ 24384 h 213360"/>
              <a:gd name="connsiteX39" fmla="*/ 1554861 w 1987677"/>
              <a:gd name="connsiteY39" fmla="*/ 42672 h 213360"/>
              <a:gd name="connsiteX40" fmla="*/ 1609725 w 1987677"/>
              <a:gd name="connsiteY40" fmla="*/ 60960 h 213360"/>
              <a:gd name="connsiteX41" fmla="*/ 1652397 w 1987677"/>
              <a:gd name="connsiteY41" fmla="*/ 91440 h 213360"/>
              <a:gd name="connsiteX42" fmla="*/ 1670685 w 1987677"/>
              <a:gd name="connsiteY42" fmla="*/ 97536 h 213360"/>
              <a:gd name="connsiteX43" fmla="*/ 1786509 w 1987677"/>
              <a:gd name="connsiteY43" fmla="*/ 85344 h 213360"/>
              <a:gd name="connsiteX44" fmla="*/ 1816989 w 1987677"/>
              <a:gd name="connsiteY44" fmla="*/ 73152 h 213360"/>
              <a:gd name="connsiteX45" fmla="*/ 1835277 w 1987677"/>
              <a:gd name="connsiteY45" fmla="*/ 67056 h 213360"/>
              <a:gd name="connsiteX46" fmla="*/ 1890141 w 1987677"/>
              <a:gd name="connsiteY46" fmla="*/ 48768 h 213360"/>
              <a:gd name="connsiteX47" fmla="*/ 1908429 w 1987677"/>
              <a:gd name="connsiteY47" fmla="*/ 36576 h 213360"/>
              <a:gd name="connsiteX48" fmla="*/ 1951101 w 1987677"/>
              <a:gd name="connsiteY48" fmla="*/ 24384 h 213360"/>
              <a:gd name="connsiteX49" fmla="*/ 1987677 w 1987677"/>
              <a:gd name="connsiteY49" fmla="*/ 12192 h 213360"/>
              <a:gd name="connsiteX0" fmla="*/ 0 w 1951101"/>
              <a:gd name="connsiteY0" fmla="*/ 78867 h 213360"/>
              <a:gd name="connsiteX1" fmla="*/ 91821 w 1951101"/>
              <a:gd name="connsiteY1" fmla="*/ 158496 h 213360"/>
              <a:gd name="connsiteX2" fmla="*/ 110109 w 1951101"/>
              <a:gd name="connsiteY2" fmla="*/ 170688 h 213360"/>
              <a:gd name="connsiteX3" fmla="*/ 128397 w 1951101"/>
              <a:gd name="connsiteY3" fmla="*/ 188976 h 213360"/>
              <a:gd name="connsiteX4" fmla="*/ 152781 w 1951101"/>
              <a:gd name="connsiteY4" fmla="*/ 201168 h 213360"/>
              <a:gd name="connsiteX5" fmla="*/ 171069 w 1951101"/>
              <a:gd name="connsiteY5" fmla="*/ 213360 h 213360"/>
              <a:gd name="connsiteX6" fmla="*/ 250317 w 1951101"/>
              <a:gd name="connsiteY6" fmla="*/ 201168 h 213360"/>
              <a:gd name="connsiteX7" fmla="*/ 286893 w 1951101"/>
              <a:gd name="connsiteY7" fmla="*/ 188976 h 213360"/>
              <a:gd name="connsiteX8" fmla="*/ 329565 w 1951101"/>
              <a:gd name="connsiteY8" fmla="*/ 152400 h 213360"/>
              <a:gd name="connsiteX9" fmla="*/ 378333 w 1951101"/>
              <a:gd name="connsiteY9" fmla="*/ 140208 h 213360"/>
              <a:gd name="connsiteX10" fmla="*/ 396621 w 1951101"/>
              <a:gd name="connsiteY10" fmla="*/ 134112 h 213360"/>
              <a:gd name="connsiteX11" fmla="*/ 421005 w 1951101"/>
              <a:gd name="connsiteY11" fmla="*/ 128016 h 213360"/>
              <a:gd name="connsiteX12" fmla="*/ 439293 w 1951101"/>
              <a:gd name="connsiteY12" fmla="*/ 121920 h 213360"/>
              <a:gd name="connsiteX13" fmla="*/ 530733 w 1951101"/>
              <a:gd name="connsiteY13" fmla="*/ 115824 h 213360"/>
              <a:gd name="connsiteX14" fmla="*/ 549021 w 1951101"/>
              <a:gd name="connsiteY14" fmla="*/ 109728 h 213360"/>
              <a:gd name="connsiteX15" fmla="*/ 585597 w 1951101"/>
              <a:gd name="connsiteY15" fmla="*/ 85344 h 213360"/>
              <a:gd name="connsiteX16" fmla="*/ 603885 w 1951101"/>
              <a:gd name="connsiteY16" fmla="*/ 79248 h 213360"/>
              <a:gd name="connsiteX17" fmla="*/ 646557 w 1951101"/>
              <a:gd name="connsiteY17" fmla="*/ 48768 h 213360"/>
              <a:gd name="connsiteX18" fmla="*/ 677037 w 1951101"/>
              <a:gd name="connsiteY18" fmla="*/ 42672 h 213360"/>
              <a:gd name="connsiteX19" fmla="*/ 731901 w 1951101"/>
              <a:gd name="connsiteY19" fmla="*/ 24384 h 213360"/>
              <a:gd name="connsiteX20" fmla="*/ 780669 w 1951101"/>
              <a:gd name="connsiteY20" fmla="*/ 30480 h 213360"/>
              <a:gd name="connsiteX21" fmla="*/ 798957 w 1951101"/>
              <a:gd name="connsiteY21" fmla="*/ 42672 h 213360"/>
              <a:gd name="connsiteX22" fmla="*/ 853821 w 1951101"/>
              <a:gd name="connsiteY22" fmla="*/ 85344 h 213360"/>
              <a:gd name="connsiteX23" fmla="*/ 884301 w 1951101"/>
              <a:gd name="connsiteY23" fmla="*/ 121920 h 213360"/>
              <a:gd name="connsiteX24" fmla="*/ 908685 w 1951101"/>
              <a:gd name="connsiteY24" fmla="*/ 158496 h 213360"/>
              <a:gd name="connsiteX25" fmla="*/ 920877 w 1951101"/>
              <a:gd name="connsiteY25" fmla="*/ 176784 h 213360"/>
              <a:gd name="connsiteX26" fmla="*/ 1085469 w 1951101"/>
              <a:gd name="connsiteY26" fmla="*/ 170688 h 213360"/>
              <a:gd name="connsiteX27" fmla="*/ 1109853 w 1951101"/>
              <a:gd name="connsiteY27" fmla="*/ 158496 h 213360"/>
              <a:gd name="connsiteX28" fmla="*/ 1128141 w 1951101"/>
              <a:gd name="connsiteY28" fmla="*/ 152400 h 213360"/>
              <a:gd name="connsiteX29" fmla="*/ 1189101 w 1951101"/>
              <a:gd name="connsiteY29" fmla="*/ 134112 h 213360"/>
              <a:gd name="connsiteX30" fmla="*/ 1207389 w 1951101"/>
              <a:gd name="connsiteY30" fmla="*/ 128016 h 213360"/>
              <a:gd name="connsiteX31" fmla="*/ 1225677 w 1951101"/>
              <a:gd name="connsiteY31" fmla="*/ 115824 h 213360"/>
              <a:gd name="connsiteX32" fmla="*/ 1250061 w 1951101"/>
              <a:gd name="connsiteY32" fmla="*/ 103632 h 213360"/>
              <a:gd name="connsiteX33" fmla="*/ 1268349 w 1951101"/>
              <a:gd name="connsiteY33" fmla="*/ 85344 h 213360"/>
              <a:gd name="connsiteX34" fmla="*/ 1371981 w 1951101"/>
              <a:gd name="connsiteY34" fmla="*/ 18288 h 213360"/>
              <a:gd name="connsiteX35" fmla="*/ 1408557 w 1951101"/>
              <a:gd name="connsiteY35" fmla="*/ 0 h 213360"/>
              <a:gd name="connsiteX36" fmla="*/ 1463421 w 1951101"/>
              <a:gd name="connsiteY36" fmla="*/ 6096 h 213360"/>
              <a:gd name="connsiteX37" fmla="*/ 1487805 w 1951101"/>
              <a:gd name="connsiteY37" fmla="*/ 18288 h 213360"/>
              <a:gd name="connsiteX38" fmla="*/ 1512189 w 1951101"/>
              <a:gd name="connsiteY38" fmla="*/ 24384 h 213360"/>
              <a:gd name="connsiteX39" fmla="*/ 1554861 w 1951101"/>
              <a:gd name="connsiteY39" fmla="*/ 42672 h 213360"/>
              <a:gd name="connsiteX40" fmla="*/ 1609725 w 1951101"/>
              <a:gd name="connsiteY40" fmla="*/ 60960 h 213360"/>
              <a:gd name="connsiteX41" fmla="*/ 1652397 w 1951101"/>
              <a:gd name="connsiteY41" fmla="*/ 91440 h 213360"/>
              <a:gd name="connsiteX42" fmla="*/ 1670685 w 1951101"/>
              <a:gd name="connsiteY42" fmla="*/ 97536 h 213360"/>
              <a:gd name="connsiteX43" fmla="*/ 1786509 w 1951101"/>
              <a:gd name="connsiteY43" fmla="*/ 85344 h 213360"/>
              <a:gd name="connsiteX44" fmla="*/ 1816989 w 1951101"/>
              <a:gd name="connsiteY44" fmla="*/ 73152 h 213360"/>
              <a:gd name="connsiteX45" fmla="*/ 1835277 w 1951101"/>
              <a:gd name="connsiteY45" fmla="*/ 67056 h 213360"/>
              <a:gd name="connsiteX46" fmla="*/ 1890141 w 1951101"/>
              <a:gd name="connsiteY46" fmla="*/ 48768 h 213360"/>
              <a:gd name="connsiteX47" fmla="*/ 1908429 w 1951101"/>
              <a:gd name="connsiteY47" fmla="*/ 36576 h 213360"/>
              <a:gd name="connsiteX48" fmla="*/ 1951101 w 1951101"/>
              <a:gd name="connsiteY48" fmla="*/ 24384 h 213360"/>
              <a:gd name="connsiteX0" fmla="*/ 0 w 1908429"/>
              <a:gd name="connsiteY0" fmla="*/ 78867 h 213360"/>
              <a:gd name="connsiteX1" fmla="*/ 91821 w 1908429"/>
              <a:gd name="connsiteY1" fmla="*/ 158496 h 213360"/>
              <a:gd name="connsiteX2" fmla="*/ 110109 w 1908429"/>
              <a:gd name="connsiteY2" fmla="*/ 170688 h 213360"/>
              <a:gd name="connsiteX3" fmla="*/ 128397 w 1908429"/>
              <a:gd name="connsiteY3" fmla="*/ 188976 h 213360"/>
              <a:gd name="connsiteX4" fmla="*/ 152781 w 1908429"/>
              <a:gd name="connsiteY4" fmla="*/ 201168 h 213360"/>
              <a:gd name="connsiteX5" fmla="*/ 171069 w 1908429"/>
              <a:gd name="connsiteY5" fmla="*/ 213360 h 213360"/>
              <a:gd name="connsiteX6" fmla="*/ 250317 w 1908429"/>
              <a:gd name="connsiteY6" fmla="*/ 201168 h 213360"/>
              <a:gd name="connsiteX7" fmla="*/ 286893 w 1908429"/>
              <a:gd name="connsiteY7" fmla="*/ 188976 h 213360"/>
              <a:gd name="connsiteX8" fmla="*/ 329565 w 1908429"/>
              <a:gd name="connsiteY8" fmla="*/ 152400 h 213360"/>
              <a:gd name="connsiteX9" fmla="*/ 378333 w 1908429"/>
              <a:gd name="connsiteY9" fmla="*/ 140208 h 213360"/>
              <a:gd name="connsiteX10" fmla="*/ 396621 w 1908429"/>
              <a:gd name="connsiteY10" fmla="*/ 134112 h 213360"/>
              <a:gd name="connsiteX11" fmla="*/ 421005 w 1908429"/>
              <a:gd name="connsiteY11" fmla="*/ 128016 h 213360"/>
              <a:gd name="connsiteX12" fmla="*/ 439293 w 1908429"/>
              <a:gd name="connsiteY12" fmla="*/ 121920 h 213360"/>
              <a:gd name="connsiteX13" fmla="*/ 530733 w 1908429"/>
              <a:gd name="connsiteY13" fmla="*/ 115824 h 213360"/>
              <a:gd name="connsiteX14" fmla="*/ 549021 w 1908429"/>
              <a:gd name="connsiteY14" fmla="*/ 109728 h 213360"/>
              <a:gd name="connsiteX15" fmla="*/ 585597 w 1908429"/>
              <a:gd name="connsiteY15" fmla="*/ 85344 h 213360"/>
              <a:gd name="connsiteX16" fmla="*/ 603885 w 1908429"/>
              <a:gd name="connsiteY16" fmla="*/ 79248 h 213360"/>
              <a:gd name="connsiteX17" fmla="*/ 646557 w 1908429"/>
              <a:gd name="connsiteY17" fmla="*/ 48768 h 213360"/>
              <a:gd name="connsiteX18" fmla="*/ 677037 w 1908429"/>
              <a:gd name="connsiteY18" fmla="*/ 42672 h 213360"/>
              <a:gd name="connsiteX19" fmla="*/ 731901 w 1908429"/>
              <a:gd name="connsiteY19" fmla="*/ 24384 h 213360"/>
              <a:gd name="connsiteX20" fmla="*/ 780669 w 1908429"/>
              <a:gd name="connsiteY20" fmla="*/ 30480 h 213360"/>
              <a:gd name="connsiteX21" fmla="*/ 798957 w 1908429"/>
              <a:gd name="connsiteY21" fmla="*/ 42672 h 213360"/>
              <a:gd name="connsiteX22" fmla="*/ 853821 w 1908429"/>
              <a:gd name="connsiteY22" fmla="*/ 85344 h 213360"/>
              <a:gd name="connsiteX23" fmla="*/ 884301 w 1908429"/>
              <a:gd name="connsiteY23" fmla="*/ 121920 h 213360"/>
              <a:gd name="connsiteX24" fmla="*/ 908685 w 1908429"/>
              <a:gd name="connsiteY24" fmla="*/ 158496 h 213360"/>
              <a:gd name="connsiteX25" fmla="*/ 920877 w 1908429"/>
              <a:gd name="connsiteY25" fmla="*/ 176784 h 213360"/>
              <a:gd name="connsiteX26" fmla="*/ 1085469 w 1908429"/>
              <a:gd name="connsiteY26" fmla="*/ 170688 h 213360"/>
              <a:gd name="connsiteX27" fmla="*/ 1109853 w 1908429"/>
              <a:gd name="connsiteY27" fmla="*/ 158496 h 213360"/>
              <a:gd name="connsiteX28" fmla="*/ 1128141 w 1908429"/>
              <a:gd name="connsiteY28" fmla="*/ 152400 h 213360"/>
              <a:gd name="connsiteX29" fmla="*/ 1189101 w 1908429"/>
              <a:gd name="connsiteY29" fmla="*/ 134112 h 213360"/>
              <a:gd name="connsiteX30" fmla="*/ 1207389 w 1908429"/>
              <a:gd name="connsiteY30" fmla="*/ 128016 h 213360"/>
              <a:gd name="connsiteX31" fmla="*/ 1225677 w 1908429"/>
              <a:gd name="connsiteY31" fmla="*/ 115824 h 213360"/>
              <a:gd name="connsiteX32" fmla="*/ 1250061 w 1908429"/>
              <a:gd name="connsiteY32" fmla="*/ 103632 h 213360"/>
              <a:gd name="connsiteX33" fmla="*/ 1268349 w 1908429"/>
              <a:gd name="connsiteY33" fmla="*/ 85344 h 213360"/>
              <a:gd name="connsiteX34" fmla="*/ 1371981 w 1908429"/>
              <a:gd name="connsiteY34" fmla="*/ 18288 h 213360"/>
              <a:gd name="connsiteX35" fmla="*/ 1408557 w 1908429"/>
              <a:gd name="connsiteY35" fmla="*/ 0 h 213360"/>
              <a:gd name="connsiteX36" fmla="*/ 1463421 w 1908429"/>
              <a:gd name="connsiteY36" fmla="*/ 6096 h 213360"/>
              <a:gd name="connsiteX37" fmla="*/ 1487805 w 1908429"/>
              <a:gd name="connsiteY37" fmla="*/ 18288 h 213360"/>
              <a:gd name="connsiteX38" fmla="*/ 1512189 w 1908429"/>
              <a:gd name="connsiteY38" fmla="*/ 24384 h 213360"/>
              <a:gd name="connsiteX39" fmla="*/ 1554861 w 1908429"/>
              <a:gd name="connsiteY39" fmla="*/ 42672 h 213360"/>
              <a:gd name="connsiteX40" fmla="*/ 1609725 w 1908429"/>
              <a:gd name="connsiteY40" fmla="*/ 60960 h 213360"/>
              <a:gd name="connsiteX41" fmla="*/ 1652397 w 1908429"/>
              <a:gd name="connsiteY41" fmla="*/ 91440 h 213360"/>
              <a:gd name="connsiteX42" fmla="*/ 1670685 w 1908429"/>
              <a:gd name="connsiteY42" fmla="*/ 97536 h 213360"/>
              <a:gd name="connsiteX43" fmla="*/ 1786509 w 1908429"/>
              <a:gd name="connsiteY43" fmla="*/ 85344 h 213360"/>
              <a:gd name="connsiteX44" fmla="*/ 1816989 w 1908429"/>
              <a:gd name="connsiteY44" fmla="*/ 73152 h 213360"/>
              <a:gd name="connsiteX45" fmla="*/ 1835277 w 1908429"/>
              <a:gd name="connsiteY45" fmla="*/ 67056 h 213360"/>
              <a:gd name="connsiteX46" fmla="*/ 1890141 w 1908429"/>
              <a:gd name="connsiteY46" fmla="*/ 48768 h 213360"/>
              <a:gd name="connsiteX47" fmla="*/ 1908429 w 1908429"/>
              <a:gd name="connsiteY47" fmla="*/ 36576 h 213360"/>
              <a:gd name="connsiteX0" fmla="*/ 0 w 1890141"/>
              <a:gd name="connsiteY0" fmla="*/ 78867 h 213360"/>
              <a:gd name="connsiteX1" fmla="*/ 91821 w 1890141"/>
              <a:gd name="connsiteY1" fmla="*/ 158496 h 213360"/>
              <a:gd name="connsiteX2" fmla="*/ 110109 w 1890141"/>
              <a:gd name="connsiteY2" fmla="*/ 170688 h 213360"/>
              <a:gd name="connsiteX3" fmla="*/ 128397 w 1890141"/>
              <a:gd name="connsiteY3" fmla="*/ 188976 h 213360"/>
              <a:gd name="connsiteX4" fmla="*/ 152781 w 1890141"/>
              <a:gd name="connsiteY4" fmla="*/ 201168 h 213360"/>
              <a:gd name="connsiteX5" fmla="*/ 171069 w 1890141"/>
              <a:gd name="connsiteY5" fmla="*/ 213360 h 213360"/>
              <a:gd name="connsiteX6" fmla="*/ 250317 w 1890141"/>
              <a:gd name="connsiteY6" fmla="*/ 201168 h 213360"/>
              <a:gd name="connsiteX7" fmla="*/ 286893 w 1890141"/>
              <a:gd name="connsiteY7" fmla="*/ 188976 h 213360"/>
              <a:gd name="connsiteX8" fmla="*/ 329565 w 1890141"/>
              <a:gd name="connsiteY8" fmla="*/ 152400 h 213360"/>
              <a:gd name="connsiteX9" fmla="*/ 378333 w 1890141"/>
              <a:gd name="connsiteY9" fmla="*/ 140208 h 213360"/>
              <a:gd name="connsiteX10" fmla="*/ 396621 w 1890141"/>
              <a:gd name="connsiteY10" fmla="*/ 134112 h 213360"/>
              <a:gd name="connsiteX11" fmla="*/ 421005 w 1890141"/>
              <a:gd name="connsiteY11" fmla="*/ 128016 h 213360"/>
              <a:gd name="connsiteX12" fmla="*/ 439293 w 1890141"/>
              <a:gd name="connsiteY12" fmla="*/ 121920 h 213360"/>
              <a:gd name="connsiteX13" fmla="*/ 530733 w 1890141"/>
              <a:gd name="connsiteY13" fmla="*/ 115824 h 213360"/>
              <a:gd name="connsiteX14" fmla="*/ 549021 w 1890141"/>
              <a:gd name="connsiteY14" fmla="*/ 109728 h 213360"/>
              <a:gd name="connsiteX15" fmla="*/ 585597 w 1890141"/>
              <a:gd name="connsiteY15" fmla="*/ 85344 h 213360"/>
              <a:gd name="connsiteX16" fmla="*/ 603885 w 1890141"/>
              <a:gd name="connsiteY16" fmla="*/ 79248 h 213360"/>
              <a:gd name="connsiteX17" fmla="*/ 646557 w 1890141"/>
              <a:gd name="connsiteY17" fmla="*/ 48768 h 213360"/>
              <a:gd name="connsiteX18" fmla="*/ 677037 w 1890141"/>
              <a:gd name="connsiteY18" fmla="*/ 42672 h 213360"/>
              <a:gd name="connsiteX19" fmla="*/ 731901 w 1890141"/>
              <a:gd name="connsiteY19" fmla="*/ 24384 h 213360"/>
              <a:gd name="connsiteX20" fmla="*/ 780669 w 1890141"/>
              <a:gd name="connsiteY20" fmla="*/ 30480 h 213360"/>
              <a:gd name="connsiteX21" fmla="*/ 798957 w 1890141"/>
              <a:gd name="connsiteY21" fmla="*/ 42672 h 213360"/>
              <a:gd name="connsiteX22" fmla="*/ 853821 w 1890141"/>
              <a:gd name="connsiteY22" fmla="*/ 85344 h 213360"/>
              <a:gd name="connsiteX23" fmla="*/ 884301 w 1890141"/>
              <a:gd name="connsiteY23" fmla="*/ 121920 h 213360"/>
              <a:gd name="connsiteX24" fmla="*/ 908685 w 1890141"/>
              <a:gd name="connsiteY24" fmla="*/ 158496 h 213360"/>
              <a:gd name="connsiteX25" fmla="*/ 920877 w 1890141"/>
              <a:gd name="connsiteY25" fmla="*/ 176784 h 213360"/>
              <a:gd name="connsiteX26" fmla="*/ 1085469 w 1890141"/>
              <a:gd name="connsiteY26" fmla="*/ 170688 h 213360"/>
              <a:gd name="connsiteX27" fmla="*/ 1109853 w 1890141"/>
              <a:gd name="connsiteY27" fmla="*/ 158496 h 213360"/>
              <a:gd name="connsiteX28" fmla="*/ 1128141 w 1890141"/>
              <a:gd name="connsiteY28" fmla="*/ 152400 h 213360"/>
              <a:gd name="connsiteX29" fmla="*/ 1189101 w 1890141"/>
              <a:gd name="connsiteY29" fmla="*/ 134112 h 213360"/>
              <a:gd name="connsiteX30" fmla="*/ 1207389 w 1890141"/>
              <a:gd name="connsiteY30" fmla="*/ 128016 h 213360"/>
              <a:gd name="connsiteX31" fmla="*/ 1225677 w 1890141"/>
              <a:gd name="connsiteY31" fmla="*/ 115824 h 213360"/>
              <a:gd name="connsiteX32" fmla="*/ 1250061 w 1890141"/>
              <a:gd name="connsiteY32" fmla="*/ 103632 h 213360"/>
              <a:gd name="connsiteX33" fmla="*/ 1268349 w 1890141"/>
              <a:gd name="connsiteY33" fmla="*/ 85344 h 213360"/>
              <a:gd name="connsiteX34" fmla="*/ 1371981 w 1890141"/>
              <a:gd name="connsiteY34" fmla="*/ 18288 h 213360"/>
              <a:gd name="connsiteX35" fmla="*/ 1408557 w 1890141"/>
              <a:gd name="connsiteY35" fmla="*/ 0 h 213360"/>
              <a:gd name="connsiteX36" fmla="*/ 1463421 w 1890141"/>
              <a:gd name="connsiteY36" fmla="*/ 6096 h 213360"/>
              <a:gd name="connsiteX37" fmla="*/ 1487805 w 1890141"/>
              <a:gd name="connsiteY37" fmla="*/ 18288 h 213360"/>
              <a:gd name="connsiteX38" fmla="*/ 1512189 w 1890141"/>
              <a:gd name="connsiteY38" fmla="*/ 24384 h 213360"/>
              <a:gd name="connsiteX39" fmla="*/ 1554861 w 1890141"/>
              <a:gd name="connsiteY39" fmla="*/ 42672 h 213360"/>
              <a:gd name="connsiteX40" fmla="*/ 1609725 w 1890141"/>
              <a:gd name="connsiteY40" fmla="*/ 60960 h 213360"/>
              <a:gd name="connsiteX41" fmla="*/ 1652397 w 1890141"/>
              <a:gd name="connsiteY41" fmla="*/ 91440 h 213360"/>
              <a:gd name="connsiteX42" fmla="*/ 1670685 w 1890141"/>
              <a:gd name="connsiteY42" fmla="*/ 97536 h 213360"/>
              <a:gd name="connsiteX43" fmla="*/ 1786509 w 1890141"/>
              <a:gd name="connsiteY43" fmla="*/ 85344 h 213360"/>
              <a:gd name="connsiteX44" fmla="*/ 1816989 w 1890141"/>
              <a:gd name="connsiteY44" fmla="*/ 73152 h 213360"/>
              <a:gd name="connsiteX45" fmla="*/ 1835277 w 1890141"/>
              <a:gd name="connsiteY45" fmla="*/ 67056 h 213360"/>
              <a:gd name="connsiteX46" fmla="*/ 1890141 w 1890141"/>
              <a:gd name="connsiteY46" fmla="*/ 48768 h 213360"/>
              <a:gd name="connsiteX0" fmla="*/ 0 w 1835277"/>
              <a:gd name="connsiteY0" fmla="*/ 78867 h 213360"/>
              <a:gd name="connsiteX1" fmla="*/ 91821 w 1835277"/>
              <a:gd name="connsiteY1" fmla="*/ 158496 h 213360"/>
              <a:gd name="connsiteX2" fmla="*/ 110109 w 1835277"/>
              <a:gd name="connsiteY2" fmla="*/ 170688 h 213360"/>
              <a:gd name="connsiteX3" fmla="*/ 128397 w 1835277"/>
              <a:gd name="connsiteY3" fmla="*/ 188976 h 213360"/>
              <a:gd name="connsiteX4" fmla="*/ 152781 w 1835277"/>
              <a:gd name="connsiteY4" fmla="*/ 201168 h 213360"/>
              <a:gd name="connsiteX5" fmla="*/ 171069 w 1835277"/>
              <a:gd name="connsiteY5" fmla="*/ 213360 h 213360"/>
              <a:gd name="connsiteX6" fmla="*/ 250317 w 1835277"/>
              <a:gd name="connsiteY6" fmla="*/ 201168 h 213360"/>
              <a:gd name="connsiteX7" fmla="*/ 286893 w 1835277"/>
              <a:gd name="connsiteY7" fmla="*/ 188976 h 213360"/>
              <a:gd name="connsiteX8" fmla="*/ 329565 w 1835277"/>
              <a:gd name="connsiteY8" fmla="*/ 152400 h 213360"/>
              <a:gd name="connsiteX9" fmla="*/ 378333 w 1835277"/>
              <a:gd name="connsiteY9" fmla="*/ 140208 h 213360"/>
              <a:gd name="connsiteX10" fmla="*/ 396621 w 1835277"/>
              <a:gd name="connsiteY10" fmla="*/ 134112 h 213360"/>
              <a:gd name="connsiteX11" fmla="*/ 421005 w 1835277"/>
              <a:gd name="connsiteY11" fmla="*/ 128016 h 213360"/>
              <a:gd name="connsiteX12" fmla="*/ 439293 w 1835277"/>
              <a:gd name="connsiteY12" fmla="*/ 121920 h 213360"/>
              <a:gd name="connsiteX13" fmla="*/ 530733 w 1835277"/>
              <a:gd name="connsiteY13" fmla="*/ 115824 h 213360"/>
              <a:gd name="connsiteX14" fmla="*/ 549021 w 1835277"/>
              <a:gd name="connsiteY14" fmla="*/ 109728 h 213360"/>
              <a:gd name="connsiteX15" fmla="*/ 585597 w 1835277"/>
              <a:gd name="connsiteY15" fmla="*/ 85344 h 213360"/>
              <a:gd name="connsiteX16" fmla="*/ 603885 w 1835277"/>
              <a:gd name="connsiteY16" fmla="*/ 79248 h 213360"/>
              <a:gd name="connsiteX17" fmla="*/ 646557 w 1835277"/>
              <a:gd name="connsiteY17" fmla="*/ 48768 h 213360"/>
              <a:gd name="connsiteX18" fmla="*/ 677037 w 1835277"/>
              <a:gd name="connsiteY18" fmla="*/ 42672 h 213360"/>
              <a:gd name="connsiteX19" fmla="*/ 731901 w 1835277"/>
              <a:gd name="connsiteY19" fmla="*/ 24384 h 213360"/>
              <a:gd name="connsiteX20" fmla="*/ 780669 w 1835277"/>
              <a:gd name="connsiteY20" fmla="*/ 30480 h 213360"/>
              <a:gd name="connsiteX21" fmla="*/ 798957 w 1835277"/>
              <a:gd name="connsiteY21" fmla="*/ 42672 h 213360"/>
              <a:gd name="connsiteX22" fmla="*/ 853821 w 1835277"/>
              <a:gd name="connsiteY22" fmla="*/ 85344 h 213360"/>
              <a:gd name="connsiteX23" fmla="*/ 884301 w 1835277"/>
              <a:gd name="connsiteY23" fmla="*/ 121920 h 213360"/>
              <a:gd name="connsiteX24" fmla="*/ 908685 w 1835277"/>
              <a:gd name="connsiteY24" fmla="*/ 158496 h 213360"/>
              <a:gd name="connsiteX25" fmla="*/ 920877 w 1835277"/>
              <a:gd name="connsiteY25" fmla="*/ 176784 h 213360"/>
              <a:gd name="connsiteX26" fmla="*/ 1085469 w 1835277"/>
              <a:gd name="connsiteY26" fmla="*/ 170688 h 213360"/>
              <a:gd name="connsiteX27" fmla="*/ 1109853 w 1835277"/>
              <a:gd name="connsiteY27" fmla="*/ 158496 h 213360"/>
              <a:gd name="connsiteX28" fmla="*/ 1128141 w 1835277"/>
              <a:gd name="connsiteY28" fmla="*/ 152400 h 213360"/>
              <a:gd name="connsiteX29" fmla="*/ 1189101 w 1835277"/>
              <a:gd name="connsiteY29" fmla="*/ 134112 h 213360"/>
              <a:gd name="connsiteX30" fmla="*/ 1207389 w 1835277"/>
              <a:gd name="connsiteY30" fmla="*/ 128016 h 213360"/>
              <a:gd name="connsiteX31" fmla="*/ 1225677 w 1835277"/>
              <a:gd name="connsiteY31" fmla="*/ 115824 h 213360"/>
              <a:gd name="connsiteX32" fmla="*/ 1250061 w 1835277"/>
              <a:gd name="connsiteY32" fmla="*/ 103632 h 213360"/>
              <a:gd name="connsiteX33" fmla="*/ 1268349 w 1835277"/>
              <a:gd name="connsiteY33" fmla="*/ 85344 h 213360"/>
              <a:gd name="connsiteX34" fmla="*/ 1371981 w 1835277"/>
              <a:gd name="connsiteY34" fmla="*/ 18288 h 213360"/>
              <a:gd name="connsiteX35" fmla="*/ 1408557 w 1835277"/>
              <a:gd name="connsiteY35" fmla="*/ 0 h 213360"/>
              <a:gd name="connsiteX36" fmla="*/ 1463421 w 1835277"/>
              <a:gd name="connsiteY36" fmla="*/ 6096 h 213360"/>
              <a:gd name="connsiteX37" fmla="*/ 1487805 w 1835277"/>
              <a:gd name="connsiteY37" fmla="*/ 18288 h 213360"/>
              <a:gd name="connsiteX38" fmla="*/ 1512189 w 1835277"/>
              <a:gd name="connsiteY38" fmla="*/ 24384 h 213360"/>
              <a:gd name="connsiteX39" fmla="*/ 1554861 w 1835277"/>
              <a:gd name="connsiteY39" fmla="*/ 42672 h 213360"/>
              <a:gd name="connsiteX40" fmla="*/ 1609725 w 1835277"/>
              <a:gd name="connsiteY40" fmla="*/ 60960 h 213360"/>
              <a:gd name="connsiteX41" fmla="*/ 1652397 w 1835277"/>
              <a:gd name="connsiteY41" fmla="*/ 91440 h 213360"/>
              <a:gd name="connsiteX42" fmla="*/ 1670685 w 1835277"/>
              <a:gd name="connsiteY42" fmla="*/ 97536 h 213360"/>
              <a:gd name="connsiteX43" fmla="*/ 1786509 w 1835277"/>
              <a:gd name="connsiteY43" fmla="*/ 85344 h 213360"/>
              <a:gd name="connsiteX44" fmla="*/ 1816989 w 1835277"/>
              <a:gd name="connsiteY44" fmla="*/ 73152 h 213360"/>
              <a:gd name="connsiteX45" fmla="*/ 1835277 w 1835277"/>
              <a:gd name="connsiteY45" fmla="*/ 67056 h 213360"/>
              <a:gd name="connsiteX0" fmla="*/ 0 w 1816989"/>
              <a:gd name="connsiteY0" fmla="*/ 78867 h 213360"/>
              <a:gd name="connsiteX1" fmla="*/ 91821 w 1816989"/>
              <a:gd name="connsiteY1" fmla="*/ 158496 h 213360"/>
              <a:gd name="connsiteX2" fmla="*/ 110109 w 1816989"/>
              <a:gd name="connsiteY2" fmla="*/ 170688 h 213360"/>
              <a:gd name="connsiteX3" fmla="*/ 128397 w 1816989"/>
              <a:gd name="connsiteY3" fmla="*/ 188976 h 213360"/>
              <a:gd name="connsiteX4" fmla="*/ 152781 w 1816989"/>
              <a:gd name="connsiteY4" fmla="*/ 201168 h 213360"/>
              <a:gd name="connsiteX5" fmla="*/ 171069 w 1816989"/>
              <a:gd name="connsiteY5" fmla="*/ 213360 h 213360"/>
              <a:gd name="connsiteX6" fmla="*/ 250317 w 1816989"/>
              <a:gd name="connsiteY6" fmla="*/ 201168 h 213360"/>
              <a:gd name="connsiteX7" fmla="*/ 286893 w 1816989"/>
              <a:gd name="connsiteY7" fmla="*/ 188976 h 213360"/>
              <a:gd name="connsiteX8" fmla="*/ 329565 w 1816989"/>
              <a:gd name="connsiteY8" fmla="*/ 152400 h 213360"/>
              <a:gd name="connsiteX9" fmla="*/ 378333 w 1816989"/>
              <a:gd name="connsiteY9" fmla="*/ 140208 h 213360"/>
              <a:gd name="connsiteX10" fmla="*/ 396621 w 1816989"/>
              <a:gd name="connsiteY10" fmla="*/ 134112 h 213360"/>
              <a:gd name="connsiteX11" fmla="*/ 421005 w 1816989"/>
              <a:gd name="connsiteY11" fmla="*/ 128016 h 213360"/>
              <a:gd name="connsiteX12" fmla="*/ 439293 w 1816989"/>
              <a:gd name="connsiteY12" fmla="*/ 121920 h 213360"/>
              <a:gd name="connsiteX13" fmla="*/ 530733 w 1816989"/>
              <a:gd name="connsiteY13" fmla="*/ 115824 h 213360"/>
              <a:gd name="connsiteX14" fmla="*/ 549021 w 1816989"/>
              <a:gd name="connsiteY14" fmla="*/ 109728 h 213360"/>
              <a:gd name="connsiteX15" fmla="*/ 585597 w 1816989"/>
              <a:gd name="connsiteY15" fmla="*/ 85344 h 213360"/>
              <a:gd name="connsiteX16" fmla="*/ 603885 w 1816989"/>
              <a:gd name="connsiteY16" fmla="*/ 79248 h 213360"/>
              <a:gd name="connsiteX17" fmla="*/ 646557 w 1816989"/>
              <a:gd name="connsiteY17" fmla="*/ 48768 h 213360"/>
              <a:gd name="connsiteX18" fmla="*/ 677037 w 1816989"/>
              <a:gd name="connsiteY18" fmla="*/ 42672 h 213360"/>
              <a:gd name="connsiteX19" fmla="*/ 731901 w 1816989"/>
              <a:gd name="connsiteY19" fmla="*/ 24384 h 213360"/>
              <a:gd name="connsiteX20" fmla="*/ 780669 w 1816989"/>
              <a:gd name="connsiteY20" fmla="*/ 30480 h 213360"/>
              <a:gd name="connsiteX21" fmla="*/ 798957 w 1816989"/>
              <a:gd name="connsiteY21" fmla="*/ 42672 h 213360"/>
              <a:gd name="connsiteX22" fmla="*/ 853821 w 1816989"/>
              <a:gd name="connsiteY22" fmla="*/ 85344 h 213360"/>
              <a:gd name="connsiteX23" fmla="*/ 884301 w 1816989"/>
              <a:gd name="connsiteY23" fmla="*/ 121920 h 213360"/>
              <a:gd name="connsiteX24" fmla="*/ 908685 w 1816989"/>
              <a:gd name="connsiteY24" fmla="*/ 158496 h 213360"/>
              <a:gd name="connsiteX25" fmla="*/ 920877 w 1816989"/>
              <a:gd name="connsiteY25" fmla="*/ 176784 h 213360"/>
              <a:gd name="connsiteX26" fmla="*/ 1085469 w 1816989"/>
              <a:gd name="connsiteY26" fmla="*/ 170688 h 213360"/>
              <a:gd name="connsiteX27" fmla="*/ 1109853 w 1816989"/>
              <a:gd name="connsiteY27" fmla="*/ 158496 h 213360"/>
              <a:gd name="connsiteX28" fmla="*/ 1128141 w 1816989"/>
              <a:gd name="connsiteY28" fmla="*/ 152400 h 213360"/>
              <a:gd name="connsiteX29" fmla="*/ 1189101 w 1816989"/>
              <a:gd name="connsiteY29" fmla="*/ 134112 h 213360"/>
              <a:gd name="connsiteX30" fmla="*/ 1207389 w 1816989"/>
              <a:gd name="connsiteY30" fmla="*/ 128016 h 213360"/>
              <a:gd name="connsiteX31" fmla="*/ 1225677 w 1816989"/>
              <a:gd name="connsiteY31" fmla="*/ 115824 h 213360"/>
              <a:gd name="connsiteX32" fmla="*/ 1250061 w 1816989"/>
              <a:gd name="connsiteY32" fmla="*/ 103632 h 213360"/>
              <a:gd name="connsiteX33" fmla="*/ 1268349 w 1816989"/>
              <a:gd name="connsiteY33" fmla="*/ 85344 h 213360"/>
              <a:gd name="connsiteX34" fmla="*/ 1371981 w 1816989"/>
              <a:gd name="connsiteY34" fmla="*/ 18288 h 213360"/>
              <a:gd name="connsiteX35" fmla="*/ 1408557 w 1816989"/>
              <a:gd name="connsiteY35" fmla="*/ 0 h 213360"/>
              <a:gd name="connsiteX36" fmla="*/ 1463421 w 1816989"/>
              <a:gd name="connsiteY36" fmla="*/ 6096 h 213360"/>
              <a:gd name="connsiteX37" fmla="*/ 1487805 w 1816989"/>
              <a:gd name="connsiteY37" fmla="*/ 18288 h 213360"/>
              <a:gd name="connsiteX38" fmla="*/ 1512189 w 1816989"/>
              <a:gd name="connsiteY38" fmla="*/ 24384 h 213360"/>
              <a:gd name="connsiteX39" fmla="*/ 1554861 w 1816989"/>
              <a:gd name="connsiteY39" fmla="*/ 42672 h 213360"/>
              <a:gd name="connsiteX40" fmla="*/ 1609725 w 1816989"/>
              <a:gd name="connsiteY40" fmla="*/ 60960 h 213360"/>
              <a:gd name="connsiteX41" fmla="*/ 1652397 w 1816989"/>
              <a:gd name="connsiteY41" fmla="*/ 91440 h 213360"/>
              <a:gd name="connsiteX42" fmla="*/ 1670685 w 1816989"/>
              <a:gd name="connsiteY42" fmla="*/ 97536 h 213360"/>
              <a:gd name="connsiteX43" fmla="*/ 1786509 w 1816989"/>
              <a:gd name="connsiteY43" fmla="*/ 85344 h 213360"/>
              <a:gd name="connsiteX44" fmla="*/ 1816989 w 1816989"/>
              <a:gd name="connsiteY44" fmla="*/ 73152 h 213360"/>
              <a:gd name="connsiteX0" fmla="*/ 0 w 1786509"/>
              <a:gd name="connsiteY0" fmla="*/ 78867 h 213360"/>
              <a:gd name="connsiteX1" fmla="*/ 91821 w 1786509"/>
              <a:gd name="connsiteY1" fmla="*/ 158496 h 213360"/>
              <a:gd name="connsiteX2" fmla="*/ 110109 w 1786509"/>
              <a:gd name="connsiteY2" fmla="*/ 170688 h 213360"/>
              <a:gd name="connsiteX3" fmla="*/ 128397 w 1786509"/>
              <a:gd name="connsiteY3" fmla="*/ 188976 h 213360"/>
              <a:gd name="connsiteX4" fmla="*/ 152781 w 1786509"/>
              <a:gd name="connsiteY4" fmla="*/ 201168 h 213360"/>
              <a:gd name="connsiteX5" fmla="*/ 171069 w 1786509"/>
              <a:gd name="connsiteY5" fmla="*/ 213360 h 213360"/>
              <a:gd name="connsiteX6" fmla="*/ 250317 w 1786509"/>
              <a:gd name="connsiteY6" fmla="*/ 201168 h 213360"/>
              <a:gd name="connsiteX7" fmla="*/ 286893 w 1786509"/>
              <a:gd name="connsiteY7" fmla="*/ 188976 h 213360"/>
              <a:gd name="connsiteX8" fmla="*/ 329565 w 1786509"/>
              <a:gd name="connsiteY8" fmla="*/ 152400 h 213360"/>
              <a:gd name="connsiteX9" fmla="*/ 378333 w 1786509"/>
              <a:gd name="connsiteY9" fmla="*/ 140208 h 213360"/>
              <a:gd name="connsiteX10" fmla="*/ 396621 w 1786509"/>
              <a:gd name="connsiteY10" fmla="*/ 134112 h 213360"/>
              <a:gd name="connsiteX11" fmla="*/ 421005 w 1786509"/>
              <a:gd name="connsiteY11" fmla="*/ 128016 h 213360"/>
              <a:gd name="connsiteX12" fmla="*/ 439293 w 1786509"/>
              <a:gd name="connsiteY12" fmla="*/ 121920 h 213360"/>
              <a:gd name="connsiteX13" fmla="*/ 530733 w 1786509"/>
              <a:gd name="connsiteY13" fmla="*/ 115824 h 213360"/>
              <a:gd name="connsiteX14" fmla="*/ 549021 w 1786509"/>
              <a:gd name="connsiteY14" fmla="*/ 109728 h 213360"/>
              <a:gd name="connsiteX15" fmla="*/ 585597 w 1786509"/>
              <a:gd name="connsiteY15" fmla="*/ 85344 h 213360"/>
              <a:gd name="connsiteX16" fmla="*/ 603885 w 1786509"/>
              <a:gd name="connsiteY16" fmla="*/ 79248 h 213360"/>
              <a:gd name="connsiteX17" fmla="*/ 646557 w 1786509"/>
              <a:gd name="connsiteY17" fmla="*/ 48768 h 213360"/>
              <a:gd name="connsiteX18" fmla="*/ 677037 w 1786509"/>
              <a:gd name="connsiteY18" fmla="*/ 42672 h 213360"/>
              <a:gd name="connsiteX19" fmla="*/ 731901 w 1786509"/>
              <a:gd name="connsiteY19" fmla="*/ 24384 h 213360"/>
              <a:gd name="connsiteX20" fmla="*/ 780669 w 1786509"/>
              <a:gd name="connsiteY20" fmla="*/ 30480 h 213360"/>
              <a:gd name="connsiteX21" fmla="*/ 798957 w 1786509"/>
              <a:gd name="connsiteY21" fmla="*/ 42672 h 213360"/>
              <a:gd name="connsiteX22" fmla="*/ 853821 w 1786509"/>
              <a:gd name="connsiteY22" fmla="*/ 85344 h 213360"/>
              <a:gd name="connsiteX23" fmla="*/ 884301 w 1786509"/>
              <a:gd name="connsiteY23" fmla="*/ 121920 h 213360"/>
              <a:gd name="connsiteX24" fmla="*/ 908685 w 1786509"/>
              <a:gd name="connsiteY24" fmla="*/ 158496 h 213360"/>
              <a:gd name="connsiteX25" fmla="*/ 920877 w 1786509"/>
              <a:gd name="connsiteY25" fmla="*/ 176784 h 213360"/>
              <a:gd name="connsiteX26" fmla="*/ 1085469 w 1786509"/>
              <a:gd name="connsiteY26" fmla="*/ 170688 h 213360"/>
              <a:gd name="connsiteX27" fmla="*/ 1109853 w 1786509"/>
              <a:gd name="connsiteY27" fmla="*/ 158496 h 213360"/>
              <a:gd name="connsiteX28" fmla="*/ 1128141 w 1786509"/>
              <a:gd name="connsiteY28" fmla="*/ 152400 h 213360"/>
              <a:gd name="connsiteX29" fmla="*/ 1189101 w 1786509"/>
              <a:gd name="connsiteY29" fmla="*/ 134112 h 213360"/>
              <a:gd name="connsiteX30" fmla="*/ 1207389 w 1786509"/>
              <a:gd name="connsiteY30" fmla="*/ 128016 h 213360"/>
              <a:gd name="connsiteX31" fmla="*/ 1225677 w 1786509"/>
              <a:gd name="connsiteY31" fmla="*/ 115824 h 213360"/>
              <a:gd name="connsiteX32" fmla="*/ 1250061 w 1786509"/>
              <a:gd name="connsiteY32" fmla="*/ 103632 h 213360"/>
              <a:gd name="connsiteX33" fmla="*/ 1268349 w 1786509"/>
              <a:gd name="connsiteY33" fmla="*/ 85344 h 213360"/>
              <a:gd name="connsiteX34" fmla="*/ 1371981 w 1786509"/>
              <a:gd name="connsiteY34" fmla="*/ 18288 h 213360"/>
              <a:gd name="connsiteX35" fmla="*/ 1408557 w 1786509"/>
              <a:gd name="connsiteY35" fmla="*/ 0 h 213360"/>
              <a:gd name="connsiteX36" fmla="*/ 1463421 w 1786509"/>
              <a:gd name="connsiteY36" fmla="*/ 6096 h 213360"/>
              <a:gd name="connsiteX37" fmla="*/ 1487805 w 1786509"/>
              <a:gd name="connsiteY37" fmla="*/ 18288 h 213360"/>
              <a:gd name="connsiteX38" fmla="*/ 1512189 w 1786509"/>
              <a:gd name="connsiteY38" fmla="*/ 24384 h 213360"/>
              <a:gd name="connsiteX39" fmla="*/ 1554861 w 1786509"/>
              <a:gd name="connsiteY39" fmla="*/ 42672 h 213360"/>
              <a:gd name="connsiteX40" fmla="*/ 1609725 w 1786509"/>
              <a:gd name="connsiteY40" fmla="*/ 60960 h 213360"/>
              <a:gd name="connsiteX41" fmla="*/ 1652397 w 1786509"/>
              <a:gd name="connsiteY41" fmla="*/ 91440 h 213360"/>
              <a:gd name="connsiteX42" fmla="*/ 1670685 w 1786509"/>
              <a:gd name="connsiteY42" fmla="*/ 97536 h 213360"/>
              <a:gd name="connsiteX43" fmla="*/ 1786509 w 1786509"/>
              <a:gd name="connsiteY43" fmla="*/ 85344 h 213360"/>
              <a:gd name="connsiteX0" fmla="*/ 0 w 1670685"/>
              <a:gd name="connsiteY0" fmla="*/ 78867 h 213360"/>
              <a:gd name="connsiteX1" fmla="*/ 91821 w 1670685"/>
              <a:gd name="connsiteY1" fmla="*/ 158496 h 213360"/>
              <a:gd name="connsiteX2" fmla="*/ 110109 w 1670685"/>
              <a:gd name="connsiteY2" fmla="*/ 170688 h 213360"/>
              <a:gd name="connsiteX3" fmla="*/ 128397 w 1670685"/>
              <a:gd name="connsiteY3" fmla="*/ 188976 h 213360"/>
              <a:gd name="connsiteX4" fmla="*/ 152781 w 1670685"/>
              <a:gd name="connsiteY4" fmla="*/ 201168 h 213360"/>
              <a:gd name="connsiteX5" fmla="*/ 171069 w 1670685"/>
              <a:gd name="connsiteY5" fmla="*/ 213360 h 213360"/>
              <a:gd name="connsiteX6" fmla="*/ 250317 w 1670685"/>
              <a:gd name="connsiteY6" fmla="*/ 201168 h 213360"/>
              <a:gd name="connsiteX7" fmla="*/ 286893 w 1670685"/>
              <a:gd name="connsiteY7" fmla="*/ 188976 h 213360"/>
              <a:gd name="connsiteX8" fmla="*/ 329565 w 1670685"/>
              <a:gd name="connsiteY8" fmla="*/ 152400 h 213360"/>
              <a:gd name="connsiteX9" fmla="*/ 378333 w 1670685"/>
              <a:gd name="connsiteY9" fmla="*/ 140208 h 213360"/>
              <a:gd name="connsiteX10" fmla="*/ 396621 w 1670685"/>
              <a:gd name="connsiteY10" fmla="*/ 134112 h 213360"/>
              <a:gd name="connsiteX11" fmla="*/ 421005 w 1670685"/>
              <a:gd name="connsiteY11" fmla="*/ 128016 h 213360"/>
              <a:gd name="connsiteX12" fmla="*/ 439293 w 1670685"/>
              <a:gd name="connsiteY12" fmla="*/ 121920 h 213360"/>
              <a:gd name="connsiteX13" fmla="*/ 530733 w 1670685"/>
              <a:gd name="connsiteY13" fmla="*/ 115824 h 213360"/>
              <a:gd name="connsiteX14" fmla="*/ 549021 w 1670685"/>
              <a:gd name="connsiteY14" fmla="*/ 109728 h 213360"/>
              <a:gd name="connsiteX15" fmla="*/ 585597 w 1670685"/>
              <a:gd name="connsiteY15" fmla="*/ 85344 h 213360"/>
              <a:gd name="connsiteX16" fmla="*/ 603885 w 1670685"/>
              <a:gd name="connsiteY16" fmla="*/ 79248 h 213360"/>
              <a:gd name="connsiteX17" fmla="*/ 646557 w 1670685"/>
              <a:gd name="connsiteY17" fmla="*/ 48768 h 213360"/>
              <a:gd name="connsiteX18" fmla="*/ 677037 w 1670685"/>
              <a:gd name="connsiteY18" fmla="*/ 42672 h 213360"/>
              <a:gd name="connsiteX19" fmla="*/ 731901 w 1670685"/>
              <a:gd name="connsiteY19" fmla="*/ 24384 h 213360"/>
              <a:gd name="connsiteX20" fmla="*/ 780669 w 1670685"/>
              <a:gd name="connsiteY20" fmla="*/ 30480 h 213360"/>
              <a:gd name="connsiteX21" fmla="*/ 798957 w 1670685"/>
              <a:gd name="connsiteY21" fmla="*/ 42672 h 213360"/>
              <a:gd name="connsiteX22" fmla="*/ 853821 w 1670685"/>
              <a:gd name="connsiteY22" fmla="*/ 85344 h 213360"/>
              <a:gd name="connsiteX23" fmla="*/ 884301 w 1670685"/>
              <a:gd name="connsiteY23" fmla="*/ 121920 h 213360"/>
              <a:gd name="connsiteX24" fmla="*/ 908685 w 1670685"/>
              <a:gd name="connsiteY24" fmla="*/ 158496 h 213360"/>
              <a:gd name="connsiteX25" fmla="*/ 920877 w 1670685"/>
              <a:gd name="connsiteY25" fmla="*/ 176784 h 213360"/>
              <a:gd name="connsiteX26" fmla="*/ 1085469 w 1670685"/>
              <a:gd name="connsiteY26" fmla="*/ 170688 h 213360"/>
              <a:gd name="connsiteX27" fmla="*/ 1109853 w 1670685"/>
              <a:gd name="connsiteY27" fmla="*/ 158496 h 213360"/>
              <a:gd name="connsiteX28" fmla="*/ 1128141 w 1670685"/>
              <a:gd name="connsiteY28" fmla="*/ 152400 h 213360"/>
              <a:gd name="connsiteX29" fmla="*/ 1189101 w 1670685"/>
              <a:gd name="connsiteY29" fmla="*/ 134112 h 213360"/>
              <a:gd name="connsiteX30" fmla="*/ 1207389 w 1670685"/>
              <a:gd name="connsiteY30" fmla="*/ 128016 h 213360"/>
              <a:gd name="connsiteX31" fmla="*/ 1225677 w 1670685"/>
              <a:gd name="connsiteY31" fmla="*/ 115824 h 213360"/>
              <a:gd name="connsiteX32" fmla="*/ 1250061 w 1670685"/>
              <a:gd name="connsiteY32" fmla="*/ 103632 h 213360"/>
              <a:gd name="connsiteX33" fmla="*/ 1268349 w 1670685"/>
              <a:gd name="connsiteY33" fmla="*/ 85344 h 213360"/>
              <a:gd name="connsiteX34" fmla="*/ 1371981 w 1670685"/>
              <a:gd name="connsiteY34" fmla="*/ 18288 h 213360"/>
              <a:gd name="connsiteX35" fmla="*/ 1408557 w 1670685"/>
              <a:gd name="connsiteY35" fmla="*/ 0 h 213360"/>
              <a:gd name="connsiteX36" fmla="*/ 1463421 w 1670685"/>
              <a:gd name="connsiteY36" fmla="*/ 6096 h 213360"/>
              <a:gd name="connsiteX37" fmla="*/ 1487805 w 1670685"/>
              <a:gd name="connsiteY37" fmla="*/ 18288 h 213360"/>
              <a:gd name="connsiteX38" fmla="*/ 1512189 w 1670685"/>
              <a:gd name="connsiteY38" fmla="*/ 24384 h 213360"/>
              <a:gd name="connsiteX39" fmla="*/ 1554861 w 1670685"/>
              <a:gd name="connsiteY39" fmla="*/ 42672 h 213360"/>
              <a:gd name="connsiteX40" fmla="*/ 1609725 w 1670685"/>
              <a:gd name="connsiteY40" fmla="*/ 60960 h 213360"/>
              <a:gd name="connsiteX41" fmla="*/ 1652397 w 1670685"/>
              <a:gd name="connsiteY41" fmla="*/ 91440 h 213360"/>
              <a:gd name="connsiteX42" fmla="*/ 1670685 w 1670685"/>
              <a:gd name="connsiteY42" fmla="*/ 97536 h 213360"/>
              <a:gd name="connsiteX0" fmla="*/ 0 w 1652397"/>
              <a:gd name="connsiteY0" fmla="*/ 78867 h 213360"/>
              <a:gd name="connsiteX1" fmla="*/ 91821 w 1652397"/>
              <a:gd name="connsiteY1" fmla="*/ 158496 h 213360"/>
              <a:gd name="connsiteX2" fmla="*/ 110109 w 1652397"/>
              <a:gd name="connsiteY2" fmla="*/ 170688 h 213360"/>
              <a:gd name="connsiteX3" fmla="*/ 128397 w 1652397"/>
              <a:gd name="connsiteY3" fmla="*/ 188976 h 213360"/>
              <a:gd name="connsiteX4" fmla="*/ 152781 w 1652397"/>
              <a:gd name="connsiteY4" fmla="*/ 201168 h 213360"/>
              <a:gd name="connsiteX5" fmla="*/ 171069 w 1652397"/>
              <a:gd name="connsiteY5" fmla="*/ 213360 h 213360"/>
              <a:gd name="connsiteX6" fmla="*/ 250317 w 1652397"/>
              <a:gd name="connsiteY6" fmla="*/ 201168 h 213360"/>
              <a:gd name="connsiteX7" fmla="*/ 286893 w 1652397"/>
              <a:gd name="connsiteY7" fmla="*/ 188976 h 213360"/>
              <a:gd name="connsiteX8" fmla="*/ 329565 w 1652397"/>
              <a:gd name="connsiteY8" fmla="*/ 152400 h 213360"/>
              <a:gd name="connsiteX9" fmla="*/ 378333 w 1652397"/>
              <a:gd name="connsiteY9" fmla="*/ 140208 h 213360"/>
              <a:gd name="connsiteX10" fmla="*/ 396621 w 1652397"/>
              <a:gd name="connsiteY10" fmla="*/ 134112 h 213360"/>
              <a:gd name="connsiteX11" fmla="*/ 421005 w 1652397"/>
              <a:gd name="connsiteY11" fmla="*/ 128016 h 213360"/>
              <a:gd name="connsiteX12" fmla="*/ 439293 w 1652397"/>
              <a:gd name="connsiteY12" fmla="*/ 121920 h 213360"/>
              <a:gd name="connsiteX13" fmla="*/ 530733 w 1652397"/>
              <a:gd name="connsiteY13" fmla="*/ 115824 h 213360"/>
              <a:gd name="connsiteX14" fmla="*/ 549021 w 1652397"/>
              <a:gd name="connsiteY14" fmla="*/ 109728 h 213360"/>
              <a:gd name="connsiteX15" fmla="*/ 585597 w 1652397"/>
              <a:gd name="connsiteY15" fmla="*/ 85344 h 213360"/>
              <a:gd name="connsiteX16" fmla="*/ 603885 w 1652397"/>
              <a:gd name="connsiteY16" fmla="*/ 79248 h 213360"/>
              <a:gd name="connsiteX17" fmla="*/ 646557 w 1652397"/>
              <a:gd name="connsiteY17" fmla="*/ 48768 h 213360"/>
              <a:gd name="connsiteX18" fmla="*/ 677037 w 1652397"/>
              <a:gd name="connsiteY18" fmla="*/ 42672 h 213360"/>
              <a:gd name="connsiteX19" fmla="*/ 731901 w 1652397"/>
              <a:gd name="connsiteY19" fmla="*/ 24384 h 213360"/>
              <a:gd name="connsiteX20" fmla="*/ 780669 w 1652397"/>
              <a:gd name="connsiteY20" fmla="*/ 30480 h 213360"/>
              <a:gd name="connsiteX21" fmla="*/ 798957 w 1652397"/>
              <a:gd name="connsiteY21" fmla="*/ 42672 h 213360"/>
              <a:gd name="connsiteX22" fmla="*/ 853821 w 1652397"/>
              <a:gd name="connsiteY22" fmla="*/ 85344 h 213360"/>
              <a:gd name="connsiteX23" fmla="*/ 884301 w 1652397"/>
              <a:gd name="connsiteY23" fmla="*/ 121920 h 213360"/>
              <a:gd name="connsiteX24" fmla="*/ 908685 w 1652397"/>
              <a:gd name="connsiteY24" fmla="*/ 158496 h 213360"/>
              <a:gd name="connsiteX25" fmla="*/ 920877 w 1652397"/>
              <a:gd name="connsiteY25" fmla="*/ 176784 h 213360"/>
              <a:gd name="connsiteX26" fmla="*/ 1085469 w 1652397"/>
              <a:gd name="connsiteY26" fmla="*/ 170688 h 213360"/>
              <a:gd name="connsiteX27" fmla="*/ 1109853 w 1652397"/>
              <a:gd name="connsiteY27" fmla="*/ 158496 h 213360"/>
              <a:gd name="connsiteX28" fmla="*/ 1128141 w 1652397"/>
              <a:gd name="connsiteY28" fmla="*/ 152400 h 213360"/>
              <a:gd name="connsiteX29" fmla="*/ 1189101 w 1652397"/>
              <a:gd name="connsiteY29" fmla="*/ 134112 h 213360"/>
              <a:gd name="connsiteX30" fmla="*/ 1207389 w 1652397"/>
              <a:gd name="connsiteY30" fmla="*/ 128016 h 213360"/>
              <a:gd name="connsiteX31" fmla="*/ 1225677 w 1652397"/>
              <a:gd name="connsiteY31" fmla="*/ 115824 h 213360"/>
              <a:gd name="connsiteX32" fmla="*/ 1250061 w 1652397"/>
              <a:gd name="connsiteY32" fmla="*/ 103632 h 213360"/>
              <a:gd name="connsiteX33" fmla="*/ 1268349 w 1652397"/>
              <a:gd name="connsiteY33" fmla="*/ 85344 h 213360"/>
              <a:gd name="connsiteX34" fmla="*/ 1371981 w 1652397"/>
              <a:gd name="connsiteY34" fmla="*/ 18288 h 213360"/>
              <a:gd name="connsiteX35" fmla="*/ 1408557 w 1652397"/>
              <a:gd name="connsiteY35" fmla="*/ 0 h 213360"/>
              <a:gd name="connsiteX36" fmla="*/ 1463421 w 1652397"/>
              <a:gd name="connsiteY36" fmla="*/ 6096 h 213360"/>
              <a:gd name="connsiteX37" fmla="*/ 1487805 w 1652397"/>
              <a:gd name="connsiteY37" fmla="*/ 18288 h 213360"/>
              <a:gd name="connsiteX38" fmla="*/ 1512189 w 1652397"/>
              <a:gd name="connsiteY38" fmla="*/ 24384 h 213360"/>
              <a:gd name="connsiteX39" fmla="*/ 1554861 w 1652397"/>
              <a:gd name="connsiteY39" fmla="*/ 42672 h 213360"/>
              <a:gd name="connsiteX40" fmla="*/ 1609725 w 1652397"/>
              <a:gd name="connsiteY40" fmla="*/ 60960 h 213360"/>
              <a:gd name="connsiteX41" fmla="*/ 1652397 w 1652397"/>
              <a:gd name="connsiteY41" fmla="*/ 91440 h 213360"/>
              <a:gd name="connsiteX0" fmla="*/ 0 w 1609725"/>
              <a:gd name="connsiteY0" fmla="*/ 78867 h 213360"/>
              <a:gd name="connsiteX1" fmla="*/ 91821 w 1609725"/>
              <a:gd name="connsiteY1" fmla="*/ 158496 h 213360"/>
              <a:gd name="connsiteX2" fmla="*/ 110109 w 1609725"/>
              <a:gd name="connsiteY2" fmla="*/ 170688 h 213360"/>
              <a:gd name="connsiteX3" fmla="*/ 128397 w 1609725"/>
              <a:gd name="connsiteY3" fmla="*/ 188976 h 213360"/>
              <a:gd name="connsiteX4" fmla="*/ 152781 w 1609725"/>
              <a:gd name="connsiteY4" fmla="*/ 201168 h 213360"/>
              <a:gd name="connsiteX5" fmla="*/ 171069 w 1609725"/>
              <a:gd name="connsiteY5" fmla="*/ 213360 h 213360"/>
              <a:gd name="connsiteX6" fmla="*/ 250317 w 1609725"/>
              <a:gd name="connsiteY6" fmla="*/ 201168 h 213360"/>
              <a:gd name="connsiteX7" fmla="*/ 286893 w 1609725"/>
              <a:gd name="connsiteY7" fmla="*/ 188976 h 213360"/>
              <a:gd name="connsiteX8" fmla="*/ 329565 w 1609725"/>
              <a:gd name="connsiteY8" fmla="*/ 152400 h 213360"/>
              <a:gd name="connsiteX9" fmla="*/ 378333 w 1609725"/>
              <a:gd name="connsiteY9" fmla="*/ 140208 h 213360"/>
              <a:gd name="connsiteX10" fmla="*/ 396621 w 1609725"/>
              <a:gd name="connsiteY10" fmla="*/ 134112 h 213360"/>
              <a:gd name="connsiteX11" fmla="*/ 421005 w 1609725"/>
              <a:gd name="connsiteY11" fmla="*/ 128016 h 213360"/>
              <a:gd name="connsiteX12" fmla="*/ 439293 w 1609725"/>
              <a:gd name="connsiteY12" fmla="*/ 121920 h 213360"/>
              <a:gd name="connsiteX13" fmla="*/ 530733 w 1609725"/>
              <a:gd name="connsiteY13" fmla="*/ 115824 h 213360"/>
              <a:gd name="connsiteX14" fmla="*/ 549021 w 1609725"/>
              <a:gd name="connsiteY14" fmla="*/ 109728 h 213360"/>
              <a:gd name="connsiteX15" fmla="*/ 585597 w 1609725"/>
              <a:gd name="connsiteY15" fmla="*/ 85344 h 213360"/>
              <a:gd name="connsiteX16" fmla="*/ 603885 w 1609725"/>
              <a:gd name="connsiteY16" fmla="*/ 79248 h 213360"/>
              <a:gd name="connsiteX17" fmla="*/ 646557 w 1609725"/>
              <a:gd name="connsiteY17" fmla="*/ 48768 h 213360"/>
              <a:gd name="connsiteX18" fmla="*/ 677037 w 1609725"/>
              <a:gd name="connsiteY18" fmla="*/ 42672 h 213360"/>
              <a:gd name="connsiteX19" fmla="*/ 731901 w 1609725"/>
              <a:gd name="connsiteY19" fmla="*/ 24384 h 213360"/>
              <a:gd name="connsiteX20" fmla="*/ 780669 w 1609725"/>
              <a:gd name="connsiteY20" fmla="*/ 30480 h 213360"/>
              <a:gd name="connsiteX21" fmla="*/ 798957 w 1609725"/>
              <a:gd name="connsiteY21" fmla="*/ 42672 h 213360"/>
              <a:gd name="connsiteX22" fmla="*/ 853821 w 1609725"/>
              <a:gd name="connsiteY22" fmla="*/ 85344 h 213360"/>
              <a:gd name="connsiteX23" fmla="*/ 884301 w 1609725"/>
              <a:gd name="connsiteY23" fmla="*/ 121920 h 213360"/>
              <a:gd name="connsiteX24" fmla="*/ 908685 w 1609725"/>
              <a:gd name="connsiteY24" fmla="*/ 158496 h 213360"/>
              <a:gd name="connsiteX25" fmla="*/ 920877 w 1609725"/>
              <a:gd name="connsiteY25" fmla="*/ 176784 h 213360"/>
              <a:gd name="connsiteX26" fmla="*/ 1085469 w 1609725"/>
              <a:gd name="connsiteY26" fmla="*/ 170688 h 213360"/>
              <a:gd name="connsiteX27" fmla="*/ 1109853 w 1609725"/>
              <a:gd name="connsiteY27" fmla="*/ 158496 h 213360"/>
              <a:gd name="connsiteX28" fmla="*/ 1128141 w 1609725"/>
              <a:gd name="connsiteY28" fmla="*/ 152400 h 213360"/>
              <a:gd name="connsiteX29" fmla="*/ 1189101 w 1609725"/>
              <a:gd name="connsiteY29" fmla="*/ 134112 h 213360"/>
              <a:gd name="connsiteX30" fmla="*/ 1207389 w 1609725"/>
              <a:gd name="connsiteY30" fmla="*/ 128016 h 213360"/>
              <a:gd name="connsiteX31" fmla="*/ 1225677 w 1609725"/>
              <a:gd name="connsiteY31" fmla="*/ 115824 h 213360"/>
              <a:gd name="connsiteX32" fmla="*/ 1250061 w 1609725"/>
              <a:gd name="connsiteY32" fmla="*/ 103632 h 213360"/>
              <a:gd name="connsiteX33" fmla="*/ 1268349 w 1609725"/>
              <a:gd name="connsiteY33" fmla="*/ 85344 h 213360"/>
              <a:gd name="connsiteX34" fmla="*/ 1371981 w 1609725"/>
              <a:gd name="connsiteY34" fmla="*/ 18288 h 213360"/>
              <a:gd name="connsiteX35" fmla="*/ 1408557 w 1609725"/>
              <a:gd name="connsiteY35" fmla="*/ 0 h 213360"/>
              <a:gd name="connsiteX36" fmla="*/ 1463421 w 1609725"/>
              <a:gd name="connsiteY36" fmla="*/ 6096 h 213360"/>
              <a:gd name="connsiteX37" fmla="*/ 1487805 w 1609725"/>
              <a:gd name="connsiteY37" fmla="*/ 18288 h 213360"/>
              <a:gd name="connsiteX38" fmla="*/ 1512189 w 1609725"/>
              <a:gd name="connsiteY38" fmla="*/ 24384 h 213360"/>
              <a:gd name="connsiteX39" fmla="*/ 1554861 w 1609725"/>
              <a:gd name="connsiteY39" fmla="*/ 42672 h 213360"/>
              <a:gd name="connsiteX40" fmla="*/ 1609725 w 1609725"/>
              <a:gd name="connsiteY40" fmla="*/ 60960 h 213360"/>
              <a:gd name="connsiteX0" fmla="*/ 0 w 1554861"/>
              <a:gd name="connsiteY0" fmla="*/ 78867 h 213360"/>
              <a:gd name="connsiteX1" fmla="*/ 91821 w 1554861"/>
              <a:gd name="connsiteY1" fmla="*/ 158496 h 213360"/>
              <a:gd name="connsiteX2" fmla="*/ 110109 w 1554861"/>
              <a:gd name="connsiteY2" fmla="*/ 170688 h 213360"/>
              <a:gd name="connsiteX3" fmla="*/ 128397 w 1554861"/>
              <a:gd name="connsiteY3" fmla="*/ 188976 h 213360"/>
              <a:gd name="connsiteX4" fmla="*/ 152781 w 1554861"/>
              <a:gd name="connsiteY4" fmla="*/ 201168 h 213360"/>
              <a:gd name="connsiteX5" fmla="*/ 171069 w 1554861"/>
              <a:gd name="connsiteY5" fmla="*/ 213360 h 213360"/>
              <a:gd name="connsiteX6" fmla="*/ 250317 w 1554861"/>
              <a:gd name="connsiteY6" fmla="*/ 201168 h 213360"/>
              <a:gd name="connsiteX7" fmla="*/ 286893 w 1554861"/>
              <a:gd name="connsiteY7" fmla="*/ 188976 h 213360"/>
              <a:gd name="connsiteX8" fmla="*/ 329565 w 1554861"/>
              <a:gd name="connsiteY8" fmla="*/ 152400 h 213360"/>
              <a:gd name="connsiteX9" fmla="*/ 378333 w 1554861"/>
              <a:gd name="connsiteY9" fmla="*/ 140208 h 213360"/>
              <a:gd name="connsiteX10" fmla="*/ 396621 w 1554861"/>
              <a:gd name="connsiteY10" fmla="*/ 134112 h 213360"/>
              <a:gd name="connsiteX11" fmla="*/ 421005 w 1554861"/>
              <a:gd name="connsiteY11" fmla="*/ 128016 h 213360"/>
              <a:gd name="connsiteX12" fmla="*/ 439293 w 1554861"/>
              <a:gd name="connsiteY12" fmla="*/ 121920 h 213360"/>
              <a:gd name="connsiteX13" fmla="*/ 530733 w 1554861"/>
              <a:gd name="connsiteY13" fmla="*/ 115824 h 213360"/>
              <a:gd name="connsiteX14" fmla="*/ 549021 w 1554861"/>
              <a:gd name="connsiteY14" fmla="*/ 109728 h 213360"/>
              <a:gd name="connsiteX15" fmla="*/ 585597 w 1554861"/>
              <a:gd name="connsiteY15" fmla="*/ 85344 h 213360"/>
              <a:gd name="connsiteX16" fmla="*/ 603885 w 1554861"/>
              <a:gd name="connsiteY16" fmla="*/ 79248 h 213360"/>
              <a:gd name="connsiteX17" fmla="*/ 646557 w 1554861"/>
              <a:gd name="connsiteY17" fmla="*/ 48768 h 213360"/>
              <a:gd name="connsiteX18" fmla="*/ 677037 w 1554861"/>
              <a:gd name="connsiteY18" fmla="*/ 42672 h 213360"/>
              <a:gd name="connsiteX19" fmla="*/ 731901 w 1554861"/>
              <a:gd name="connsiteY19" fmla="*/ 24384 h 213360"/>
              <a:gd name="connsiteX20" fmla="*/ 780669 w 1554861"/>
              <a:gd name="connsiteY20" fmla="*/ 30480 h 213360"/>
              <a:gd name="connsiteX21" fmla="*/ 798957 w 1554861"/>
              <a:gd name="connsiteY21" fmla="*/ 42672 h 213360"/>
              <a:gd name="connsiteX22" fmla="*/ 853821 w 1554861"/>
              <a:gd name="connsiteY22" fmla="*/ 85344 h 213360"/>
              <a:gd name="connsiteX23" fmla="*/ 884301 w 1554861"/>
              <a:gd name="connsiteY23" fmla="*/ 121920 h 213360"/>
              <a:gd name="connsiteX24" fmla="*/ 908685 w 1554861"/>
              <a:gd name="connsiteY24" fmla="*/ 158496 h 213360"/>
              <a:gd name="connsiteX25" fmla="*/ 920877 w 1554861"/>
              <a:gd name="connsiteY25" fmla="*/ 176784 h 213360"/>
              <a:gd name="connsiteX26" fmla="*/ 1085469 w 1554861"/>
              <a:gd name="connsiteY26" fmla="*/ 170688 h 213360"/>
              <a:gd name="connsiteX27" fmla="*/ 1109853 w 1554861"/>
              <a:gd name="connsiteY27" fmla="*/ 158496 h 213360"/>
              <a:gd name="connsiteX28" fmla="*/ 1128141 w 1554861"/>
              <a:gd name="connsiteY28" fmla="*/ 152400 h 213360"/>
              <a:gd name="connsiteX29" fmla="*/ 1189101 w 1554861"/>
              <a:gd name="connsiteY29" fmla="*/ 134112 h 213360"/>
              <a:gd name="connsiteX30" fmla="*/ 1207389 w 1554861"/>
              <a:gd name="connsiteY30" fmla="*/ 128016 h 213360"/>
              <a:gd name="connsiteX31" fmla="*/ 1225677 w 1554861"/>
              <a:gd name="connsiteY31" fmla="*/ 115824 h 213360"/>
              <a:gd name="connsiteX32" fmla="*/ 1250061 w 1554861"/>
              <a:gd name="connsiteY32" fmla="*/ 103632 h 213360"/>
              <a:gd name="connsiteX33" fmla="*/ 1268349 w 1554861"/>
              <a:gd name="connsiteY33" fmla="*/ 85344 h 213360"/>
              <a:gd name="connsiteX34" fmla="*/ 1371981 w 1554861"/>
              <a:gd name="connsiteY34" fmla="*/ 18288 h 213360"/>
              <a:gd name="connsiteX35" fmla="*/ 1408557 w 1554861"/>
              <a:gd name="connsiteY35" fmla="*/ 0 h 213360"/>
              <a:gd name="connsiteX36" fmla="*/ 1463421 w 1554861"/>
              <a:gd name="connsiteY36" fmla="*/ 6096 h 213360"/>
              <a:gd name="connsiteX37" fmla="*/ 1487805 w 1554861"/>
              <a:gd name="connsiteY37" fmla="*/ 18288 h 213360"/>
              <a:gd name="connsiteX38" fmla="*/ 1512189 w 1554861"/>
              <a:gd name="connsiteY38" fmla="*/ 24384 h 213360"/>
              <a:gd name="connsiteX39" fmla="*/ 1554861 w 1554861"/>
              <a:gd name="connsiteY39" fmla="*/ 42672 h 213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554861" h="213360">
                <a:moveTo>
                  <a:pt x="0" y="78867"/>
                </a:moveTo>
                <a:cubicBezTo>
                  <a:pt x="52832" y="127635"/>
                  <a:pt x="73470" y="143193"/>
                  <a:pt x="91821" y="158496"/>
                </a:cubicBezTo>
                <a:cubicBezTo>
                  <a:pt x="110173" y="173800"/>
                  <a:pt x="104481" y="165998"/>
                  <a:pt x="110109" y="170688"/>
                </a:cubicBezTo>
                <a:cubicBezTo>
                  <a:pt x="116732" y="176207"/>
                  <a:pt x="121382" y="183965"/>
                  <a:pt x="128397" y="188976"/>
                </a:cubicBezTo>
                <a:cubicBezTo>
                  <a:pt x="135792" y="194258"/>
                  <a:pt x="144891" y="196659"/>
                  <a:pt x="152781" y="201168"/>
                </a:cubicBezTo>
                <a:cubicBezTo>
                  <a:pt x="159142" y="204803"/>
                  <a:pt x="164973" y="209296"/>
                  <a:pt x="171069" y="213360"/>
                </a:cubicBezTo>
                <a:cubicBezTo>
                  <a:pt x="180092" y="212071"/>
                  <a:pt x="239039" y="203987"/>
                  <a:pt x="250317" y="201168"/>
                </a:cubicBezTo>
                <a:cubicBezTo>
                  <a:pt x="262785" y="198051"/>
                  <a:pt x="286893" y="188976"/>
                  <a:pt x="286893" y="188976"/>
                </a:cubicBezTo>
                <a:cubicBezTo>
                  <a:pt x="301306" y="174563"/>
                  <a:pt x="311318" y="162827"/>
                  <a:pt x="329565" y="152400"/>
                </a:cubicBezTo>
                <a:cubicBezTo>
                  <a:pt x="340403" y="146207"/>
                  <a:pt x="369414" y="142438"/>
                  <a:pt x="378333" y="140208"/>
                </a:cubicBezTo>
                <a:cubicBezTo>
                  <a:pt x="384567" y="138650"/>
                  <a:pt x="390442" y="135877"/>
                  <a:pt x="396621" y="134112"/>
                </a:cubicBezTo>
                <a:cubicBezTo>
                  <a:pt x="404677" y="131810"/>
                  <a:pt x="412949" y="130318"/>
                  <a:pt x="421005" y="128016"/>
                </a:cubicBezTo>
                <a:cubicBezTo>
                  <a:pt x="427184" y="126251"/>
                  <a:pt x="432907" y="122630"/>
                  <a:pt x="439293" y="121920"/>
                </a:cubicBezTo>
                <a:cubicBezTo>
                  <a:pt x="469654" y="118547"/>
                  <a:pt x="500253" y="117856"/>
                  <a:pt x="530733" y="115824"/>
                </a:cubicBezTo>
                <a:cubicBezTo>
                  <a:pt x="536829" y="113792"/>
                  <a:pt x="543404" y="112849"/>
                  <a:pt x="549021" y="109728"/>
                </a:cubicBezTo>
                <a:cubicBezTo>
                  <a:pt x="561830" y="102612"/>
                  <a:pt x="571696" y="89978"/>
                  <a:pt x="585597" y="85344"/>
                </a:cubicBezTo>
                <a:lnTo>
                  <a:pt x="603885" y="79248"/>
                </a:lnTo>
                <a:cubicBezTo>
                  <a:pt x="605287" y="78196"/>
                  <a:pt x="640614" y="50996"/>
                  <a:pt x="646557" y="48768"/>
                </a:cubicBezTo>
                <a:cubicBezTo>
                  <a:pt x="656259" y="45130"/>
                  <a:pt x="666877" y="44704"/>
                  <a:pt x="677037" y="42672"/>
                </a:cubicBezTo>
                <a:cubicBezTo>
                  <a:pt x="696869" y="32756"/>
                  <a:pt x="708266" y="24384"/>
                  <a:pt x="731901" y="24384"/>
                </a:cubicBezTo>
                <a:cubicBezTo>
                  <a:pt x="748284" y="24384"/>
                  <a:pt x="764413" y="28448"/>
                  <a:pt x="780669" y="30480"/>
                </a:cubicBezTo>
                <a:cubicBezTo>
                  <a:pt x="786765" y="34544"/>
                  <a:pt x="793096" y="38276"/>
                  <a:pt x="798957" y="42672"/>
                </a:cubicBezTo>
                <a:cubicBezTo>
                  <a:pt x="817492" y="56573"/>
                  <a:pt x="853821" y="85344"/>
                  <a:pt x="853821" y="85344"/>
                </a:cubicBezTo>
                <a:cubicBezTo>
                  <a:pt x="887102" y="151905"/>
                  <a:pt x="844091" y="75966"/>
                  <a:pt x="884301" y="121920"/>
                </a:cubicBezTo>
                <a:cubicBezTo>
                  <a:pt x="893950" y="132947"/>
                  <a:pt x="900557" y="146304"/>
                  <a:pt x="908685" y="158496"/>
                </a:cubicBezTo>
                <a:lnTo>
                  <a:pt x="920877" y="176784"/>
                </a:lnTo>
                <a:cubicBezTo>
                  <a:pt x="975741" y="174752"/>
                  <a:pt x="1030823" y="175976"/>
                  <a:pt x="1085469" y="170688"/>
                </a:cubicBezTo>
                <a:cubicBezTo>
                  <a:pt x="1094514" y="169813"/>
                  <a:pt x="1101500" y="162076"/>
                  <a:pt x="1109853" y="158496"/>
                </a:cubicBezTo>
                <a:cubicBezTo>
                  <a:pt x="1115759" y="155965"/>
                  <a:pt x="1121962" y="154165"/>
                  <a:pt x="1128141" y="152400"/>
                </a:cubicBezTo>
                <a:cubicBezTo>
                  <a:pt x="1192632" y="133974"/>
                  <a:pt x="1102181" y="163085"/>
                  <a:pt x="1189101" y="134112"/>
                </a:cubicBezTo>
                <a:cubicBezTo>
                  <a:pt x="1195197" y="132080"/>
                  <a:pt x="1202042" y="131580"/>
                  <a:pt x="1207389" y="128016"/>
                </a:cubicBezTo>
                <a:cubicBezTo>
                  <a:pt x="1213485" y="123952"/>
                  <a:pt x="1219316" y="119459"/>
                  <a:pt x="1225677" y="115824"/>
                </a:cubicBezTo>
                <a:cubicBezTo>
                  <a:pt x="1233567" y="111315"/>
                  <a:pt x="1242666" y="108914"/>
                  <a:pt x="1250061" y="103632"/>
                </a:cubicBezTo>
                <a:cubicBezTo>
                  <a:pt x="1257076" y="98621"/>
                  <a:pt x="1261286" y="90288"/>
                  <a:pt x="1268349" y="85344"/>
                </a:cubicBezTo>
                <a:cubicBezTo>
                  <a:pt x="1302056" y="61749"/>
                  <a:pt x="1337483" y="40711"/>
                  <a:pt x="1371981" y="18288"/>
                </a:cubicBezTo>
                <a:cubicBezTo>
                  <a:pt x="1396859" y="2117"/>
                  <a:pt x="1382227" y="8777"/>
                  <a:pt x="1408557" y="0"/>
                </a:cubicBezTo>
                <a:cubicBezTo>
                  <a:pt x="1426845" y="2032"/>
                  <a:pt x="1445492" y="1958"/>
                  <a:pt x="1463421" y="6096"/>
                </a:cubicBezTo>
                <a:cubicBezTo>
                  <a:pt x="1472276" y="8139"/>
                  <a:pt x="1479296" y="15097"/>
                  <a:pt x="1487805" y="18288"/>
                </a:cubicBezTo>
                <a:cubicBezTo>
                  <a:pt x="1495650" y="21230"/>
                  <a:pt x="1504061" y="22352"/>
                  <a:pt x="1512189" y="24384"/>
                </a:cubicBezTo>
                <a:cubicBezTo>
                  <a:pt x="1544333" y="45813"/>
                  <a:pt x="1515496" y="29550"/>
                  <a:pt x="1554861" y="42672"/>
                </a:cubicBezTo>
              </a:path>
            </a:pathLst>
          </a:cu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A729AB-F62F-43B8-8565-0F71F85AEFDF}"/>
                  </a:ext>
                </a:extLst>
              </p:cNvPr>
              <p:cNvSpPr txBox="1"/>
              <p:nvPr/>
            </p:nvSpPr>
            <p:spPr>
              <a:xfrm>
                <a:off x="10242810" y="2165723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A729AB-F62F-43B8-8565-0F71F85AE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2810" y="2165723"/>
                <a:ext cx="3679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BD27306F-45D6-4556-8D6E-6A2814DCABA0}"/>
              </a:ext>
            </a:extLst>
          </p:cNvPr>
          <p:cNvSpPr/>
          <p:nvPr/>
        </p:nvSpPr>
        <p:spPr>
          <a:xfrm>
            <a:off x="10297317" y="2287310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CE2CA9-58AA-2933-64E1-589F697E2AA6}"/>
              </a:ext>
            </a:extLst>
          </p:cNvPr>
          <p:cNvSpPr txBox="1"/>
          <p:nvPr/>
        </p:nvSpPr>
        <p:spPr>
          <a:xfrm>
            <a:off x="318425" y="156606"/>
            <a:ext cx="8763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Recover information 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628D049-7429-2475-9271-A4876450B62B}"/>
                  </a:ext>
                </a:extLst>
              </p:cNvPr>
              <p:cNvSpPr txBox="1"/>
              <p:nvPr/>
            </p:nvSpPr>
            <p:spPr>
              <a:xfrm>
                <a:off x="318425" y="1151563"/>
                <a:ext cx="9439342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Suppose </a:t>
                </a:r>
                <a:r>
                  <a:rPr lang="en-US" sz="2800" dirty="0" err="1"/>
                  <a:t>macrostate</a:t>
                </a:r>
                <a:r>
                  <a:rPr lang="en-US" sz="2800" dirty="0"/>
                  <a:t> 𝑋 is a dynamical equilibrium of microstates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/>
                  <a:t> Microstate fluctuations can be characterized by a stable probability distribution 𝜌(𝑥) in each small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/>
                  <a:t> An evolution 𝜆(𝑡) for the microstate is a dense sequence of infinitely many microstates whose recurrence matches 𝝆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Macrostate</a:t>
                </a:r>
                <a:r>
                  <a:rPr lang="en-US" sz="2800" dirty="0"/>
                  <a:t> measurements cannot be sensitive to permutations of microstates: possible evolutions equals all possible permutations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/>
                  <a:t> Shannon entropy counts all possible permutations of an infinite sequence (dense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Δt</m:t>
                    </m:r>
                  </m:oMath>
                </a14:m>
                <a:r>
                  <a:rPr lang="en-US" sz="2800" dirty="0"/>
                  <a:t>) which equals all possible evolutions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628D049-7429-2475-9271-A4876450B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25" y="1151563"/>
                <a:ext cx="9439342" cy="4832092"/>
              </a:xfrm>
              <a:prstGeom prst="rect">
                <a:avLst/>
              </a:prstGeom>
              <a:blipFill>
                <a:blip r:embed="rId5"/>
                <a:stretch>
                  <a:fillRect l="-1291" t="-1639" r="-581" b="-2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6F90B4-8976-50DC-E8F3-FF671C5B66A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228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982F7A0-5F64-4137-9128-9AB0A7389E5C}"/>
              </a:ext>
            </a:extLst>
          </p:cNvPr>
          <p:cNvSpPr/>
          <p:nvPr/>
        </p:nvSpPr>
        <p:spPr>
          <a:xfrm>
            <a:off x="8956392" y="375017"/>
            <a:ext cx="2976663" cy="248479"/>
          </a:xfrm>
          <a:custGeom>
            <a:avLst/>
            <a:gdLst>
              <a:gd name="connsiteX0" fmla="*/ 0 w 10648545"/>
              <a:gd name="connsiteY0" fmla="*/ 1083013 h 1083013"/>
              <a:gd name="connsiteX1" fmla="*/ 2075234 w 10648545"/>
              <a:gd name="connsiteY1" fmla="*/ 661481 h 1083013"/>
              <a:gd name="connsiteX2" fmla="*/ 4961107 w 10648545"/>
              <a:gd name="connsiteY2" fmla="*/ 337226 h 1083013"/>
              <a:gd name="connsiteX3" fmla="*/ 8508460 w 10648545"/>
              <a:gd name="connsiteY3" fmla="*/ 337226 h 1083013"/>
              <a:gd name="connsiteX4" fmla="*/ 10648545 w 10648545"/>
              <a:gd name="connsiteY4" fmla="*/ 0 h 108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48545" h="1083013">
                <a:moveTo>
                  <a:pt x="0" y="1083013"/>
                </a:moveTo>
                <a:cubicBezTo>
                  <a:pt x="624191" y="934396"/>
                  <a:pt x="1248383" y="785779"/>
                  <a:pt x="2075234" y="661481"/>
                </a:cubicBezTo>
                <a:cubicBezTo>
                  <a:pt x="2902085" y="537183"/>
                  <a:pt x="3888903" y="391268"/>
                  <a:pt x="4961107" y="337226"/>
                </a:cubicBezTo>
                <a:cubicBezTo>
                  <a:pt x="6033311" y="283184"/>
                  <a:pt x="7560554" y="393430"/>
                  <a:pt x="8508460" y="337226"/>
                </a:cubicBezTo>
                <a:cubicBezTo>
                  <a:pt x="9456366" y="281022"/>
                  <a:pt x="10052455" y="140511"/>
                  <a:pt x="10648545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B87090-77AA-4816-A95E-9EEB331991D4}"/>
              </a:ext>
            </a:extLst>
          </p:cNvPr>
          <p:cNvSpPr/>
          <p:nvPr/>
        </p:nvSpPr>
        <p:spPr>
          <a:xfrm>
            <a:off x="10477149" y="408797"/>
            <a:ext cx="83975" cy="8397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1FC477-1391-4832-9E73-C57020DDDCCB}"/>
                  </a:ext>
                </a:extLst>
              </p:cNvPr>
              <p:cNvSpPr txBox="1"/>
              <p:nvPr/>
            </p:nvSpPr>
            <p:spPr>
              <a:xfrm>
                <a:off x="10392007" y="93407"/>
                <a:ext cx="3382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1FC477-1391-4832-9E73-C57020DDD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2007" y="93407"/>
                <a:ext cx="3382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59A70F-9F39-4AAE-BC75-9E768810028D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9809061" y="450785"/>
            <a:ext cx="668088" cy="1331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F596EF-4A7C-408D-B97B-A0CA5CF7E7D9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10561124" y="462739"/>
            <a:ext cx="632238" cy="13776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C8DE114B-F8ED-40E3-91EC-2AA6413E10C8}"/>
              </a:ext>
            </a:extLst>
          </p:cNvPr>
          <p:cNvSpPr/>
          <p:nvPr/>
        </p:nvSpPr>
        <p:spPr>
          <a:xfrm>
            <a:off x="9706474" y="1384740"/>
            <a:ext cx="1554278" cy="155427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E9C19F3-E2D1-439E-9338-309E80BD0D5B}"/>
              </a:ext>
            </a:extLst>
          </p:cNvPr>
          <p:cNvSpPr/>
          <p:nvPr/>
        </p:nvSpPr>
        <p:spPr>
          <a:xfrm>
            <a:off x="9717240" y="2056794"/>
            <a:ext cx="1541145" cy="170688"/>
          </a:xfrm>
          <a:custGeom>
            <a:avLst/>
            <a:gdLst>
              <a:gd name="connsiteX0" fmla="*/ 0 w 2170176"/>
              <a:gd name="connsiteY0" fmla="*/ 0 h 226174"/>
              <a:gd name="connsiteX1" fmla="*/ 73152 w 2170176"/>
              <a:gd name="connsiteY1" fmla="*/ 6096 h 226174"/>
              <a:gd name="connsiteX2" fmla="*/ 121920 w 2170176"/>
              <a:gd name="connsiteY2" fmla="*/ 30480 h 226174"/>
              <a:gd name="connsiteX3" fmla="*/ 152400 w 2170176"/>
              <a:gd name="connsiteY3" fmla="*/ 36576 h 226174"/>
              <a:gd name="connsiteX4" fmla="*/ 170688 w 2170176"/>
              <a:gd name="connsiteY4" fmla="*/ 48768 h 226174"/>
              <a:gd name="connsiteX5" fmla="*/ 213360 w 2170176"/>
              <a:gd name="connsiteY5" fmla="*/ 60960 h 226174"/>
              <a:gd name="connsiteX6" fmla="*/ 231648 w 2170176"/>
              <a:gd name="connsiteY6" fmla="*/ 67056 h 226174"/>
              <a:gd name="connsiteX7" fmla="*/ 280416 w 2170176"/>
              <a:gd name="connsiteY7" fmla="*/ 97536 h 226174"/>
              <a:gd name="connsiteX8" fmla="*/ 298704 w 2170176"/>
              <a:gd name="connsiteY8" fmla="*/ 109728 h 226174"/>
              <a:gd name="connsiteX9" fmla="*/ 329184 w 2170176"/>
              <a:gd name="connsiteY9" fmla="*/ 121920 h 226174"/>
              <a:gd name="connsiteX10" fmla="*/ 353568 w 2170176"/>
              <a:gd name="connsiteY10" fmla="*/ 140208 h 226174"/>
              <a:gd name="connsiteX11" fmla="*/ 371856 w 2170176"/>
              <a:gd name="connsiteY11" fmla="*/ 146304 h 226174"/>
              <a:gd name="connsiteX12" fmla="*/ 469392 w 2170176"/>
              <a:gd name="connsiteY12" fmla="*/ 182880 h 226174"/>
              <a:gd name="connsiteX13" fmla="*/ 512064 w 2170176"/>
              <a:gd name="connsiteY13" fmla="*/ 195072 h 226174"/>
              <a:gd name="connsiteX14" fmla="*/ 530352 w 2170176"/>
              <a:gd name="connsiteY14" fmla="*/ 201168 h 226174"/>
              <a:gd name="connsiteX15" fmla="*/ 579120 w 2170176"/>
              <a:gd name="connsiteY15" fmla="*/ 213360 h 226174"/>
              <a:gd name="connsiteX16" fmla="*/ 688848 w 2170176"/>
              <a:gd name="connsiteY16" fmla="*/ 188976 h 226174"/>
              <a:gd name="connsiteX17" fmla="*/ 713232 w 2170176"/>
              <a:gd name="connsiteY17" fmla="*/ 182880 h 226174"/>
              <a:gd name="connsiteX18" fmla="*/ 786384 w 2170176"/>
              <a:gd name="connsiteY18" fmla="*/ 140208 h 226174"/>
              <a:gd name="connsiteX19" fmla="*/ 804672 w 2170176"/>
              <a:gd name="connsiteY19" fmla="*/ 134112 h 226174"/>
              <a:gd name="connsiteX20" fmla="*/ 841248 w 2170176"/>
              <a:gd name="connsiteY20" fmla="*/ 109728 h 226174"/>
              <a:gd name="connsiteX21" fmla="*/ 859536 w 2170176"/>
              <a:gd name="connsiteY21" fmla="*/ 103632 h 226174"/>
              <a:gd name="connsiteX22" fmla="*/ 890016 w 2170176"/>
              <a:gd name="connsiteY22" fmla="*/ 85344 h 226174"/>
              <a:gd name="connsiteX23" fmla="*/ 908304 w 2170176"/>
              <a:gd name="connsiteY23" fmla="*/ 73152 h 226174"/>
              <a:gd name="connsiteX24" fmla="*/ 926592 w 2170176"/>
              <a:gd name="connsiteY24" fmla="*/ 67056 h 226174"/>
              <a:gd name="connsiteX25" fmla="*/ 981456 w 2170176"/>
              <a:gd name="connsiteY25" fmla="*/ 42672 h 226174"/>
              <a:gd name="connsiteX26" fmla="*/ 1048512 w 2170176"/>
              <a:gd name="connsiteY26" fmla="*/ 54864 h 226174"/>
              <a:gd name="connsiteX27" fmla="*/ 1085088 w 2170176"/>
              <a:gd name="connsiteY27" fmla="*/ 79248 h 226174"/>
              <a:gd name="connsiteX28" fmla="*/ 1121664 w 2170176"/>
              <a:gd name="connsiteY28" fmla="*/ 97536 h 226174"/>
              <a:gd name="connsiteX29" fmla="*/ 1170432 w 2170176"/>
              <a:gd name="connsiteY29" fmla="*/ 128016 h 226174"/>
              <a:gd name="connsiteX30" fmla="*/ 1188720 w 2170176"/>
              <a:gd name="connsiteY30" fmla="*/ 134112 h 226174"/>
              <a:gd name="connsiteX31" fmla="*/ 1213104 w 2170176"/>
              <a:gd name="connsiteY31" fmla="*/ 146304 h 226174"/>
              <a:gd name="connsiteX32" fmla="*/ 1267968 w 2170176"/>
              <a:gd name="connsiteY32" fmla="*/ 170688 h 226174"/>
              <a:gd name="connsiteX33" fmla="*/ 1420368 w 2170176"/>
              <a:gd name="connsiteY33" fmla="*/ 128016 h 226174"/>
              <a:gd name="connsiteX34" fmla="*/ 1469136 w 2170176"/>
              <a:gd name="connsiteY34" fmla="*/ 109728 h 226174"/>
              <a:gd name="connsiteX35" fmla="*/ 1511808 w 2170176"/>
              <a:gd name="connsiteY35" fmla="*/ 97536 h 226174"/>
              <a:gd name="connsiteX36" fmla="*/ 1530096 w 2170176"/>
              <a:gd name="connsiteY36" fmla="*/ 85344 h 226174"/>
              <a:gd name="connsiteX37" fmla="*/ 1737360 w 2170176"/>
              <a:gd name="connsiteY37" fmla="*/ 103632 h 226174"/>
              <a:gd name="connsiteX38" fmla="*/ 1822704 w 2170176"/>
              <a:gd name="connsiteY38" fmla="*/ 109728 h 226174"/>
              <a:gd name="connsiteX39" fmla="*/ 1908048 w 2170176"/>
              <a:gd name="connsiteY39" fmla="*/ 146304 h 226174"/>
              <a:gd name="connsiteX40" fmla="*/ 1962912 w 2170176"/>
              <a:gd name="connsiteY40" fmla="*/ 176784 h 226174"/>
              <a:gd name="connsiteX41" fmla="*/ 1987296 w 2170176"/>
              <a:gd name="connsiteY41" fmla="*/ 201168 h 226174"/>
              <a:gd name="connsiteX42" fmla="*/ 1993392 w 2170176"/>
              <a:gd name="connsiteY42" fmla="*/ 219456 h 226174"/>
              <a:gd name="connsiteX43" fmla="*/ 2048256 w 2170176"/>
              <a:gd name="connsiteY43" fmla="*/ 225552 h 226174"/>
              <a:gd name="connsiteX44" fmla="*/ 2170176 w 2170176"/>
              <a:gd name="connsiteY44" fmla="*/ 225552 h 226174"/>
              <a:gd name="connsiteX0" fmla="*/ 0 w 2097024"/>
              <a:gd name="connsiteY0" fmla="*/ 0 h 220078"/>
              <a:gd name="connsiteX1" fmla="*/ 48768 w 2097024"/>
              <a:gd name="connsiteY1" fmla="*/ 24384 h 220078"/>
              <a:gd name="connsiteX2" fmla="*/ 79248 w 2097024"/>
              <a:gd name="connsiteY2" fmla="*/ 30480 h 220078"/>
              <a:gd name="connsiteX3" fmla="*/ 97536 w 2097024"/>
              <a:gd name="connsiteY3" fmla="*/ 42672 h 220078"/>
              <a:gd name="connsiteX4" fmla="*/ 140208 w 2097024"/>
              <a:gd name="connsiteY4" fmla="*/ 54864 h 220078"/>
              <a:gd name="connsiteX5" fmla="*/ 158496 w 2097024"/>
              <a:gd name="connsiteY5" fmla="*/ 60960 h 220078"/>
              <a:gd name="connsiteX6" fmla="*/ 207264 w 2097024"/>
              <a:gd name="connsiteY6" fmla="*/ 91440 h 220078"/>
              <a:gd name="connsiteX7" fmla="*/ 225552 w 2097024"/>
              <a:gd name="connsiteY7" fmla="*/ 103632 h 220078"/>
              <a:gd name="connsiteX8" fmla="*/ 256032 w 2097024"/>
              <a:gd name="connsiteY8" fmla="*/ 115824 h 220078"/>
              <a:gd name="connsiteX9" fmla="*/ 280416 w 2097024"/>
              <a:gd name="connsiteY9" fmla="*/ 134112 h 220078"/>
              <a:gd name="connsiteX10" fmla="*/ 298704 w 2097024"/>
              <a:gd name="connsiteY10" fmla="*/ 140208 h 220078"/>
              <a:gd name="connsiteX11" fmla="*/ 396240 w 2097024"/>
              <a:gd name="connsiteY11" fmla="*/ 176784 h 220078"/>
              <a:gd name="connsiteX12" fmla="*/ 438912 w 2097024"/>
              <a:gd name="connsiteY12" fmla="*/ 188976 h 220078"/>
              <a:gd name="connsiteX13" fmla="*/ 457200 w 2097024"/>
              <a:gd name="connsiteY13" fmla="*/ 195072 h 220078"/>
              <a:gd name="connsiteX14" fmla="*/ 505968 w 2097024"/>
              <a:gd name="connsiteY14" fmla="*/ 207264 h 220078"/>
              <a:gd name="connsiteX15" fmla="*/ 615696 w 2097024"/>
              <a:gd name="connsiteY15" fmla="*/ 182880 h 220078"/>
              <a:gd name="connsiteX16" fmla="*/ 640080 w 2097024"/>
              <a:gd name="connsiteY16" fmla="*/ 176784 h 220078"/>
              <a:gd name="connsiteX17" fmla="*/ 713232 w 2097024"/>
              <a:gd name="connsiteY17" fmla="*/ 134112 h 220078"/>
              <a:gd name="connsiteX18" fmla="*/ 731520 w 2097024"/>
              <a:gd name="connsiteY18" fmla="*/ 128016 h 220078"/>
              <a:gd name="connsiteX19" fmla="*/ 768096 w 2097024"/>
              <a:gd name="connsiteY19" fmla="*/ 103632 h 220078"/>
              <a:gd name="connsiteX20" fmla="*/ 786384 w 2097024"/>
              <a:gd name="connsiteY20" fmla="*/ 97536 h 220078"/>
              <a:gd name="connsiteX21" fmla="*/ 816864 w 2097024"/>
              <a:gd name="connsiteY21" fmla="*/ 79248 h 220078"/>
              <a:gd name="connsiteX22" fmla="*/ 835152 w 2097024"/>
              <a:gd name="connsiteY22" fmla="*/ 67056 h 220078"/>
              <a:gd name="connsiteX23" fmla="*/ 853440 w 2097024"/>
              <a:gd name="connsiteY23" fmla="*/ 60960 h 220078"/>
              <a:gd name="connsiteX24" fmla="*/ 908304 w 2097024"/>
              <a:gd name="connsiteY24" fmla="*/ 36576 h 220078"/>
              <a:gd name="connsiteX25" fmla="*/ 975360 w 2097024"/>
              <a:gd name="connsiteY25" fmla="*/ 48768 h 220078"/>
              <a:gd name="connsiteX26" fmla="*/ 1011936 w 2097024"/>
              <a:gd name="connsiteY26" fmla="*/ 73152 h 220078"/>
              <a:gd name="connsiteX27" fmla="*/ 1048512 w 2097024"/>
              <a:gd name="connsiteY27" fmla="*/ 91440 h 220078"/>
              <a:gd name="connsiteX28" fmla="*/ 1097280 w 2097024"/>
              <a:gd name="connsiteY28" fmla="*/ 121920 h 220078"/>
              <a:gd name="connsiteX29" fmla="*/ 1115568 w 2097024"/>
              <a:gd name="connsiteY29" fmla="*/ 128016 h 220078"/>
              <a:gd name="connsiteX30" fmla="*/ 1139952 w 2097024"/>
              <a:gd name="connsiteY30" fmla="*/ 140208 h 220078"/>
              <a:gd name="connsiteX31" fmla="*/ 1194816 w 2097024"/>
              <a:gd name="connsiteY31" fmla="*/ 164592 h 220078"/>
              <a:gd name="connsiteX32" fmla="*/ 1347216 w 2097024"/>
              <a:gd name="connsiteY32" fmla="*/ 121920 h 220078"/>
              <a:gd name="connsiteX33" fmla="*/ 1395984 w 2097024"/>
              <a:gd name="connsiteY33" fmla="*/ 103632 h 220078"/>
              <a:gd name="connsiteX34" fmla="*/ 1438656 w 2097024"/>
              <a:gd name="connsiteY34" fmla="*/ 91440 h 220078"/>
              <a:gd name="connsiteX35" fmla="*/ 1456944 w 2097024"/>
              <a:gd name="connsiteY35" fmla="*/ 79248 h 220078"/>
              <a:gd name="connsiteX36" fmla="*/ 1664208 w 2097024"/>
              <a:gd name="connsiteY36" fmla="*/ 97536 h 220078"/>
              <a:gd name="connsiteX37" fmla="*/ 1749552 w 2097024"/>
              <a:gd name="connsiteY37" fmla="*/ 103632 h 220078"/>
              <a:gd name="connsiteX38" fmla="*/ 1834896 w 2097024"/>
              <a:gd name="connsiteY38" fmla="*/ 140208 h 220078"/>
              <a:gd name="connsiteX39" fmla="*/ 1889760 w 2097024"/>
              <a:gd name="connsiteY39" fmla="*/ 170688 h 220078"/>
              <a:gd name="connsiteX40" fmla="*/ 1914144 w 2097024"/>
              <a:gd name="connsiteY40" fmla="*/ 195072 h 220078"/>
              <a:gd name="connsiteX41" fmla="*/ 1920240 w 2097024"/>
              <a:gd name="connsiteY41" fmla="*/ 213360 h 220078"/>
              <a:gd name="connsiteX42" fmla="*/ 1975104 w 2097024"/>
              <a:gd name="connsiteY42" fmla="*/ 219456 h 220078"/>
              <a:gd name="connsiteX43" fmla="*/ 2097024 w 2097024"/>
              <a:gd name="connsiteY43" fmla="*/ 219456 h 220078"/>
              <a:gd name="connsiteX0" fmla="*/ 0 w 2048256"/>
              <a:gd name="connsiteY0" fmla="*/ 0 h 195694"/>
              <a:gd name="connsiteX1" fmla="*/ 30480 w 2048256"/>
              <a:gd name="connsiteY1" fmla="*/ 6096 h 195694"/>
              <a:gd name="connsiteX2" fmla="*/ 48768 w 2048256"/>
              <a:gd name="connsiteY2" fmla="*/ 18288 h 195694"/>
              <a:gd name="connsiteX3" fmla="*/ 91440 w 2048256"/>
              <a:gd name="connsiteY3" fmla="*/ 30480 h 195694"/>
              <a:gd name="connsiteX4" fmla="*/ 109728 w 2048256"/>
              <a:gd name="connsiteY4" fmla="*/ 36576 h 195694"/>
              <a:gd name="connsiteX5" fmla="*/ 158496 w 2048256"/>
              <a:gd name="connsiteY5" fmla="*/ 67056 h 195694"/>
              <a:gd name="connsiteX6" fmla="*/ 176784 w 2048256"/>
              <a:gd name="connsiteY6" fmla="*/ 79248 h 195694"/>
              <a:gd name="connsiteX7" fmla="*/ 207264 w 2048256"/>
              <a:gd name="connsiteY7" fmla="*/ 91440 h 195694"/>
              <a:gd name="connsiteX8" fmla="*/ 231648 w 2048256"/>
              <a:gd name="connsiteY8" fmla="*/ 109728 h 195694"/>
              <a:gd name="connsiteX9" fmla="*/ 249936 w 2048256"/>
              <a:gd name="connsiteY9" fmla="*/ 115824 h 195694"/>
              <a:gd name="connsiteX10" fmla="*/ 347472 w 2048256"/>
              <a:gd name="connsiteY10" fmla="*/ 152400 h 195694"/>
              <a:gd name="connsiteX11" fmla="*/ 390144 w 2048256"/>
              <a:gd name="connsiteY11" fmla="*/ 164592 h 195694"/>
              <a:gd name="connsiteX12" fmla="*/ 408432 w 2048256"/>
              <a:gd name="connsiteY12" fmla="*/ 170688 h 195694"/>
              <a:gd name="connsiteX13" fmla="*/ 457200 w 2048256"/>
              <a:gd name="connsiteY13" fmla="*/ 182880 h 195694"/>
              <a:gd name="connsiteX14" fmla="*/ 566928 w 2048256"/>
              <a:gd name="connsiteY14" fmla="*/ 158496 h 195694"/>
              <a:gd name="connsiteX15" fmla="*/ 591312 w 2048256"/>
              <a:gd name="connsiteY15" fmla="*/ 152400 h 195694"/>
              <a:gd name="connsiteX16" fmla="*/ 664464 w 2048256"/>
              <a:gd name="connsiteY16" fmla="*/ 109728 h 195694"/>
              <a:gd name="connsiteX17" fmla="*/ 682752 w 2048256"/>
              <a:gd name="connsiteY17" fmla="*/ 103632 h 195694"/>
              <a:gd name="connsiteX18" fmla="*/ 719328 w 2048256"/>
              <a:gd name="connsiteY18" fmla="*/ 79248 h 195694"/>
              <a:gd name="connsiteX19" fmla="*/ 737616 w 2048256"/>
              <a:gd name="connsiteY19" fmla="*/ 73152 h 195694"/>
              <a:gd name="connsiteX20" fmla="*/ 768096 w 2048256"/>
              <a:gd name="connsiteY20" fmla="*/ 54864 h 195694"/>
              <a:gd name="connsiteX21" fmla="*/ 786384 w 2048256"/>
              <a:gd name="connsiteY21" fmla="*/ 42672 h 195694"/>
              <a:gd name="connsiteX22" fmla="*/ 804672 w 2048256"/>
              <a:gd name="connsiteY22" fmla="*/ 36576 h 195694"/>
              <a:gd name="connsiteX23" fmla="*/ 859536 w 2048256"/>
              <a:gd name="connsiteY23" fmla="*/ 12192 h 195694"/>
              <a:gd name="connsiteX24" fmla="*/ 926592 w 2048256"/>
              <a:gd name="connsiteY24" fmla="*/ 24384 h 195694"/>
              <a:gd name="connsiteX25" fmla="*/ 963168 w 2048256"/>
              <a:gd name="connsiteY25" fmla="*/ 48768 h 195694"/>
              <a:gd name="connsiteX26" fmla="*/ 999744 w 2048256"/>
              <a:gd name="connsiteY26" fmla="*/ 67056 h 195694"/>
              <a:gd name="connsiteX27" fmla="*/ 1048512 w 2048256"/>
              <a:gd name="connsiteY27" fmla="*/ 97536 h 195694"/>
              <a:gd name="connsiteX28" fmla="*/ 1066800 w 2048256"/>
              <a:gd name="connsiteY28" fmla="*/ 103632 h 195694"/>
              <a:gd name="connsiteX29" fmla="*/ 1091184 w 2048256"/>
              <a:gd name="connsiteY29" fmla="*/ 115824 h 195694"/>
              <a:gd name="connsiteX30" fmla="*/ 1146048 w 2048256"/>
              <a:gd name="connsiteY30" fmla="*/ 140208 h 195694"/>
              <a:gd name="connsiteX31" fmla="*/ 1298448 w 2048256"/>
              <a:gd name="connsiteY31" fmla="*/ 97536 h 195694"/>
              <a:gd name="connsiteX32" fmla="*/ 1347216 w 2048256"/>
              <a:gd name="connsiteY32" fmla="*/ 79248 h 195694"/>
              <a:gd name="connsiteX33" fmla="*/ 1389888 w 2048256"/>
              <a:gd name="connsiteY33" fmla="*/ 67056 h 195694"/>
              <a:gd name="connsiteX34" fmla="*/ 1408176 w 2048256"/>
              <a:gd name="connsiteY34" fmla="*/ 54864 h 195694"/>
              <a:gd name="connsiteX35" fmla="*/ 1615440 w 2048256"/>
              <a:gd name="connsiteY35" fmla="*/ 73152 h 195694"/>
              <a:gd name="connsiteX36" fmla="*/ 1700784 w 2048256"/>
              <a:gd name="connsiteY36" fmla="*/ 79248 h 195694"/>
              <a:gd name="connsiteX37" fmla="*/ 1786128 w 2048256"/>
              <a:gd name="connsiteY37" fmla="*/ 115824 h 195694"/>
              <a:gd name="connsiteX38" fmla="*/ 1840992 w 2048256"/>
              <a:gd name="connsiteY38" fmla="*/ 146304 h 195694"/>
              <a:gd name="connsiteX39" fmla="*/ 1865376 w 2048256"/>
              <a:gd name="connsiteY39" fmla="*/ 170688 h 195694"/>
              <a:gd name="connsiteX40" fmla="*/ 1871472 w 2048256"/>
              <a:gd name="connsiteY40" fmla="*/ 188976 h 195694"/>
              <a:gd name="connsiteX41" fmla="*/ 1926336 w 2048256"/>
              <a:gd name="connsiteY41" fmla="*/ 195072 h 195694"/>
              <a:gd name="connsiteX42" fmla="*/ 2048256 w 2048256"/>
              <a:gd name="connsiteY42" fmla="*/ 195072 h 195694"/>
              <a:gd name="connsiteX0" fmla="*/ 0 w 2017776"/>
              <a:gd name="connsiteY0" fmla="*/ 0 h 189598"/>
              <a:gd name="connsiteX1" fmla="*/ 18288 w 2017776"/>
              <a:gd name="connsiteY1" fmla="*/ 12192 h 189598"/>
              <a:gd name="connsiteX2" fmla="*/ 60960 w 2017776"/>
              <a:gd name="connsiteY2" fmla="*/ 24384 h 189598"/>
              <a:gd name="connsiteX3" fmla="*/ 79248 w 2017776"/>
              <a:gd name="connsiteY3" fmla="*/ 30480 h 189598"/>
              <a:gd name="connsiteX4" fmla="*/ 128016 w 2017776"/>
              <a:gd name="connsiteY4" fmla="*/ 60960 h 189598"/>
              <a:gd name="connsiteX5" fmla="*/ 146304 w 2017776"/>
              <a:gd name="connsiteY5" fmla="*/ 73152 h 189598"/>
              <a:gd name="connsiteX6" fmla="*/ 176784 w 2017776"/>
              <a:gd name="connsiteY6" fmla="*/ 85344 h 189598"/>
              <a:gd name="connsiteX7" fmla="*/ 201168 w 2017776"/>
              <a:gd name="connsiteY7" fmla="*/ 103632 h 189598"/>
              <a:gd name="connsiteX8" fmla="*/ 219456 w 2017776"/>
              <a:gd name="connsiteY8" fmla="*/ 109728 h 189598"/>
              <a:gd name="connsiteX9" fmla="*/ 316992 w 2017776"/>
              <a:gd name="connsiteY9" fmla="*/ 146304 h 189598"/>
              <a:gd name="connsiteX10" fmla="*/ 359664 w 2017776"/>
              <a:gd name="connsiteY10" fmla="*/ 158496 h 189598"/>
              <a:gd name="connsiteX11" fmla="*/ 377952 w 2017776"/>
              <a:gd name="connsiteY11" fmla="*/ 164592 h 189598"/>
              <a:gd name="connsiteX12" fmla="*/ 426720 w 2017776"/>
              <a:gd name="connsiteY12" fmla="*/ 176784 h 189598"/>
              <a:gd name="connsiteX13" fmla="*/ 536448 w 2017776"/>
              <a:gd name="connsiteY13" fmla="*/ 152400 h 189598"/>
              <a:gd name="connsiteX14" fmla="*/ 560832 w 2017776"/>
              <a:gd name="connsiteY14" fmla="*/ 146304 h 189598"/>
              <a:gd name="connsiteX15" fmla="*/ 633984 w 2017776"/>
              <a:gd name="connsiteY15" fmla="*/ 103632 h 189598"/>
              <a:gd name="connsiteX16" fmla="*/ 652272 w 2017776"/>
              <a:gd name="connsiteY16" fmla="*/ 97536 h 189598"/>
              <a:gd name="connsiteX17" fmla="*/ 688848 w 2017776"/>
              <a:gd name="connsiteY17" fmla="*/ 73152 h 189598"/>
              <a:gd name="connsiteX18" fmla="*/ 707136 w 2017776"/>
              <a:gd name="connsiteY18" fmla="*/ 67056 h 189598"/>
              <a:gd name="connsiteX19" fmla="*/ 737616 w 2017776"/>
              <a:gd name="connsiteY19" fmla="*/ 48768 h 189598"/>
              <a:gd name="connsiteX20" fmla="*/ 755904 w 2017776"/>
              <a:gd name="connsiteY20" fmla="*/ 36576 h 189598"/>
              <a:gd name="connsiteX21" fmla="*/ 774192 w 2017776"/>
              <a:gd name="connsiteY21" fmla="*/ 30480 h 189598"/>
              <a:gd name="connsiteX22" fmla="*/ 829056 w 2017776"/>
              <a:gd name="connsiteY22" fmla="*/ 6096 h 189598"/>
              <a:gd name="connsiteX23" fmla="*/ 896112 w 2017776"/>
              <a:gd name="connsiteY23" fmla="*/ 18288 h 189598"/>
              <a:gd name="connsiteX24" fmla="*/ 932688 w 2017776"/>
              <a:gd name="connsiteY24" fmla="*/ 42672 h 189598"/>
              <a:gd name="connsiteX25" fmla="*/ 969264 w 2017776"/>
              <a:gd name="connsiteY25" fmla="*/ 60960 h 189598"/>
              <a:gd name="connsiteX26" fmla="*/ 1018032 w 2017776"/>
              <a:gd name="connsiteY26" fmla="*/ 91440 h 189598"/>
              <a:gd name="connsiteX27" fmla="*/ 1036320 w 2017776"/>
              <a:gd name="connsiteY27" fmla="*/ 97536 h 189598"/>
              <a:gd name="connsiteX28" fmla="*/ 1060704 w 2017776"/>
              <a:gd name="connsiteY28" fmla="*/ 109728 h 189598"/>
              <a:gd name="connsiteX29" fmla="*/ 1115568 w 2017776"/>
              <a:gd name="connsiteY29" fmla="*/ 134112 h 189598"/>
              <a:gd name="connsiteX30" fmla="*/ 1267968 w 2017776"/>
              <a:gd name="connsiteY30" fmla="*/ 91440 h 189598"/>
              <a:gd name="connsiteX31" fmla="*/ 1316736 w 2017776"/>
              <a:gd name="connsiteY31" fmla="*/ 73152 h 189598"/>
              <a:gd name="connsiteX32" fmla="*/ 1359408 w 2017776"/>
              <a:gd name="connsiteY32" fmla="*/ 60960 h 189598"/>
              <a:gd name="connsiteX33" fmla="*/ 1377696 w 2017776"/>
              <a:gd name="connsiteY33" fmla="*/ 48768 h 189598"/>
              <a:gd name="connsiteX34" fmla="*/ 1584960 w 2017776"/>
              <a:gd name="connsiteY34" fmla="*/ 67056 h 189598"/>
              <a:gd name="connsiteX35" fmla="*/ 1670304 w 2017776"/>
              <a:gd name="connsiteY35" fmla="*/ 73152 h 189598"/>
              <a:gd name="connsiteX36" fmla="*/ 1755648 w 2017776"/>
              <a:gd name="connsiteY36" fmla="*/ 109728 h 189598"/>
              <a:gd name="connsiteX37" fmla="*/ 1810512 w 2017776"/>
              <a:gd name="connsiteY37" fmla="*/ 140208 h 189598"/>
              <a:gd name="connsiteX38" fmla="*/ 1834896 w 2017776"/>
              <a:gd name="connsiteY38" fmla="*/ 164592 h 189598"/>
              <a:gd name="connsiteX39" fmla="*/ 1840992 w 2017776"/>
              <a:gd name="connsiteY39" fmla="*/ 182880 h 189598"/>
              <a:gd name="connsiteX40" fmla="*/ 1895856 w 2017776"/>
              <a:gd name="connsiteY40" fmla="*/ 188976 h 189598"/>
              <a:gd name="connsiteX41" fmla="*/ 2017776 w 2017776"/>
              <a:gd name="connsiteY41" fmla="*/ 188976 h 189598"/>
              <a:gd name="connsiteX0" fmla="*/ 0 w 1999488"/>
              <a:gd name="connsiteY0" fmla="*/ 6096 h 183502"/>
              <a:gd name="connsiteX1" fmla="*/ 42672 w 1999488"/>
              <a:gd name="connsiteY1" fmla="*/ 18288 h 183502"/>
              <a:gd name="connsiteX2" fmla="*/ 60960 w 1999488"/>
              <a:gd name="connsiteY2" fmla="*/ 24384 h 183502"/>
              <a:gd name="connsiteX3" fmla="*/ 109728 w 1999488"/>
              <a:gd name="connsiteY3" fmla="*/ 54864 h 183502"/>
              <a:gd name="connsiteX4" fmla="*/ 128016 w 1999488"/>
              <a:gd name="connsiteY4" fmla="*/ 67056 h 183502"/>
              <a:gd name="connsiteX5" fmla="*/ 158496 w 1999488"/>
              <a:gd name="connsiteY5" fmla="*/ 79248 h 183502"/>
              <a:gd name="connsiteX6" fmla="*/ 182880 w 1999488"/>
              <a:gd name="connsiteY6" fmla="*/ 97536 h 183502"/>
              <a:gd name="connsiteX7" fmla="*/ 201168 w 1999488"/>
              <a:gd name="connsiteY7" fmla="*/ 103632 h 183502"/>
              <a:gd name="connsiteX8" fmla="*/ 298704 w 1999488"/>
              <a:gd name="connsiteY8" fmla="*/ 140208 h 183502"/>
              <a:gd name="connsiteX9" fmla="*/ 341376 w 1999488"/>
              <a:gd name="connsiteY9" fmla="*/ 152400 h 183502"/>
              <a:gd name="connsiteX10" fmla="*/ 359664 w 1999488"/>
              <a:gd name="connsiteY10" fmla="*/ 158496 h 183502"/>
              <a:gd name="connsiteX11" fmla="*/ 408432 w 1999488"/>
              <a:gd name="connsiteY11" fmla="*/ 170688 h 183502"/>
              <a:gd name="connsiteX12" fmla="*/ 518160 w 1999488"/>
              <a:gd name="connsiteY12" fmla="*/ 146304 h 183502"/>
              <a:gd name="connsiteX13" fmla="*/ 542544 w 1999488"/>
              <a:gd name="connsiteY13" fmla="*/ 140208 h 183502"/>
              <a:gd name="connsiteX14" fmla="*/ 615696 w 1999488"/>
              <a:gd name="connsiteY14" fmla="*/ 97536 h 183502"/>
              <a:gd name="connsiteX15" fmla="*/ 633984 w 1999488"/>
              <a:gd name="connsiteY15" fmla="*/ 91440 h 183502"/>
              <a:gd name="connsiteX16" fmla="*/ 670560 w 1999488"/>
              <a:gd name="connsiteY16" fmla="*/ 67056 h 183502"/>
              <a:gd name="connsiteX17" fmla="*/ 688848 w 1999488"/>
              <a:gd name="connsiteY17" fmla="*/ 60960 h 183502"/>
              <a:gd name="connsiteX18" fmla="*/ 719328 w 1999488"/>
              <a:gd name="connsiteY18" fmla="*/ 42672 h 183502"/>
              <a:gd name="connsiteX19" fmla="*/ 737616 w 1999488"/>
              <a:gd name="connsiteY19" fmla="*/ 30480 h 183502"/>
              <a:gd name="connsiteX20" fmla="*/ 755904 w 1999488"/>
              <a:gd name="connsiteY20" fmla="*/ 24384 h 183502"/>
              <a:gd name="connsiteX21" fmla="*/ 810768 w 1999488"/>
              <a:gd name="connsiteY21" fmla="*/ 0 h 183502"/>
              <a:gd name="connsiteX22" fmla="*/ 877824 w 1999488"/>
              <a:gd name="connsiteY22" fmla="*/ 12192 h 183502"/>
              <a:gd name="connsiteX23" fmla="*/ 914400 w 1999488"/>
              <a:gd name="connsiteY23" fmla="*/ 36576 h 183502"/>
              <a:gd name="connsiteX24" fmla="*/ 950976 w 1999488"/>
              <a:gd name="connsiteY24" fmla="*/ 54864 h 183502"/>
              <a:gd name="connsiteX25" fmla="*/ 999744 w 1999488"/>
              <a:gd name="connsiteY25" fmla="*/ 85344 h 183502"/>
              <a:gd name="connsiteX26" fmla="*/ 1018032 w 1999488"/>
              <a:gd name="connsiteY26" fmla="*/ 91440 h 183502"/>
              <a:gd name="connsiteX27" fmla="*/ 1042416 w 1999488"/>
              <a:gd name="connsiteY27" fmla="*/ 103632 h 183502"/>
              <a:gd name="connsiteX28" fmla="*/ 1097280 w 1999488"/>
              <a:gd name="connsiteY28" fmla="*/ 128016 h 183502"/>
              <a:gd name="connsiteX29" fmla="*/ 1249680 w 1999488"/>
              <a:gd name="connsiteY29" fmla="*/ 85344 h 183502"/>
              <a:gd name="connsiteX30" fmla="*/ 1298448 w 1999488"/>
              <a:gd name="connsiteY30" fmla="*/ 67056 h 183502"/>
              <a:gd name="connsiteX31" fmla="*/ 1341120 w 1999488"/>
              <a:gd name="connsiteY31" fmla="*/ 54864 h 183502"/>
              <a:gd name="connsiteX32" fmla="*/ 1359408 w 1999488"/>
              <a:gd name="connsiteY32" fmla="*/ 42672 h 183502"/>
              <a:gd name="connsiteX33" fmla="*/ 1566672 w 1999488"/>
              <a:gd name="connsiteY33" fmla="*/ 60960 h 183502"/>
              <a:gd name="connsiteX34" fmla="*/ 1652016 w 1999488"/>
              <a:gd name="connsiteY34" fmla="*/ 67056 h 183502"/>
              <a:gd name="connsiteX35" fmla="*/ 1737360 w 1999488"/>
              <a:gd name="connsiteY35" fmla="*/ 103632 h 183502"/>
              <a:gd name="connsiteX36" fmla="*/ 1792224 w 1999488"/>
              <a:gd name="connsiteY36" fmla="*/ 134112 h 183502"/>
              <a:gd name="connsiteX37" fmla="*/ 1816608 w 1999488"/>
              <a:gd name="connsiteY37" fmla="*/ 158496 h 183502"/>
              <a:gd name="connsiteX38" fmla="*/ 1822704 w 1999488"/>
              <a:gd name="connsiteY38" fmla="*/ 176784 h 183502"/>
              <a:gd name="connsiteX39" fmla="*/ 1877568 w 1999488"/>
              <a:gd name="connsiteY39" fmla="*/ 182880 h 183502"/>
              <a:gd name="connsiteX40" fmla="*/ 1999488 w 1999488"/>
              <a:gd name="connsiteY40" fmla="*/ 182880 h 183502"/>
              <a:gd name="connsiteX0" fmla="*/ 0 w 1999488"/>
              <a:gd name="connsiteY0" fmla="*/ 6096 h 183502"/>
              <a:gd name="connsiteX1" fmla="*/ 33147 w 1999488"/>
              <a:gd name="connsiteY1" fmla="*/ 16383 h 183502"/>
              <a:gd name="connsiteX2" fmla="*/ 60960 w 1999488"/>
              <a:gd name="connsiteY2" fmla="*/ 24384 h 183502"/>
              <a:gd name="connsiteX3" fmla="*/ 109728 w 1999488"/>
              <a:gd name="connsiteY3" fmla="*/ 54864 h 183502"/>
              <a:gd name="connsiteX4" fmla="*/ 128016 w 1999488"/>
              <a:gd name="connsiteY4" fmla="*/ 67056 h 183502"/>
              <a:gd name="connsiteX5" fmla="*/ 158496 w 1999488"/>
              <a:gd name="connsiteY5" fmla="*/ 79248 h 183502"/>
              <a:gd name="connsiteX6" fmla="*/ 182880 w 1999488"/>
              <a:gd name="connsiteY6" fmla="*/ 97536 h 183502"/>
              <a:gd name="connsiteX7" fmla="*/ 201168 w 1999488"/>
              <a:gd name="connsiteY7" fmla="*/ 103632 h 183502"/>
              <a:gd name="connsiteX8" fmla="*/ 298704 w 1999488"/>
              <a:gd name="connsiteY8" fmla="*/ 140208 h 183502"/>
              <a:gd name="connsiteX9" fmla="*/ 341376 w 1999488"/>
              <a:gd name="connsiteY9" fmla="*/ 152400 h 183502"/>
              <a:gd name="connsiteX10" fmla="*/ 359664 w 1999488"/>
              <a:gd name="connsiteY10" fmla="*/ 158496 h 183502"/>
              <a:gd name="connsiteX11" fmla="*/ 408432 w 1999488"/>
              <a:gd name="connsiteY11" fmla="*/ 170688 h 183502"/>
              <a:gd name="connsiteX12" fmla="*/ 518160 w 1999488"/>
              <a:gd name="connsiteY12" fmla="*/ 146304 h 183502"/>
              <a:gd name="connsiteX13" fmla="*/ 542544 w 1999488"/>
              <a:gd name="connsiteY13" fmla="*/ 140208 h 183502"/>
              <a:gd name="connsiteX14" fmla="*/ 615696 w 1999488"/>
              <a:gd name="connsiteY14" fmla="*/ 97536 h 183502"/>
              <a:gd name="connsiteX15" fmla="*/ 633984 w 1999488"/>
              <a:gd name="connsiteY15" fmla="*/ 91440 h 183502"/>
              <a:gd name="connsiteX16" fmla="*/ 670560 w 1999488"/>
              <a:gd name="connsiteY16" fmla="*/ 67056 h 183502"/>
              <a:gd name="connsiteX17" fmla="*/ 688848 w 1999488"/>
              <a:gd name="connsiteY17" fmla="*/ 60960 h 183502"/>
              <a:gd name="connsiteX18" fmla="*/ 719328 w 1999488"/>
              <a:gd name="connsiteY18" fmla="*/ 42672 h 183502"/>
              <a:gd name="connsiteX19" fmla="*/ 737616 w 1999488"/>
              <a:gd name="connsiteY19" fmla="*/ 30480 h 183502"/>
              <a:gd name="connsiteX20" fmla="*/ 755904 w 1999488"/>
              <a:gd name="connsiteY20" fmla="*/ 24384 h 183502"/>
              <a:gd name="connsiteX21" fmla="*/ 810768 w 1999488"/>
              <a:gd name="connsiteY21" fmla="*/ 0 h 183502"/>
              <a:gd name="connsiteX22" fmla="*/ 877824 w 1999488"/>
              <a:gd name="connsiteY22" fmla="*/ 12192 h 183502"/>
              <a:gd name="connsiteX23" fmla="*/ 914400 w 1999488"/>
              <a:gd name="connsiteY23" fmla="*/ 36576 h 183502"/>
              <a:gd name="connsiteX24" fmla="*/ 950976 w 1999488"/>
              <a:gd name="connsiteY24" fmla="*/ 54864 h 183502"/>
              <a:gd name="connsiteX25" fmla="*/ 999744 w 1999488"/>
              <a:gd name="connsiteY25" fmla="*/ 85344 h 183502"/>
              <a:gd name="connsiteX26" fmla="*/ 1018032 w 1999488"/>
              <a:gd name="connsiteY26" fmla="*/ 91440 h 183502"/>
              <a:gd name="connsiteX27" fmla="*/ 1042416 w 1999488"/>
              <a:gd name="connsiteY27" fmla="*/ 103632 h 183502"/>
              <a:gd name="connsiteX28" fmla="*/ 1097280 w 1999488"/>
              <a:gd name="connsiteY28" fmla="*/ 128016 h 183502"/>
              <a:gd name="connsiteX29" fmla="*/ 1249680 w 1999488"/>
              <a:gd name="connsiteY29" fmla="*/ 85344 h 183502"/>
              <a:gd name="connsiteX30" fmla="*/ 1298448 w 1999488"/>
              <a:gd name="connsiteY30" fmla="*/ 67056 h 183502"/>
              <a:gd name="connsiteX31" fmla="*/ 1341120 w 1999488"/>
              <a:gd name="connsiteY31" fmla="*/ 54864 h 183502"/>
              <a:gd name="connsiteX32" fmla="*/ 1359408 w 1999488"/>
              <a:gd name="connsiteY32" fmla="*/ 42672 h 183502"/>
              <a:gd name="connsiteX33" fmla="*/ 1566672 w 1999488"/>
              <a:gd name="connsiteY33" fmla="*/ 60960 h 183502"/>
              <a:gd name="connsiteX34" fmla="*/ 1652016 w 1999488"/>
              <a:gd name="connsiteY34" fmla="*/ 67056 h 183502"/>
              <a:gd name="connsiteX35" fmla="*/ 1737360 w 1999488"/>
              <a:gd name="connsiteY35" fmla="*/ 103632 h 183502"/>
              <a:gd name="connsiteX36" fmla="*/ 1792224 w 1999488"/>
              <a:gd name="connsiteY36" fmla="*/ 134112 h 183502"/>
              <a:gd name="connsiteX37" fmla="*/ 1816608 w 1999488"/>
              <a:gd name="connsiteY37" fmla="*/ 158496 h 183502"/>
              <a:gd name="connsiteX38" fmla="*/ 1822704 w 1999488"/>
              <a:gd name="connsiteY38" fmla="*/ 176784 h 183502"/>
              <a:gd name="connsiteX39" fmla="*/ 1877568 w 1999488"/>
              <a:gd name="connsiteY39" fmla="*/ 182880 h 183502"/>
              <a:gd name="connsiteX40" fmla="*/ 1999488 w 1999488"/>
              <a:gd name="connsiteY40" fmla="*/ 182880 h 183502"/>
              <a:gd name="connsiteX0" fmla="*/ 0 w 1966341"/>
              <a:gd name="connsiteY0" fmla="*/ 16383 h 183502"/>
              <a:gd name="connsiteX1" fmla="*/ 27813 w 1966341"/>
              <a:gd name="connsiteY1" fmla="*/ 24384 h 183502"/>
              <a:gd name="connsiteX2" fmla="*/ 76581 w 1966341"/>
              <a:gd name="connsiteY2" fmla="*/ 54864 h 183502"/>
              <a:gd name="connsiteX3" fmla="*/ 94869 w 1966341"/>
              <a:gd name="connsiteY3" fmla="*/ 67056 h 183502"/>
              <a:gd name="connsiteX4" fmla="*/ 125349 w 1966341"/>
              <a:gd name="connsiteY4" fmla="*/ 79248 h 183502"/>
              <a:gd name="connsiteX5" fmla="*/ 149733 w 1966341"/>
              <a:gd name="connsiteY5" fmla="*/ 97536 h 183502"/>
              <a:gd name="connsiteX6" fmla="*/ 168021 w 1966341"/>
              <a:gd name="connsiteY6" fmla="*/ 103632 h 183502"/>
              <a:gd name="connsiteX7" fmla="*/ 265557 w 1966341"/>
              <a:gd name="connsiteY7" fmla="*/ 140208 h 183502"/>
              <a:gd name="connsiteX8" fmla="*/ 308229 w 1966341"/>
              <a:gd name="connsiteY8" fmla="*/ 152400 h 183502"/>
              <a:gd name="connsiteX9" fmla="*/ 326517 w 1966341"/>
              <a:gd name="connsiteY9" fmla="*/ 158496 h 183502"/>
              <a:gd name="connsiteX10" fmla="*/ 375285 w 1966341"/>
              <a:gd name="connsiteY10" fmla="*/ 170688 h 183502"/>
              <a:gd name="connsiteX11" fmla="*/ 485013 w 1966341"/>
              <a:gd name="connsiteY11" fmla="*/ 146304 h 183502"/>
              <a:gd name="connsiteX12" fmla="*/ 509397 w 1966341"/>
              <a:gd name="connsiteY12" fmla="*/ 140208 h 183502"/>
              <a:gd name="connsiteX13" fmla="*/ 582549 w 1966341"/>
              <a:gd name="connsiteY13" fmla="*/ 97536 h 183502"/>
              <a:gd name="connsiteX14" fmla="*/ 600837 w 1966341"/>
              <a:gd name="connsiteY14" fmla="*/ 91440 h 183502"/>
              <a:gd name="connsiteX15" fmla="*/ 637413 w 1966341"/>
              <a:gd name="connsiteY15" fmla="*/ 67056 h 183502"/>
              <a:gd name="connsiteX16" fmla="*/ 655701 w 1966341"/>
              <a:gd name="connsiteY16" fmla="*/ 60960 h 183502"/>
              <a:gd name="connsiteX17" fmla="*/ 686181 w 1966341"/>
              <a:gd name="connsiteY17" fmla="*/ 42672 h 183502"/>
              <a:gd name="connsiteX18" fmla="*/ 704469 w 1966341"/>
              <a:gd name="connsiteY18" fmla="*/ 30480 h 183502"/>
              <a:gd name="connsiteX19" fmla="*/ 722757 w 1966341"/>
              <a:gd name="connsiteY19" fmla="*/ 24384 h 183502"/>
              <a:gd name="connsiteX20" fmla="*/ 777621 w 1966341"/>
              <a:gd name="connsiteY20" fmla="*/ 0 h 183502"/>
              <a:gd name="connsiteX21" fmla="*/ 844677 w 1966341"/>
              <a:gd name="connsiteY21" fmla="*/ 12192 h 183502"/>
              <a:gd name="connsiteX22" fmla="*/ 881253 w 1966341"/>
              <a:gd name="connsiteY22" fmla="*/ 36576 h 183502"/>
              <a:gd name="connsiteX23" fmla="*/ 917829 w 1966341"/>
              <a:gd name="connsiteY23" fmla="*/ 54864 h 183502"/>
              <a:gd name="connsiteX24" fmla="*/ 966597 w 1966341"/>
              <a:gd name="connsiteY24" fmla="*/ 85344 h 183502"/>
              <a:gd name="connsiteX25" fmla="*/ 984885 w 1966341"/>
              <a:gd name="connsiteY25" fmla="*/ 91440 h 183502"/>
              <a:gd name="connsiteX26" fmla="*/ 1009269 w 1966341"/>
              <a:gd name="connsiteY26" fmla="*/ 103632 h 183502"/>
              <a:gd name="connsiteX27" fmla="*/ 1064133 w 1966341"/>
              <a:gd name="connsiteY27" fmla="*/ 128016 h 183502"/>
              <a:gd name="connsiteX28" fmla="*/ 1216533 w 1966341"/>
              <a:gd name="connsiteY28" fmla="*/ 85344 h 183502"/>
              <a:gd name="connsiteX29" fmla="*/ 1265301 w 1966341"/>
              <a:gd name="connsiteY29" fmla="*/ 67056 h 183502"/>
              <a:gd name="connsiteX30" fmla="*/ 1307973 w 1966341"/>
              <a:gd name="connsiteY30" fmla="*/ 54864 h 183502"/>
              <a:gd name="connsiteX31" fmla="*/ 1326261 w 1966341"/>
              <a:gd name="connsiteY31" fmla="*/ 42672 h 183502"/>
              <a:gd name="connsiteX32" fmla="*/ 1533525 w 1966341"/>
              <a:gd name="connsiteY32" fmla="*/ 60960 h 183502"/>
              <a:gd name="connsiteX33" fmla="*/ 1618869 w 1966341"/>
              <a:gd name="connsiteY33" fmla="*/ 67056 h 183502"/>
              <a:gd name="connsiteX34" fmla="*/ 1704213 w 1966341"/>
              <a:gd name="connsiteY34" fmla="*/ 103632 h 183502"/>
              <a:gd name="connsiteX35" fmla="*/ 1759077 w 1966341"/>
              <a:gd name="connsiteY35" fmla="*/ 134112 h 183502"/>
              <a:gd name="connsiteX36" fmla="*/ 1783461 w 1966341"/>
              <a:gd name="connsiteY36" fmla="*/ 158496 h 183502"/>
              <a:gd name="connsiteX37" fmla="*/ 1789557 w 1966341"/>
              <a:gd name="connsiteY37" fmla="*/ 176784 h 183502"/>
              <a:gd name="connsiteX38" fmla="*/ 1844421 w 1966341"/>
              <a:gd name="connsiteY38" fmla="*/ 182880 h 183502"/>
              <a:gd name="connsiteX39" fmla="*/ 1966341 w 1966341"/>
              <a:gd name="connsiteY39" fmla="*/ 182880 h 183502"/>
              <a:gd name="connsiteX0" fmla="*/ 0 w 1844421"/>
              <a:gd name="connsiteY0" fmla="*/ 16383 h 182880"/>
              <a:gd name="connsiteX1" fmla="*/ 27813 w 1844421"/>
              <a:gd name="connsiteY1" fmla="*/ 24384 h 182880"/>
              <a:gd name="connsiteX2" fmla="*/ 76581 w 1844421"/>
              <a:gd name="connsiteY2" fmla="*/ 54864 h 182880"/>
              <a:gd name="connsiteX3" fmla="*/ 94869 w 1844421"/>
              <a:gd name="connsiteY3" fmla="*/ 67056 h 182880"/>
              <a:gd name="connsiteX4" fmla="*/ 125349 w 1844421"/>
              <a:gd name="connsiteY4" fmla="*/ 79248 h 182880"/>
              <a:gd name="connsiteX5" fmla="*/ 149733 w 1844421"/>
              <a:gd name="connsiteY5" fmla="*/ 97536 h 182880"/>
              <a:gd name="connsiteX6" fmla="*/ 168021 w 1844421"/>
              <a:gd name="connsiteY6" fmla="*/ 103632 h 182880"/>
              <a:gd name="connsiteX7" fmla="*/ 265557 w 1844421"/>
              <a:gd name="connsiteY7" fmla="*/ 140208 h 182880"/>
              <a:gd name="connsiteX8" fmla="*/ 308229 w 1844421"/>
              <a:gd name="connsiteY8" fmla="*/ 152400 h 182880"/>
              <a:gd name="connsiteX9" fmla="*/ 326517 w 1844421"/>
              <a:gd name="connsiteY9" fmla="*/ 158496 h 182880"/>
              <a:gd name="connsiteX10" fmla="*/ 375285 w 1844421"/>
              <a:gd name="connsiteY10" fmla="*/ 170688 h 182880"/>
              <a:gd name="connsiteX11" fmla="*/ 485013 w 1844421"/>
              <a:gd name="connsiteY11" fmla="*/ 146304 h 182880"/>
              <a:gd name="connsiteX12" fmla="*/ 509397 w 1844421"/>
              <a:gd name="connsiteY12" fmla="*/ 140208 h 182880"/>
              <a:gd name="connsiteX13" fmla="*/ 582549 w 1844421"/>
              <a:gd name="connsiteY13" fmla="*/ 97536 h 182880"/>
              <a:gd name="connsiteX14" fmla="*/ 600837 w 1844421"/>
              <a:gd name="connsiteY14" fmla="*/ 91440 h 182880"/>
              <a:gd name="connsiteX15" fmla="*/ 637413 w 1844421"/>
              <a:gd name="connsiteY15" fmla="*/ 67056 h 182880"/>
              <a:gd name="connsiteX16" fmla="*/ 655701 w 1844421"/>
              <a:gd name="connsiteY16" fmla="*/ 60960 h 182880"/>
              <a:gd name="connsiteX17" fmla="*/ 686181 w 1844421"/>
              <a:gd name="connsiteY17" fmla="*/ 42672 h 182880"/>
              <a:gd name="connsiteX18" fmla="*/ 704469 w 1844421"/>
              <a:gd name="connsiteY18" fmla="*/ 30480 h 182880"/>
              <a:gd name="connsiteX19" fmla="*/ 722757 w 1844421"/>
              <a:gd name="connsiteY19" fmla="*/ 24384 h 182880"/>
              <a:gd name="connsiteX20" fmla="*/ 777621 w 1844421"/>
              <a:gd name="connsiteY20" fmla="*/ 0 h 182880"/>
              <a:gd name="connsiteX21" fmla="*/ 844677 w 1844421"/>
              <a:gd name="connsiteY21" fmla="*/ 12192 h 182880"/>
              <a:gd name="connsiteX22" fmla="*/ 881253 w 1844421"/>
              <a:gd name="connsiteY22" fmla="*/ 36576 h 182880"/>
              <a:gd name="connsiteX23" fmla="*/ 917829 w 1844421"/>
              <a:gd name="connsiteY23" fmla="*/ 54864 h 182880"/>
              <a:gd name="connsiteX24" fmla="*/ 966597 w 1844421"/>
              <a:gd name="connsiteY24" fmla="*/ 85344 h 182880"/>
              <a:gd name="connsiteX25" fmla="*/ 984885 w 1844421"/>
              <a:gd name="connsiteY25" fmla="*/ 91440 h 182880"/>
              <a:gd name="connsiteX26" fmla="*/ 1009269 w 1844421"/>
              <a:gd name="connsiteY26" fmla="*/ 103632 h 182880"/>
              <a:gd name="connsiteX27" fmla="*/ 1064133 w 1844421"/>
              <a:gd name="connsiteY27" fmla="*/ 128016 h 182880"/>
              <a:gd name="connsiteX28" fmla="*/ 1216533 w 1844421"/>
              <a:gd name="connsiteY28" fmla="*/ 85344 h 182880"/>
              <a:gd name="connsiteX29" fmla="*/ 1265301 w 1844421"/>
              <a:gd name="connsiteY29" fmla="*/ 67056 h 182880"/>
              <a:gd name="connsiteX30" fmla="*/ 1307973 w 1844421"/>
              <a:gd name="connsiteY30" fmla="*/ 54864 h 182880"/>
              <a:gd name="connsiteX31" fmla="*/ 1326261 w 1844421"/>
              <a:gd name="connsiteY31" fmla="*/ 42672 h 182880"/>
              <a:gd name="connsiteX32" fmla="*/ 1533525 w 1844421"/>
              <a:gd name="connsiteY32" fmla="*/ 60960 h 182880"/>
              <a:gd name="connsiteX33" fmla="*/ 1618869 w 1844421"/>
              <a:gd name="connsiteY33" fmla="*/ 67056 h 182880"/>
              <a:gd name="connsiteX34" fmla="*/ 1704213 w 1844421"/>
              <a:gd name="connsiteY34" fmla="*/ 103632 h 182880"/>
              <a:gd name="connsiteX35" fmla="*/ 1759077 w 1844421"/>
              <a:gd name="connsiteY35" fmla="*/ 134112 h 182880"/>
              <a:gd name="connsiteX36" fmla="*/ 1783461 w 1844421"/>
              <a:gd name="connsiteY36" fmla="*/ 158496 h 182880"/>
              <a:gd name="connsiteX37" fmla="*/ 1789557 w 1844421"/>
              <a:gd name="connsiteY37" fmla="*/ 176784 h 182880"/>
              <a:gd name="connsiteX38" fmla="*/ 1844421 w 1844421"/>
              <a:gd name="connsiteY38" fmla="*/ 182880 h 182880"/>
              <a:gd name="connsiteX0" fmla="*/ 0 w 1789557"/>
              <a:gd name="connsiteY0" fmla="*/ 16383 h 176784"/>
              <a:gd name="connsiteX1" fmla="*/ 27813 w 1789557"/>
              <a:gd name="connsiteY1" fmla="*/ 24384 h 176784"/>
              <a:gd name="connsiteX2" fmla="*/ 76581 w 1789557"/>
              <a:gd name="connsiteY2" fmla="*/ 54864 h 176784"/>
              <a:gd name="connsiteX3" fmla="*/ 94869 w 1789557"/>
              <a:gd name="connsiteY3" fmla="*/ 67056 h 176784"/>
              <a:gd name="connsiteX4" fmla="*/ 125349 w 1789557"/>
              <a:gd name="connsiteY4" fmla="*/ 79248 h 176784"/>
              <a:gd name="connsiteX5" fmla="*/ 149733 w 1789557"/>
              <a:gd name="connsiteY5" fmla="*/ 97536 h 176784"/>
              <a:gd name="connsiteX6" fmla="*/ 168021 w 1789557"/>
              <a:gd name="connsiteY6" fmla="*/ 103632 h 176784"/>
              <a:gd name="connsiteX7" fmla="*/ 265557 w 1789557"/>
              <a:gd name="connsiteY7" fmla="*/ 140208 h 176784"/>
              <a:gd name="connsiteX8" fmla="*/ 308229 w 1789557"/>
              <a:gd name="connsiteY8" fmla="*/ 152400 h 176784"/>
              <a:gd name="connsiteX9" fmla="*/ 326517 w 1789557"/>
              <a:gd name="connsiteY9" fmla="*/ 158496 h 176784"/>
              <a:gd name="connsiteX10" fmla="*/ 375285 w 1789557"/>
              <a:gd name="connsiteY10" fmla="*/ 170688 h 176784"/>
              <a:gd name="connsiteX11" fmla="*/ 485013 w 1789557"/>
              <a:gd name="connsiteY11" fmla="*/ 146304 h 176784"/>
              <a:gd name="connsiteX12" fmla="*/ 509397 w 1789557"/>
              <a:gd name="connsiteY12" fmla="*/ 140208 h 176784"/>
              <a:gd name="connsiteX13" fmla="*/ 582549 w 1789557"/>
              <a:gd name="connsiteY13" fmla="*/ 97536 h 176784"/>
              <a:gd name="connsiteX14" fmla="*/ 600837 w 1789557"/>
              <a:gd name="connsiteY14" fmla="*/ 91440 h 176784"/>
              <a:gd name="connsiteX15" fmla="*/ 637413 w 1789557"/>
              <a:gd name="connsiteY15" fmla="*/ 67056 h 176784"/>
              <a:gd name="connsiteX16" fmla="*/ 655701 w 1789557"/>
              <a:gd name="connsiteY16" fmla="*/ 60960 h 176784"/>
              <a:gd name="connsiteX17" fmla="*/ 686181 w 1789557"/>
              <a:gd name="connsiteY17" fmla="*/ 42672 h 176784"/>
              <a:gd name="connsiteX18" fmla="*/ 704469 w 1789557"/>
              <a:gd name="connsiteY18" fmla="*/ 30480 h 176784"/>
              <a:gd name="connsiteX19" fmla="*/ 722757 w 1789557"/>
              <a:gd name="connsiteY19" fmla="*/ 24384 h 176784"/>
              <a:gd name="connsiteX20" fmla="*/ 777621 w 1789557"/>
              <a:gd name="connsiteY20" fmla="*/ 0 h 176784"/>
              <a:gd name="connsiteX21" fmla="*/ 844677 w 1789557"/>
              <a:gd name="connsiteY21" fmla="*/ 12192 h 176784"/>
              <a:gd name="connsiteX22" fmla="*/ 881253 w 1789557"/>
              <a:gd name="connsiteY22" fmla="*/ 36576 h 176784"/>
              <a:gd name="connsiteX23" fmla="*/ 917829 w 1789557"/>
              <a:gd name="connsiteY23" fmla="*/ 54864 h 176784"/>
              <a:gd name="connsiteX24" fmla="*/ 966597 w 1789557"/>
              <a:gd name="connsiteY24" fmla="*/ 85344 h 176784"/>
              <a:gd name="connsiteX25" fmla="*/ 984885 w 1789557"/>
              <a:gd name="connsiteY25" fmla="*/ 91440 h 176784"/>
              <a:gd name="connsiteX26" fmla="*/ 1009269 w 1789557"/>
              <a:gd name="connsiteY26" fmla="*/ 103632 h 176784"/>
              <a:gd name="connsiteX27" fmla="*/ 1064133 w 1789557"/>
              <a:gd name="connsiteY27" fmla="*/ 128016 h 176784"/>
              <a:gd name="connsiteX28" fmla="*/ 1216533 w 1789557"/>
              <a:gd name="connsiteY28" fmla="*/ 85344 h 176784"/>
              <a:gd name="connsiteX29" fmla="*/ 1265301 w 1789557"/>
              <a:gd name="connsiteY29" fmla="*/ 67056 h 176784"/>
              <a:gd name="connsiteX30" fmla="*/ 1307973 w 1789557"/>
              <a:gd name="connsiteY30" fmla="*/ 54864 h 176784"/>
              <a:gd name="connsiteX31" fmla="*/ 1326261 w 1789557"/>
              <a:gd name="connsiteY31" fmla="*/ 42672 h 176784"/>
              <a:gd name="connsiteX32" fmla="*/ 1533525 w 1789557"/>
              <a:gd name="connsiteY32" fmla="*/ 60960 h 176784"/>
              <a:gd name="connsiteX33" fmla="*/ 1618869 w 1789557"/>
              <a:gd name="connsiteY33" fmla="*/ 67056 h 176784"/>
              <a:gd name="connsiteX34" fmla="*/ 1704213 w 1789557"/>
              <a:gd name="connsiteY34" fmla="*/ 103632 h 176784"/>
              <a:gd name="connsiteX35" fmla="*/ 1759077 w 1789557"/>
              <a:gd name="connsiteY35" fmla="*/ 134112 h 176784"/>
              <a:gd name="connsiteX36" fmla="*/ 1783461 w 1789557"/>
              <a:gd name="connsiteY36" fmla="*/ 158496 h 176784"/>
              <a:gd name="connsiteX37" fmla="*/ 1789557 w 1789557"/>
              <a:gd name="connsiteY37" fmla="*/ 176784 h 176784"/>
              <a:gd name="connsiteX0" fmla="*/ 0 w 1783461"/>
              <a:gd name="connsiteY0" fmla="*/ 16383 h 170688"/>
              <a:gd name="connsiteX1" fmla="*/ 27813 w 1783461"/>
              <a:gd name="connsiteY1" fmla="*/ 24384 h 170688"/>
              <a:gd name="connsiteX2" fmla="*/ 76581 w 1783461"/>
              <a:gd name="connsiteY2" fmla="*/ 54864 h 170688"/>
              <a:gd name="connsiteX3" fmla="*/ 94869 w 1783461"/>
              <a:gd name="connsiteY3" fmla="*/ 67056 h 170688"/>
              <a:gd name="connsiteX4" fmla="*/ 125349 w 1783461"/>
              <a:gd name="connsiteY4" fmla="*/ 79248 h 170688"/>
              <a:gd name="connsiteX5" fmla="*/ 149733 w 1783461"/>
              <a:gd name="connsiteY5" fmla="*/ 97536 h 170688"/>
              <a:gd name="connsiteX6" fmla="*/ 168021 w 1783461"/>
              <a:gd name="connsiteY6" fmla="*/ 103632 h 170688"/>
              <a:gd name="connsiteX7" fmla="*/ 265557 w 1783461"/>
              <a:gd name="connsiteY7" fmla="*/ 140208 h 170688"/>
              <a:gd name="connsiteX8" fmla="*/ 308229 w 1783461"/>
              <a:gd name="connsiteY8" fmla="*/ 152400 h 170688"/>
              <a:gd name="connsiteX9" fmla="*/ 326517 w 1783461"/>
              <a:gd name="connsiteY9" fmla="*/ 158496 h 170688"/>
              <a:gd name="connsiteX10" fmla="*/ 375285 w 1783461"/>
              <a:gd name="connsiteY10" fmla="*/ 170688 h 170688"/>
              <a:gd name="connsiteX11" fmla="*/ 485013 w 1783461"/>
              <a:gd name="connsiteY11" fmla="*/ 146304 h 170688"/>
              <a:gd name="connsiteX12" fmla="*/ 509397 w 1783461"/>
              <a:gd name="connsiteY12" fmla="*/ 140208 h 170688"/>
              <a:gd name="connsiteX13" fmla="*/ 582549 w 1783461"/>
              <a:gd name="connsiteY13" fmla="*/ 97536 h 170688"/>
              <a:gd name="connsiteX14" fmla="*/ 600837 w 1783461"/>
              <a:gd name="connsiteY14" fmla="*/ 91440 h 170688"/>
              <a:gd name="connsiteX15" fmla="*/ 637413 w 1783461"/>
              <a:gd name="connsiteY15" fmla="*/ 67056 h 170688"/>
              <a:gd name="connsiteX16" fmla="*/ 655701 w 1783461"/>
              <a:gd name="connsiteY16" fmla="*/ 60960 h 170688"/>
              <a:gd name="connsiteX17" fmla="*/ 686181 w 1783461"/>
              <a:gd name="connsiteY17" fmla="*/ 42672 h 170688"/>
              <a:gd name="connsiteX18" fmla="*/ 704469 w 1783461"/>
              <a:gd name="connsiteY18" fmla="*/ 30480 h 170688"/>
              <a:gd name="connsiteX19" fmla="*/ 722757 w 1783461"/>
              <a:gd name="connsiteY19" fmla="*/ 24384 h 170688"/>
              <a:gd name="connsiteX20" fmla="*/ 777621 w 1783461"/>
              <a:gd name="connsiteY20" fmla="*/ 0 h 170688"/>
              <a:gd name="connsiteX21" fmla="*/ 844677 w 1783461"/>
              <a:gd name="connsiteY21" fmla="*/ 12192 h 170688"/>
              <a:gd name="connsiteX22" fmla="*/ 881253 w 1783461"/>
              <a:gd name="connsiteY22" fmla="*/ 36576 h 170688"/>
              <a:gd name="connsiteX23" fmla="*/ 917829 w 1783461"/>
              <a:gd name="connsiteY23" fmla="*/ 54864 h 170688"/>
              <a:gd name="connsiteX24" fmla="*/ 966597 w 1783461"/>
              <a:gd name="connsiteY24" fmla="*/ 85344 h 170688"/>
              <a:gd name="connsiteX25" fmla="*/ 984885 w 1783461"/>
              <a:gd name="connsiteY25" fmla="*/ 91440 h 170688"/>
              <a:gd name="connsiteX26" fmla="*/ 1009269 w 1783461"/>
              <a:gd name="connsiteY26" fmla="*/ 103632 h 170688"/>
              <a:gd name="connsiteX27" fmla="*/ 1064133 w 1783461"/>
              <a:gd name="connsiteY27" fmla="*/ 128016 h 170688"/>
              <a:gd name="connsiteX28" fmla="*/ 1216533 w 1783461"/>
              <a:gd name="connsiteY28" fmla="*/ 85344 h 170688"/>
              <a:gd name="connsiteX29" fmla="*/ 1265301 w 1783461"/>
              <a:gd name="connsiteY29" fmla="*/ 67056 h 170688"/>
              <a:gd name="connsiteX30" fmla="*/ 1307973 w 1783461"/>
              <a:gd name="connsiteY30" fmla="*/ 54864 h 170688"/>
              <a:gd name="connsiteX31" fmla="*/ 1326261 w 1783461"/>
              <a:gd name="connsiteY31" fmla="*/ 42672 h 170688"/>
              <a:gd name="connsiteX32" fmla="*/ 1533525 w 1783461"/>
              <a:gd name="connsiteY32" fmla="*/ 60960 h 170688"/>
              <a:gd name="connsiteX33" fmla="*/ 1618869 w 1783461"/>
              <a:gd name="connsiteY33" fmla="*/ 67056 h 170688"/>
              <a:gd name="connsiteX34" fmla="*/ 1704213 w 1783461"/>
              <a:gd name="connsiteY34" fmla="*/ 103632 h 170688"/>
              <a:gd name="connsiteX35" fmla="*/ 1759077 w 1783461"/>
              <a:gd name="connsiteY35" fmla="*/ 134112 h 170688"/>
              <a:gd name="connsiteX36" fmla="*/ 1783461 w 1783461"/>
              <a:gd name="connsiteY36" fmla="*/ 158496 h 170688"/>
              <a:gd name="connsiteX0" fmla="*/ 0 w 1759077"/>
              <a:gd name="connsiteY0" fmla="*/ 16383 h 170688"/>
              <a:gd name="connsiteX1" fmla="*/ 27813 w 1759077"/>
              <a:gd name="connsiteY1" fmla="*/ 24384 h 170688"/>
              <a:gd name="connsiteX2" fmla="*/ 76581 w 1759077"/>
              <a:gd name="connsiteY2" fmla="*/ 54864 h 170688"/>
              <a:gd name="connsiteX3" fmla="*/ 94869 w 1759077"/>
              <a:gd name="connsiteY3" fmla="*/ 67056 h 170688"/>
              <a:gd name="connsiteX4" fmla="*/ 125349 w 1759077"/>
              <a:gd name="connsiteY4" fmla="*/ 79248 h 170688"/>
              <a:gd name="connsiteX5" fmla="*/ 149733 w 1759077"/>
              <a:gd name="connsiteY5" fmla="*/ 97536 h 170688"/>
              <a:gd name="connsiteX6" fmla="*/ 168021 w 1759077"/>
              <a:gd name="connsiteY6" fmla="*/ 103632 h 170688"/>
              <a:gd name="connsiteX7" fmla="*/ 265557 w 1759077"/>
              <a:gd name="connsiteY7" fmla="*/ 140208 h 170688"/>
              <a:gd name="connsiteX8" fmla="*/ 308229 w 1759077"/>
              <a:gd name="connsiteY8" fmla="*/ 152400 h 170688"/>
              <a:gd name="connsiteX9" fmla="*/ 326517 w 1759077"/>
              <a:gd name="connsiteY9" fmla="*/ 158496 h 170688"/>
              <a:gd name="connsiteX10" fmla="*/ 375285 w 1759077"/>
              <a:gd name="connsiteY10" fmla="*/ 170688 h 170688"/>
              <a:gd name="connsiteX11" fmla="*/ 485013 w 1759077"/>
              <a:gd name="connsiteY11" fmla="*/ 146304 h 170688"/>
              <a:gd name="connsiteX12" fmla="*/ 509397 w 1759077"/>
              <a:gd name="connsiteY12" fmla="*/ 140208 h 170688"/>
              <a:gd name="connsiteX13" fmla="*/ 582549 w 1759077"/>
              <a:gd name="connsiteY13" fmla="*/ 97536 h 170688"/>
              <a:gd name="connsiteX14" fmla="*/ 600837 w 1759077"/>
              <a:gd name="connsiteY14" fmla="*/ 91440 h 170688"/>
              <a:gd name="connsiteX15" fmla="*/ 637413 w 1759077"/>
              <a:gd name="connsiteY15" fmla="*/ 67056 h 170688"/>
              <a:gd name="connsiteX16" fmla="*/ 655701 w 1759077"/>
              <a:gd name="connsiteY16" fmla="*/ 60960 h 170688"/>
              <a:gd name="connsiteX17" fmla="*/ 686181 w 1759077"/>
              <a:gd name="connsiteY17" fmla="*/ 42672 h 170688"/>
              <a:gd name="connsiteX18" fmla="*/ 704469 w 1759077"/>
              <a:gd name="connsiteY18" fmla="*/ 30480 h 170688"/>
              <a:gd name="connsiteX19" fmla="*/ 722757 w 1759077"/>
              <a:gd name="connsiteY19" fmla="*/ 24384 h 170688"/>
              <a:gd name="connsiteX20" fmla="*/ 777621 w 1759077"/>
              <a:gd name="connsiteY20" fmla="*/ 0 h 170688"/>
              <a:gd name="connsiteX21" fmla="*/ 844677 w 1759077"/>
              <a:gd name="connsiteY21" fmla="*/ 12192 h 170688"/>
              <a:gd name="connsiteX22" fmla="*/ 881253 w 1759077"/>
              <a:gd name="connsiteY22" fmla="*/ 36576 h 170688"/>
              <a:gd name="connsiteX23" fmla="*/ 917829 w 1759077"/>
              <a:gd name="connsiteY23" fmla="*/ 54864 h 170688"/>
              <a:gd name="connsiteX24" fmla="*/ 966597 w 1759077"/>
              <a:gd name="connsiteY24" fmla="*/ 85344 h 170688"/>
              <a:gd name="connsiteX25" fmla="*/ 984885 w 1759077"/>
              <a:gd name="connsiteY25" fmla="*/ 91440 h 170688"/>
              <a:gd name="connsiteX26" fmla="*/ 1009269 w 1759077"/>
              <a:gd name="connsiteY26" fmla="*/ 103632 h 170688"/>
              <a:gd name="connsiteX27" fmla="*/ 1064133 w 1759077"/>
              <a:gd name="connsiteY27" fmla="*/ 128016 h 170688"/>
              <a:gd name="connsiteX28" fmla="*/ 1216533 w 1759077"/>
              <a:gd name="connsiteY28" fmla="*/ 85344 h 170688"/>
              <a:gd name="connsiteX29" fmla="*/ 1265301 w 1759077"/>
              <a:gd name="connsiteY29" fmla="*/ 67056 h 170688"/>
              <a:gd name="connsiteX30" fmla="*/ 1307973 w 1759077"/>
              <a:gd name="connsiteY30" fmla="*/ 54864 h 170688"/>
              <a:gd name="connsiteX31" fmla="*/ 1326261 w 1759077"/>
              <a:gd name="connsiteY31" fmla="*/ 42672 h 170688"/>
              <a:gd name="connsiteX32" fmla="*/ 1533525 w 1759077"/>
              <a:gd name="connsiteY32" fmla="*/ 60960 h 170688"/>
              <a:gd name="connsiteX33" fmla="*/ 1618869 w 1759077"/>
              <a:gd name="connsiteY33" fmla="*/ 67056 h 170688"/>
              <a:gd name="connsiteX34" fmla="*/ 1704213 w 1759077"/>
              <a:gd name="connsiteY34" fmla="*/ 103632 h 170688"/>
              <a:gd name="connsiteX35" fmla="*/ 1759077 w 1759077"/>
              <a:gd name="connsiteY35" fmla="*/ 134112 h 170688"/>
              <a:gd name="connsiteX0" fmla="*/ 0 w 1704213"/>
              <a:gd name="connsiteY0" fmla="*/ 16383 h 170688"/>
              <a:gd name="connsiteX1" fmla="*/ 27813 w 1704213"/>
              <a:gd name="connsiteY1" fmla="*/ 24384 h 170688"/>
              <a:gd name="connsiteX2" fmla="*/ 76581 w 1704213"/>
              <a:gd name="connsiteY2" fmla="*/ 54864 h 170688"/>
              <a:gd name="connsiteX3" fmla="*/ 94869 w 1704213"/>
              <a:gd name="connsiteY3" fmla="*/ 67056 h 170688"/>
              <a:gd name="connsiteX4" fmla="*/ 125349 w 1704213"/>
              <a:gd name="connsiteY4" fmla="*/ 79248 h 170688"/>
              <a:gd name="connsiteX5" fmla="*/ 149733 w 1704213"/>
              <a:gd name="connsiteY5" fmla="*/ 97536 h 170688"/>
              <a:gd name="connsiteX6" fmla="*/ 168021 w 1704213"/>
              <a:gd name="connsiteY6" fmla="*/ 103632 h 170688"/>
              <a:gd name="connsiteX7" fmla="*/ 265557 w 1704213"/>
              <a:gd name="connsiteY7" fmla="*/ 140208 h 170688"/>
              <a:gd name="connsiteX8" fmla="*/ 308229 w 1704213"/>
              <a:gd name="connsiteY8" fmla="*/ 152400 h 170688"/>
              <a:gd name="connsiteX9" fmla="*/ 326517 w 1704213"/>
              <a:gd name="connsiteY9" fmla="*/ 158496 h 170688"/>
              <a:gd name="connsiteX10" fmla="*/ 375285 w 1704213"/>
              <a:gd name="connsiteY10" fmla="*/ 170688 h 170688"/>
              <a:gd name="connsiteX11" fmla="*/ 485013 w 1704213"/>
              <a:gd name="connsiteY11" fmla="*/ 146304 h 170688"/>
              <a:gd name="connsiteX12" fmla="*/ 509397 w 1704213"/>
              <a:gd name="connsiteY12" fmla="*/ 140208 h 170688"/>
              <a:gd name="connsiteX13" fmla="*/ 582549 w 1704213"/>
              <a:gd name="connsiteY13" fmla="*/ 97536 h 170688"/>
              <a:gd name="connsiteX14" fmla="*/ 600837 w 1704213"/>
              <a:gd name="connsiteY14" fmla="*/ 91440 h 170688"/>
              <a:gd name="connsiteX15" fmla="*/ 637413 w 1704213"/>
              <a:gd name="connsiteY15" fmla="*/ 67056 h 170688"/>
              <a:gd name="connsiteX16" fmla="*/ 655701 w 1704213"/>
              <a:gd name="connsiteY16" fmla="*/ 60960 h 170688"/>
              <a:gd name="connsiteX17" fmla="*/ 686181 w 1704213"/>
              <a:gd name="connsiteY17" fmla="*/ 42672 h 170688"/>
              <a:gd name="connsiteX18" fmla="*/ 704469 w 1704213"/>
              <a:gd name="connsiteY18" fmla="*/ 30480 h 170688"/>
              <a:gd name="connsiteX19" fmla="*/ 722757 w 1704213"/>
              <a:gd name="connsiteY19" fmla="*/ 24384 h 170688"/>
              <a:gd name="connsiteX20" fmla="*/ 777621 w 1704213"/>
              <a:gd name="connsiteY20" fmla="*/ 0 h 170688"/>
              <a:gd name="connsiteX21" fmla="*/ 844677 w 1704213"/>
              <a:gd name="connsiteY21" fmla="*/ 12192 h 170688"/>
              <a:gd name="connsiteX22" fmla="*/ 881253 w 1704213"/>
              <a:gd name="connsiteY22" fmla="*/ 36576 h 170688"/>
              <a:gd name="connsiteX23" fmla="*/ 917829 w 1704213"/>
              <a:gd name="connsiteY23" fmla="*/ 54864 h 170688"/>
              <a:gd name="connsiteX24" fmla="*/ 966597 w 1704213"/>
              <a:gd name="connsiteY24" fmla="*/ 85344 h 170688"/>
              <a:gd name="connsiteX25" fmla="*/ 984885 w 1704213"/>
              <a:gd name="connsiteY25" fmla="*/ 91440 h 170688"/>
              <a:gd name="connsiteX26" fmla="*/ 1009269 w 1704213"/>
              <a:gd name="connsiteY26" fmla="*/ 103632 h 170688"/>
              <a:gd name="connsiteX27" fmla="*/ 1064133 w 1704213"/>
              <a:gd name="connsiteY27" fmla="*/ 128016 h 170688"/>
              <a:gd name="connsiteX28" fmla="*/ 1216533 w 1704213"/>
              <a:gd name="connsiteY28" fmla="*/ 85344 h 170688"/>
              <a:gd name="connsiteX29" fmla="*/ 1265301 w 1704213"/>
              <a:gd name="connsiteY29" fmla="*/ 67056 h 170688"/>
              <a:gd name="connsiteX30" fmla="*/ 1307973 w 1704213"/>
              <a:gd name="connsiteY30" fmla="*/ 54864 h 170688"/>
              <a:gd name="connsiteX31" fmla="*/ 1326261 w 1704213"/>
              <a:gd name="connsiteY31" fmla="*/ 42672 h 170688"/>
              <a:gd name="connsiteX32" fmla="*/ 1533525 w 1704213"/>
              <a:gd name="connsiteY32" fmla="*/ 60960 h 170688"/>
              <a:gd name="connsiteX33" fmla="*/ 1618869 w 1704213"/>
              <a:gd name="connsiteY33" fmla="*/ 67056 h 170688"/>
              <a:gd name="connsiteX34" fmla="*/ 1704213 w 1704213"/>
              <a:gd name="connsiteY34" fmla="*/ 103632 h 170688"/>
              <a:gd name="connsiteX0" fmla="*/ 0 w 1618869"/>
              <a:gd name="connsiteY0" fmla="*/ 16383 h 170688"/>
              <a:gd name="connsiteX1" fmla="*/ 27813 w 1618869"/>
              <a:gd name="connsiteY1" fmla="*/ 24384 h 170688"/>
              <a:gd name="connsiteX2" fmla="*/ 76581 w 1618869"/>
              <a:gd name="connsiteY2" fmla="*/ 54864 h 170688"/>
              <a:gd name="connsiteX3" fmla="*/ 94869 w 1618869"/>
              <a:gd name="connsiteY3" fmla="*/ 67056 h 170688"/>
              <a:gd name="connsiteX4" fmla="*/ 125349 w 1618869"/>
              <a:gd name="connsiteY4" fmla="*/ 79248 h 170688"/>
              <a:gd name="connsiteX5" fmla="*/ 149733 w 1618869"/>
              <a:gd name="connsiteY5" fmla="*/ 97536 h 170688"/>
              <a:gd name="connsiteX6" fmla="*/ 168021 w 1618869"/>
              <a:gd name="connsiteY6" fmla="*/ 103632 h 170688"/>
              <a:gd name="connsiteX7" fmla="*/ 265557 w 1618869"/>
              <a:gd name="connsiteY7" fmla="*/ 140208 h 170688"/>
              <a:gd name="connsiteX8" fmla="*/ 308229 w 1618869"/>
              <a:gd name="connsiteY8" fmla="*/ 152400 h 170688"/>
              <a:gd name="connsiteX9" fmla="*/ 326517 w 1618869"/>
              <a:gd name="connsiteY9" fmla="*/ 158496 h 170688"/>
              <a:gd name="connsiteX10" fmla="*/ 375285 w 1618869"/>
              <a:gd name="connsiteY10" fmla="*/ 170688 h 170688"/>
              <a:gd name="connsiteX11" fmla="*/ 485013 w 1618869"/>
              <a:gd name="connsiteY11" fmla="*/ 146304 h 170688"/>
              <a:gd name="connsiteX12" fmla="*/ 509397 w 1618869"/>
              <a:gd name="connsiteY12" fmla="*/ 140208 h 170688"/>
              <a:gd name="connsiteX13" fmla="*/ 582549 w 1618869"/>
              <a:gd name="connsiteY13" fmla="*/ 97536 h 170688"/>
              <a:gd name="connsiteX14" fmla="*/ 600837 w 1618869"/>
              <a:gd name="connsiteY14" fmla="*/ 91440 h 170688"/>
              <a:gd name="connsiteX15" fmla="*/ 637413 w 1618869"/>
              <a:gd name="connsiteY15" fmla="*/ 67056 h 170688"/>
              <a:gd name="connsiteX16" fmla="*/ 655701 w 1618869"/>
              <a:gd name="connsiteY16" fmla="*/ 60960 h 170688"/>
              <a:gd name="connsiteX17" fmla="*/ 686181 w 1618869"/>
              <a:gd name="connsiteY17" fmla="*/ 42672 h 170688"/>
              <a:gd name="connsiteX18" fmla="*/ 704469 w 1618869"/>
              <a:gd name="connsiteY18" fmla="*/ 30480 h 170688"/>
              <a:gd name="connsiteX19" fmla="*/ 722757 w 1618869"/>
              <a:gd name="connsiteY19" fmla="*/ 24384 h 170688"/>
              <a:gd name="connsiteX20" fmla="*/ 777621 w 1618869"/>
              <a:gd name="connsiteY20" fmla="*/ 0 h 170688"/>
              <a:gd name="connsiteX21" fmla="*/ 844677 w 1618869"/>
              <a:gd name="connsiteY21" fmla="*/ 12192 h 170688"/>
              <a:gd name="connsiteX22" fmla="*/ 881253 w 1618869"/>
              <a:gd name="connsiteY22" fmla="*/ 36576 h 170688"/>
              <a:gd name="connsiteX23" fmla="*/ 917829 w 1618869"/>
              <a:gd name="connsiteY23" fmla="*/ 54864 h 170688"/>
              <a:gd name="connsiteX24" fmla="*/ 966597 w 1618869"/>
              <a:gd name="connsiteY24" fmla="*/ 85344 h 170688"/>
              <a:gd name="connsiteX25" fmla="*/ 984885 w 1618869"/>
              <a:gd name="connsiteY25" fmla="*/ 91440 h 170688"/>
              <a:gd name="connsiteX26" fmla="*/ 1009269 w 1618869"/>
              <a:gd name="connsiteY26" fmla="*/ 103632 h 170688"/>
              <a:gd name="connsiteX27" fmla="*/ 1064133 w 1618869"/>
              <a:gd name="connsiteY27" fmla="*/ 128016 h 170688"/>
              <a:gd name="connsiteX28" fmla="*/ 1216533 w 1618869"/>
              <a:gd name="connsiteY28" fmla="*/ 85344 h 170688"/>
              <a:gd name="connsiteX29" fmla="*/ 1265301 w 1618869"/>
              <a:gd name="connsiteY29" fmla="*/ 67056 h 170688"/>
              <a:gd name="connsiteX30" fmla="*/ 1307973 w 1618869"/>
              <a:gd name="connsiteY30" fmla="*/ 54864 h 170688"/>
              <a:gd name="connsiteX31" fmla="*/ 1326261 w 1618869"/>
              <a:gd name="connsiteY31" fmla="*/ 42672 h 170688"/>
              <a:gd name="connsiteX32" fmla="*/ 1533525 w 1618869"/>
              <a:gd name="connsiteY32" fmla="*/ 60960 h 170688"/>
              <a:gd name="connsiteX33" fmla="*/ 1618869 w 1618869"/>
              <a:gd name="connsiteY33" fmla="*/ 67056 h 170688"/>
              <a:gd name="connsiteX0" fmla="*/ 0 w 1533525"/>
              <a:gd name="connsiteY0" fmla="*/ 16383 h 170688"/>
              <a:gd name="connsiteX1" fmla="*/ 27813 w 1533525"/>
              <a:gd name="connsiteY1" fmla="*/ 24384 h 170688"/>
              <a:gd name="connsiteX2" fmla="*/ 76581 w 1533525"/>
              <a:gd name="connsiteY2" fmla="*/ 54864 h 170688"/>
              <a:gd name="connsiteX3" fmla="*/ 94869 w 1533525"/>
              <a:gd name="connsiteY3" fmla="*/ 67056 h 170688"/>
              <a:gd name="connsiteX4" fmla="*/ 125349 w 1533525"/>
              <a:gd name="connsiteY4" fmla="*/ 79248 h 170688"/>
              <a:gd name="connsiteX5" fmla="*/ 149733 w 1533525"/>
              <a:gd name="connsiteY5" fmla="*/ 97536 h 170688"/>
              <a:gd name="connsiteX6" fmla="*/ 168021 w 1533525"/>
              <a:gd name="connsiteY6" fmla="*/ 103632 h 170688"/>
              <a:gd name="connsiteX7" fmla="*/ 265557 w 1533525"/>
              <a:gd name="connsiteY7" fmla="*/ 140208 h 170688"/>
              <a:gd name="connsiteX8" fmla="*/ 308229 w 1533525"/>
              <a:gd name="connsiteY8" fmla="*/ 152400 h 170688"/>
              <a:gd name="connsiteX9" fmla="*/ 326517 w 1533525"/>
              <a:gd name="connsiteY9" fmla="*/ 158496 h 170688"/>
              <a:gd name="connsiteX10" fmla="*/ 375285 w 1533525"/>
              <a:gd name="connsiteY10" fmla="*/ 170688 h 170688"/>
              <a:gd name="connsiteX11" fmla="*/ 485013 w 1533525"/>
              <a:gd name="connsiteY11" fmla="*/ 146304 h 170688"/>
              <a:gd name="connsiteX12" fmla="*/ 509397 w 1533525"/>
              <a:gd name="connsiteY12" fmla="*/ 140208 h 170688"/>
              <a:gd name="connsiteX13" fmla="*/ 582549 w 1533525"/>
              <a:gd name="connsiteY13" fmla="*/ 97536 h 170688"/>
              <a:gd name="connsiteX14" fmla="*/ 600837 w 1533525"/>
              <a:gd name="connsiteY14" fmla="*/ 91440 h 170688"/>
              <a:gd name="connsiteX15" fmla="*/ 637413 w 1533525"/>
              <a:gd name="connsiteY15" fmla="*/ 67056 h 170688"/>
              <a:gd name="connsiteX16" fmla="*/ 655701 w 1533525"/>
              <a:gd name="connsiteY16" fmla="*/ 60960 h 170688"/>
              <a:gd name="connsiteX17" fmla="*/ 686181 w 1533525"/>
              <a:gd name="connsiteY17" fmla="*/ 42672 h 170688"/>
              <a:gd name="connsiteX18" fmla="*/ 704469 w 1533525"/>
              <a:gd name="connsiteY18" fmla="*/ 30480 h 170688"/>
              <a:gd name="connsiteX19" fmla="*/ 722757 w 1533525"/>
              <a:gd name="connsiteY19" fmla="*/ 24384 h 170688"/>
              <a:gd name="connsiteX20" fmla="*/ 777621 w 1533525"/>
              <a:gd name="connsiteY20" fmla="*/ 0 h 170688"/>
              <a:gd name="connsiteX21" fmla="*/ 844677 w 1533525"/>
              <a:gd name="connsiteY21" fmla="*/ 12192 h 170688"/>
              <a:gd name="connsiteX22" fmla="*/ 881253 w 1533525"/>
              <a:gd name="connsiteY22" fmla="*/ 36576 h 170688"/>
              <a:gd name="connsiteX23" fmla="*/ 917829 w 1533525"/>
              <a:gd name="connsiteY23" fmla="*/ 54864 h 170688"/>
              <a:gd name="connsiteX24" fmla="*/ 966597 w 1533525"/>
              <a:gd name="connsiteY24" fmla="*/ 85344 h 170688"/>
              <a:gd name="connsiteX25" fmla="*/ 984885 w 1533525"/>
              <a:gd name="connsiteY25" fmla="*/ 91440 h 170688"/>
              <a:gd name="connsiteX26" fmla="*/ 1009269 w 1533525"/>
              <a:gd name="connsiteY26" fmla="*/ 103632 h 170688"/>
              <a:gd name="connsiteX27" fmla="*/ 1064133 w 1533525"/>
              <a:gd name="connsiteY27" fmla="*/ 128016 h 170688"/>
              <a:gd name="connsiteX28" fmla="*/ 1216533 w 1533525"/>
              <a:gd name="connsiteY28" fmla="*/ 85344 h 170688"/>
              <a:gd name="connsiteX29" fmla="*/ 1265301 w 1533525"/>
              <a:gd name="connsiteY29" fmla="*/ 67056 h 170688"/>
              <a:gd name="connsiteX30" fmla="*/ 1307973 w 1533525"/>
              <a:gd name="connsiteY30" fmla="*/ 54864 h 170688"/>
              <a:gd name="connsiteX31" fmla="*/ 1326261 w 1533525"/>
              <a:gd name="connsiteY31" fmla="*/ 42672 h 170688"/>
              <a:gd name="connsiteX32" fmla="*/ 1533525 w 1533525"/>
              <a:gd name="connsiteY32" fmla="*/ 60960 h 170688"/>
              <a:gd name="connsiteX0" fmla="*/ 0 w 1541145"/>
              <a:gd name="connsiteY0" fmla="*/ 16383 h 170688"/>
              <a:gd name="connsiteX1" fmla="*/ 27813 w 1541145"/>
              <a:gd name="connsiteY1" fmla="*/ 24384 h 170688"/>
              <a:gd name="connsiteX2" fmla="*/ 76581 w 1541145"/>
              <a:gd name="connsiteY2" fmla="*/ 54864 h 170688"/>
              <a:gd name="connsiteX3" fmla="*/ 94869 w 1541145"/>
              <a:gd name="connsiteY3" fmla="*/ 67056 h 170688"/>
              <a:gd name="connsiteX4" fmla="*/ 125349 w 1541145"/>
              <a:gd name="connsiteY4" fmla="*/ 79248 h 170688"/>
              <a:gd name="connsiteX5" fmla="*/ 149733 w 1541145"/>
              <a:gd name="connsiteY5" fmla="*/ 97536 h 170688"/>
              <a:gd name="connsiteX6" fmla="*/ 168021 w 1541145"/>
              <a:gd name="connsiteY6" fmla="*/ 103632 h 170688"/>
              <a:gd name="connsiteX7" fmla="*/ 265557 w 1541145"/>
              <a:gd name="connsiteY7" fmla="*/ 140208 h 170688"/>
              <a:gd name="connsiteX8" fmla="*/ 308229 w 1541145"/>
              <a:gd name="connsiteY8" fmla="*/ 152400 h 170688"/>
              <a:gd name="connsiteX9" fmla="*/ 326517 w 1541145"/>
              <a:gd name="connsiteY9" fmla="*/ 158496 h 170688"/>
              <a:gd name="connsiteX10" fmla="*/ 375285 w 1541145"/>
              <a:gd name="connsiteY10" fmla="*/ 170688 h 170688"/>
              <a:gd name="connsiteX11" fmla="*/ 485013 w 1541145"/>
              <a:gd name="connsiteY11" fmla="*/ 146304 h 170688"/>
              <a:gd name="connsiteX12" fmla="*/ 509397 w 1541145"/>
              <a:gd name="connsiteY12" fmla="*/ 140208 h 170688"/>
              <a:gd name="connsiteX13" fmla="*/ 582549 w 1541145"/>
              <a:gd name="connsiteY13" fmla="*/ 97536 h 170688"/>
              <a:gd name="connsiteX14" fmla="*/ 600837 w 1541145"/>
              <a:gd name="connsiteY14" fmla="*/ 91440 h 170688"/>
              <a:gd name="connsiteX15" fmla="*/ 637413 w 1541145"/>
              <a:gd name="connsiteY15" fmla="*/ 67056 h 170688"/>
              <a:gd name="connsiteX16" fmla="*/ 655701 w 1541145"/>
              <a:gd name="connsiteY16" fmla="*/ 60960 h 170688"/>
              <a:gd name="connsiteX17" fmla="*/ 686181 w 1541145"/>
              <a:gd name="connsiteY17" fmla="*/ 42672 h 170688"/>
              <a:gd name="connsiteX18" fmla="*/ 704469 w 1541145"/>
              <a:gd name="connsiteY18" fmla="*/ 30480 h 170688"/>
              <a:gd name="connsiteX19" fmla="*/ 722757 w 1541145"/>
              <a:gd name="connsiteY19" fmla="*/ 24384 h 170688"/>
              <a:gd name="connsiteX20" fmla="*/ 777621 w 1541145"/>
              <a:gd name="connsiteY20" fmla="*/ 0 h 170688"/>
              <a:gd name="connsiteX21" fmla="*/ 844677 w 1541145"/>
              <a:gd name="connsiteY21" fmla="*/ 12192 h 170688"/>
              <a:gd name="connsiteX22" fmla="*/ 881253 w 1541145"/>
              <a:gd name="connsiteY22" fmla="*/ 36576 h 170688"/>
              <a:gd name="connsiteX23" fmla="*/ 917829 w 1541145"/>
              <a:gd name="connsiteY23" fmla="*/ 54864 h 170688"/>
              <a:gd name="connsiteX24" fmla="*/ 966597 w 1541145"/>
              <a:gd name="connsiteY24" fmla="*/ 85344 h 170688"/>
              <a:gd name="connsiteX25" fmla="*/ 984885 w 1541145"/>
              <a:gd name="connsiteY25" fmla="*/ 91440 h 170688"/>
              <a:gd name="connsiteX26" fmla="*/ 1009269 w 1541145"/>
              <a:gd name="connsiteY26" fmla="*/ 103632 h 170688"/>
              <a:gd name="connsiteX27" fmla="*/ 1064133 w 1541145"/>
              <a:gd name="connsiteY27" fmla="*/ 128016 h 170688"/>
              <a:gd name="connsiteX28" fmla="*/ 1216533 w 1541145"/>
              <a:gd name="connsiteY28" fmla="*/ 85344 h 170688"/>
              <a:gd name="connsiteX29" fmla="*/ 1265301 w 1541145"/>
              <a:gd name="connsiteY29" fmla="*/ 67056 h 170688"/>
              <a:gd name="connsiteX30" fmla="*/ 1307973 w 1541145"/>
              <a:gd name="connsiteY30" fmla="*/ 54864 h 170688"/>
              <a:gd name="connsiteX31" fmla="*/ 1326261 w 1541145"/>
              <a:gd name="connsiteY31" fmla="*/ 42672 h 170688"/>
              <a:gd name="connsiteX32" fmla="*/ 1541145 w 1541145"/>
              <a:gd name="connsiteY32" fmla="*/ 60960 h 170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41145" h="170688">
                <a:moveTo>
                  <a:pt x="0" y="16383"/>
                </a:moveTo>
                <a:cubicBezTo>
                  <a:pt x="6179" y="18148"/>
                  <a:pt x="21717" y="22352"/>
                  <a:pt x="27813" y="24384"/>
                </a:cubicBezTo>
                <a:cubicBezTo>
                  <a:pt x="74436" y="59351"/>
                  <a:pt x="29721" y="28087"/>
                  <a:pt x="76581" y="54864"/>
                </a:cubicBezTo>
                <a:cubicBezTo>
                  <a:pt x="82942" y="58499"/>
                  <a:pt x="88316" y="63779"/>
                  <a:pt x="94869" y="67056"/>
                </a:cubicBezTo>
                <a:cubicBezTo>
                  <a:pt x="104656" y="71950"/>
                  <a:pt x="115783" y="73934"/>
                  <a:pt x="125349" y="79248"/>
                </a:cubicBezTo>
                <a:cubicBezTo>
                  <a:pt x="134230" y="84182"/>
                  <a:pt x="140912" y="92495"/>
                  <a:pt x="149733" y="97536"/>
                </a:cubicBezTo>
                <a:cubicBezTo>
                  <a:pt x="155312" y="100724"/>
                  <a:pt x="162024" y="101325"/>
                  <a:pt x="168021" y="103632"/>
                </a:cubicBezTo>
                <a:cubicBezTo>
                  <a:pt x="222944" y="124756"/>
                  <a:pt x="218771" y="125812"/>
                  <a:pt x="265557" y="140208"/>
                </a:cubicBezTo>
                <a:cubicBezTo>
                  <a:pt x="279696" y="144558"/>
                  <a:pt x="294060" y="148149"/>
                  <a:pt x="308229" y="152400"/>
                </a:cubicBezTo>
                <a:cubicBezTo>
                  <a:pt x="314384" y="154246"/>
                  <a:pt x="320283" y="156938"/>
                  <a:pt x="326517" y="158496"/>
                </a:cubicBezTo>
                <a:lnTo>
                  <a:pt x="375285" y="170688"/>
                </a:lnTo>
                <a:lnTo>
                  <a:pt x="485013" y="146304"/>
                </a:lnTo>
                <a:cubicBezTo>
                  <a:pt x="493183" y="144447"/>
                  <a:pt x="501618" y="143320"/>
                  <a:pt x="509397" y="140208"/>
                </a:cubicBezTo>
                <a:cubicBezTo>
                  <a:pt x="558981" y="120375"/>
                  <a:pt x="534737" y="124098"/>
                  <a:pt x="582549" y="97536"/>
                </a:cubicBezTo>
                <a:cubicBezTo>
                  <a:pt x="588166" y="94415"/>
                  <a:pt x="595220" y="94561"/>
                  <a:pt x="600837" y="91440"/>
                </a:cubicBezTo>
                <a:cubicBezTo>
                  <a:pt x="613646" y="84324"/>
                  <a:pt x="623512" y="71690"/>
                  <a:pt x="637413" y="67056"/>
                </a:cubicBezTo>
                <a:cubicBezTo>
                  <a:pt x="643509" y="65024"/>
                  <a:pt x="649954" y="63834"/>
                  <a:pt x="655701" y="60960"/>
                </a:cubicBezTo>
                <a:cubicBezTo>
                  <a:pt x="666299" y="55661"/>
                  <a:pt x="676133" y="48952"/>
                  <a:pt x="686181" y="42672"/>
                </a:cubicBezTo>
                <a:cubicBezTo>
                  <a:pt x="692394" y="38789"/>
                  <a:pt x="697916" y="33757"/>
                  <a:pt x="704469" y="30480"/>
                </a:cubicBezTo>
                <a:cubicBezTo>
                  <a:pt x="710216" y="27606"/>
                  <a:pt x="716740" y="26640"/>
                  <a:pt x="722757" y="24384"/>
                </a:cubicBezTo>
                <a:cubicBezTo>
                  <a:pt x="753891" y="12709"/>
                  <a:pt x="749913" y="13854"/>
                  <a:pt x="777621" y="0"/>
                </a:cubicBezTo>
                <a:cubicBezTo>
                  <a:pt x="799973" y="4064"/>
                  <a:pt x="823254" y="4631"/>
                  <a:pt x="844677" y="12192"/>
                </a:cubicBezTo>
                <a:cubicBezTo>
                  <a:pt x="858495" y="17069"/>
                  <a:pt x="868596" y="29193"/>
                  <a:pt x="881253" y="36576"/>
                </a:cubicBezTo>
                <a:cubicBezTo>
                  <a:pt x="893027" y="43444"/>
                  <a:pt x="906140" y="47851"/>
                  <a:pt x="917829" y="54864"/>
                </a:cubicBezTo>
                <a:cubicBezTo>
                  <a:pt x="961588" y="81119"/>
                  <a:pt x="922299" y="66359"/>
                  <a:pt x="966597" y="85344"/>
                </a:cubicBezTo>
                <a:cubicBezTo>
                  <a:pt x="972503" y="87875"/>
                  <a:pt x="978979" y="88909"/>
                  <a:pt x="984885" y="91440"/>
                </a:cubicBezTo>
                <a:cubicBezTo>
                  <a:pt x="993238" y="95020"/>
                  <a:pt x="1000832" y="100257"/>
                  <a:pt x="1009269" y="103632"/>
                </a:cubicBezTo>
                <a:cubicBezTo>
                  <a:pt x="1063677" y="125395"/>
                  <a:pt x="1028948" y="104560"/>
                  <a:pt x="1064133" y="128016"/>
                </a:cubicBezTo>
                <a:cubicBezTo>
                  <a:pt x="1153507" y="118086"/>
                  <a:pt x="1101768" y="128381"/>
                  <a:pt x="1216533" y="85344"/>
                </a:cubicBezTo>
                <a:cubicBezTo>
                  <a:pt x="1232789" y="79248"/>
                  <a:pt x="1248458" y="71267"/>
                  <a:pt x="1265301" y="67056"/>
                </a:cubicBezTo>
                <a:cubicBezTo>
                  <a:pt x="1273114" y="65103"/>
                  <a:pt x="1299228" y="59237"/>
                  <a:pt x="1307973" y="54864"/>
                </a:cubicBezTo>
                <a:cubicBezTo>
                  <a:pt x="1314526" y="51587"/>
                  <a:pt x="1320165" y="46736"/>
                  <a:pt x="1326261" y="42672"/>
                </a:cubicBezTo>
                <a:lnTo>
                  <a:pt x="1541145" y="60960"/>
                </a:lnTo>
              </a:path>
            </a:pathLst>
          </a:cu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A85A35F-AF85-4E7F-9722-CC1FD24552EB}"/>
              </a:ext>
            </a:extLst>
          </p:cNvPr>
          <p:cNvSpPr/>
          <p:nvPr/>
        </p:nvSpPr>
        <p:spPr>
          <a:xfrm>
            <a:off x="9714954" y="1995834"/>
            <a:ext cx="1528191" cy="243840"/>
          </a:xfrm>
          <a:custGeom>
            <a:avLst/>
            <a:gdLst>
              <a:gd name="connsiteX0" fmla="*/ 0 w 2121408"/>
              <a:gd name="connsiteY0" fmla="*/ 365760 h 365760"/>
              <a:gd name="connsiteX1" fmla="*/ 201168 w 2121408"/>
              <a:gd name="connsiteY1" fmla="*/ 243840 h 365760"/>
              <a:gd name="connsiteX2" fmla="*/ 219456 w 2121408"/>
              <a:gd name="connsiteY2" fmla="*/ 237744 h 365760"/>
              <a:gd name="connsiteX3" fmla="*/ 237744 w 2121408"/>
              <a:gd name="connsiteY3" fmla="*/ 225552 h 365760"/>
              <a:gd name="connsiteX4" fmla="*/ 256032 w 2121408"/>
              <a:gd name="connsiteY4" fmla="*/ 219456 h 365760"/>
              <a:gd name="connsiteX5" fmla="*/ 274320 w 2121408"/>
              <a:gd name="connsiteY5" fmla="*/ 207264 h 365760"/>
              <a:gd name="connsiteX6" fmla="*/ 329184 w 2121408"/>
              <a:gd name="connsiteY6" fmla="*/ 195072 h 365760"/>
              <a:gd name="connsiteX7" fmla="*/ 365760 w 2121408"/>
              <a:gd name="connsiteY7" fmla="*/ 176784 h 365760"/>
              <a:gd name="connsiteX8" fmla="*/ 384048 w 2121408"/>
              <a:gd name="connsiteY8" fmla="*/ 170688 h 365760"/>
              <a:gd name="connsiteX9" fmla="*/ 408432 w 2121408"/>
              <a:gd name="connsiteY9" fmla="*/ 152400 h 365760"/>
              <a:gd name="connsiteX10" fmla="*/ 445008 w 2121408"/>
              <a:gd name="connsiteY10" fmla="*/ 140208 h 365760"/>
              <a:gd name="connsiteX11" fmla="*/ 457200 w 2121408"/>
              <a:gd name="connsiteY11" fmla="*/ 121920 h 365760"/>
              <a:gd name="connsiteX12" fmla="*/ 493776 w 2121408"/>
              <a:gd name="connsiteY12" fmla="*/ 103632 h 365760"/>
              <a:gd name="connsiteX13" fmla="*/ 573024 w 2121408"/>
              <a:gd name="connsiteY13" fmla="*/ 85344 h 365760"/>
              <a:gd name="connsiteX14" fmla="*/ 640080 w 2121408"/>
              <a:gd name="connsiteY14" fmla="*/ 97536 h 365760"/>
              <a:gd name="connsiteX15" fmla="*/ 658368 w 2121408"/>
              <a:gd name="connsiteY15" fmla="*/ 109728 h 365760"/>
              <a:gd name="connsiteX16" fmla="*/ 682752 w 2121408"/>
              <a:gd name="connsiteY16" fmla="*/ 115824 h 365760"/>
              <a:gd name="connsiteX17" fmla="*/ 725424 w 2121408"/>
              <a:gd name="connsiteY17" fmla="*/ 134112 h 365760"/>
              <a:gd name="connsiteX18" fmla="*/ 743712 w 2121408"/>
              <a:gd name="connsiteY18" fmla="*/ 140208 h 365760"/>
              <a:gd name="connsiteX19" fmla="*/ 762000 w 2121408"/>
              <a:gd name="connsiteY19" fmla="*/ 152400 h 365760"/>
              <a:gd name="connsiteX20" fmla="*/ 780288 w 2121408"/>
              <a:gd name="connsiteY20" fmla="*/ 158496 h 365760"/>
              <a:gd name="connsiteX21" fmla="*/ 835152 w 2121408"/>
              <a:gd name="connsiteY21" fmla="*/ 188976 h 365760"/>
              <a:gd name="connsiteX22" fmla="*/ 890016 w 2121408"/>
              <a:gd name="connsiteY22" fmla="*/ 176784 h 365760"/>
              <a:gd name="connsiteX23" fmla="*/ 914400 w 2121408"/>
              <a:gd name="connsiteY23" fmla="*/ 158496 h 365760"/>
              <a:gd name="connsiteX24" fmla="*/ 963168 w 2121408"/>
              <a:gd name="connsiteY24" fmla="*/ 134112 h 365760"/>
              <a:gd name="connsiteX25" fmla="*/ 987552 w 2121408"/>
              <a:gd name="connsiteY25" fmla="*/ 121920 h 365760"/>
              <a:gd name="connsiteX26" fmla="*/ 1036320 w 2121408"/>
              <a:gd name="connsiteY26" fmla="*/ 103632 h 365760"/>
              <a:gd name="connsiteX27" fmla="*/ 1054608 w 2121408"/>
              <a:gd name="connsiteY27" fmla="*/ 97536 h 365760"/>
              <a:gd name="connsiteX28" fmla="*/ 1072896 w 2121408"/>
              <a:gd name="connsiteY28" fmla="*/ 85344 h 365760"/>
              <a:gd name="connsiteX29" fmla="*/ 1103376 w 2121408"/>
              <a:gd name="connsiteY29" fmla="*/ 79248 h 365760"/>
              <a:gd name="connsiteX30" fmla="*/ 1133856 w 2121408"/>
              <a:gd name="connsiteY30" fmla="*/ 67056 h 365760"/>
              <a:gd name="connsiteX31" fmla="*/ 1152144 w 2121408"/>
              <a:gd name="connsiteY31" fmla="*/ 54864 h 365760"/>
              <a:gd name="connsiteX32" fmla="*/ 1182624 w 2121408"/>
              <a:gd name="connsiteY32" fmla="*/ 48768 h 365760"/>
              <a:gd name="connsiteX33" fmla="*/ 1237488 w 2121408"/>
              <a:gd name="connsiteY33" fmla="*/ 54864 h 365760"/>
              <a:gd name="connsiteX34" fmla="*/ 1267968 w 2121408"/>
              <a:gd name="connsiteY34" fmla="*/ 79248 h 365760"/>
              <a:gd name="connsiteX35" fmla="*/ 1322832 w 2121408"/>
              <a:gd name="connsiteY35" fmla="*/ 103632 h 365760"/>
              <a:gd name="connsiteX36" fmla="*/ 1341120 w 2121408"/>
              <a:gd name="connsiteY36" fmla="*/ 115824 h 365760"/>
              <a:gd name="connsiteX37" fmla="*/ 1365504 w 2121408"/>
              <a:gd name="connsiteY37" fmla="*/ 121920 h 365760"/>
              <a:gd name="connsiteX38" fmla="*/ 1389888 w 2121408"/>
              <a:gd name="connsiteY38" fmla="*/ 134112 h 365760"/>
              <a:gd name="connsiteX39" fmla="*/ 1432560 w 2121408"/>
              <a:gd name="connsiteY39" fmla="*/ 128016 h 365760"/>
              <a:gd name="connsiteX40" fmla="*/ 1450848 w 2121408"/>
              <a:gd name="connsiteY40" fmla="*/ 109728 h 365760"/>
              <a:gd name="connsiteX41" fmla="*/ 1469136 w 2121408"/>
              <a:gd name="connsiteY41" fmla="*/ 97536 h 365760"/>
              <a:gd name="connsiteX42" fmla="*/ 1517904 w 2121408"/>
              <a:gd name="connsiteY42" fmla="*/ 42672 h 365760"/>
              <a:gd name="connsiteX43" fmla="*/ 1536192 w 2121408"/>
              <a:gd name="connsiteY43" fmla="*/ 36576 h 365760"/>
              <a:gd name="connsiteX44" fmla="*/ 1554480 w 2121408"/>
              <a:gd name="connsiteY44" fmla="*/ 24384 h 365760"/>
              <a:gd name="connsiteX45" fmla="*/ 1572768 w 2121408"/>
              <a:gd name="connsiteY45" fmla="*/ 18288 h 365760"/>
              <a:gd name="connsiteX46" fmla="*/ 1597152 w 2121408"/>
              <a:gd name="connsiteY46" fmla="*/ 6096 h 365760"/>
              <a:gd name="connsiteX47" fmla="*/ 1639824 w 2121408"/>
              <a:gd name="connsiteY47" fmla="*/ 0 h 365760"/>
              <a:gd name="connsiteX48" fmla="*/ 1761744 w 2121408"/>
              <a:gd name="connsiteY48" fmla="*/ 6096 h 365760"/>
              <a:gd name="connsiteX49" fmla="*/ 1828800 w 2121408"/>
              <a:gd name="connsiteY49" fmla="*/ 24384 h 365760"/>
              <a:gd name="connsiteX50" fmla="*/ 1877568 w 2121408"/>
              <a:gd name="connsiteY50" fmla="*/ 30480 h 365760"/>
              <a:gd name="connsiteX51" fmla="*/ 1901952 w 2121408"/>
              <a:gd name="connsiteY51" fmla="*/ 36576 h 365760"/>
              <a:gd name="connsiteX52" fmla="*/ 2017776 w 2121408"/>
              <a:gd name="connsiteY52" fmla="*/ 54864 h 365760"/>
              <a:gd name="connsiteX53" fmla="*/ 2078736 w 2121408"/>
              <a:gd name="connsiteY53" fmla="*/ 85344 h 365760"/>
              <a:gd name="connsiteX54" fmla="*/ 2121408 w 2121408"/>
              <a:gd name="connsiteY54" fmla="*/ 109728 h 365760"/>
              <a:gd name="connsiteX0" fmla="*/ 0 w 2121408"/>
              <a:gd name="connsiteY0" fmla="*/ 365760 h 365760"/>
              <a:gd name="connsiteX1" fmla="*/ 201168 w 2121408"/>
              <a:gd name="connsiteY1" fmla="*/ 243840 h 365760"/>
              <a:gd name="connsiteX2" fmla="*/ 219456 w 2121408"/>
              <a:gd name="connsiteY2" fmla="*/ 237744 h 365760"/>
              <a:gd name="connsiteX3" fmla="*/ 237744 w 2121408"/>
              <a:gd name="connsiteY3" fmla="*/ 225552 h 365760"/>
              <a:gd name="connsiteX4" fmla="*/ 256032 w 2121408"/>
              <a:gd name="connsiteY4" fmla="*/ 219456 h 365760"/>
              <a:gd name="connsiteX5" fmla="*/ 274320 w 2121408"/>
              <a:gd name="connsiteY5" fmla="*/ 207264 h 365760"/>
              <a:gd name="connsiteX6" fmla="*/ 329184 w 2121408"/>
              <a:gd name="connsiteY6" fmla="*/ 195072 h 365760"/>
              <a:gd name="connsiteX7" fmla="*/ 365760 w 2121408"/>
              <a:gd name="connsiteY7" fmla="*/ 176784 h 365760"/>
              <a:gd name="connsiteX8" fmla="*/ 384048 w 2121408"/>
              <a:gd name="connsiteY8" fmla="*/ 170688 h 365760"/>
              <a:gd name="connsiteX9" fmla="*/ 408432 w 2121408"/>
              <a:gd name="connsiteY9" fmla="*/ 152400 h 365760"/>
              <a:gd name="connsiteX10" fmla="*/ 445008 w 2121408"/>
              <a:gd name="connsiteY10" fmla="*/ 140208 h 365760"/>
              <a:gd name="connsiteX11" fmla="*/ 457200 w 2121408"/>
              <a:gd name="connsiteY11" fmla="*/ 121920 h 365760"/>
              <a:gd name="connsiteX12" fmla="*/ 493776 w 2121408"/>
              <a:gd name="connsiteY12" fmla="*/ 103632 h 365760"/>
              <a:gd name="connsiteX13" fmla="*/ 573024 w 2121408"/>
              <a:gd name="connsiteY13" fmla="*/ 85344 h 365760"/>
              <a:gd name="connsiteX14" fmla="*/ 640080 w 2121408"/>
              <a:gd name="connsiteY14" fmla="*/ 97536 h 365760"/>
              <a:gd name="connsiteX15" fmla="*/ 658368 w 2121408"/>
              <a:gd name="connsiteY15" fmla="*/ 109728 h 365760"/>
              <a:gd name="connsiteX16" fmla="*/ 682752 w 2121408"/>
              <a:gd name="connsiteY16" fmla="*/ 115824 h 365760"/>
              <a:gd name="connsiteX17" fmla="*/ 725424 w 2121408"/>
              <a:gd name="connsiteY17" fmla="*/ 134112 h 365760"/>
              <a:gd name="connsiteX18" fmla="*/ 743712 w 2121408"/>
              <a:gd name="connsiteY18" fmla="*/ 140208 h 365760"/>
              <a:gd name="connsiteX19" fmla="*/ 762000 w 2121408"/>
              <a:gd name="connsiteY19" fmla="*/ 152400 h 365760"/>
              <a:gd name="connsiteX20" fmla="*/ 780288 w 2121408"/>
              <a:gd name="connsiteY20" fmla="*/ 158496 h 365760"/>
              <a:gd name="connsiteX21" fmla="*/ 835152 w 2121408"/>
              <a:gd name="connsiteY21" fmla="*/ 188976 h 365760"/>
              <a:gd name="connsiteX22" fmla="*/ 890016 w 2121408"/>
              <a:gd name="connsiteY22" fmla="*/ 176784 h 365760"/>
              <a:gd name="connsiteX23" fmla="*/ 914400 w 2121408"/>
              <a:gd name="connsiteY23" fmla="*/ 158496 h 365760"/>
              <a:gd name="connsiteX24" fmla="*/ 963168 w 2121408"/>
              <a:gd name="connsiteY24" fmla="*/ 134112 h 365760"/>
              <a:gd name="connsiteX25" fmla="*/ 987552 w 2121408"/>
              <a:gd name="connsiteY25" fmla="*/ 121920 h 365760"/>
              <a:gd name="connsiteX26" fmla="*/ 1036320 w 2121408"/>
              <a:gd name="connsiteY26" fmla="*/ 103632 h 365760"/>
              <a:gd name="connsiteX27" fmla="*/ 1054608 w 2121408"/>
              <a:gd name="connsiteY27" fmla="*/ 97536 h 365760"/>
              <a:gd name="connsiteX28" fmla="*/ 1072896 w 2121408"/>
              <a:gd name="connsiteY28" fmla="*/ 85344 h 365760"/>
              <a:gd name="connsiteX29" fmla="*/ 1103376 w 2121408"/>
              <a:gd name="connsiteY29" fmla="*/ 79248 h 365760"/>
              <a:gd name="connsiteX30" fmla="*/ 1133856 w 2121408"/>
              <a:gd name="connsiteY30" fmla="*/ 67056 h 365760"/>
              <a:gd name="connsiteX31" fmla="*/ 1152144 w 2121408"/>
              <a:gd name="connsiteY31" fmla="*/ 54864 h 365760"/>
              <a:gd name="connsiteX32" fmla="*/ 1182624 w 2121408"/>
              <a:gd name="connsiteY32" fmla="*/ 48768 h 365760"/>
              <a:gd name="connsiteX33" fmla="*/ 1237488 w 2121408"/>
              <a:gd name="connsiteY33" fmla="*/ 54864 h 365760"/>
              <a:gd name="connsiteX34" fmla="*/ 1267968 w 2121408"/>
              <a:gd name="connsiteY34" fmla="*/ 79248 h 365760"/>
              <a:gd name="connsiteX35" fmla="*/ 1322832 w 2121408"/>
              <a:gd name="connsiteY35" fmla="*/ 103632 h 365760"/>
              <a:gd name="connsiteX36" fmla="*/ 1341120 w 2121408"/>
              <a:gd name="connsiteY36" fmla="*/ 115824 h 365760"/>
              <a:gd name="connsiteX37" fmla="*/ 1365504 w 2121408"/>
              <a:gd name="connsiteY37" fmla="*/ 121920 h 365760"/>
              <a:gd name="connsiteX38" fmla="*/ 1389888 w 2121408"/>
              <a:gd name="connsiteY38" fmla="*/ 134112 h 365760"/>
              <a:gd name="connsiteX39" fmla="*/ 1432560 w 2121408"/>
              <a:gd name="connsiteY39" fmla="*/ 128016 h 365760"/>
              <a:gd name="connsiteX40" fmla="*/ 1450848 w 2121408"/>
              <a:gd name="connsiteY40" fmla="*/ 109728 h 365760"/>
              <a:gd name="connsiteX41" fmla="*/ 1469136 w 2121408"/>
              <a:gd name="connsiteY41" fmla="*/ 97536 h 365760"/>
              <a:gd name="connsiteX42" fmla="*/ 1517904 w 2121408"/>
              <a:gd name="connsiteY42" fmla="*/ 42672 h 365760"/>
              <a:gd name="connsiteX43" fmla="*/ 1536192 w 2121408"/>
              <a:gd name="connsiteY43" fmla="*/ 36576 h 365760"/>
              <a:gd name="connsiteX44" fmla="*/ 1554480 w 2121408"/>
              <a:gd name="connsiteY44" fmla="*/ 24384 h 365760"/>
              <a:gd name="connsiteX45" fmla="*/ 1572768 w 2121408"/>
              <a:gd name="connsiteY45" fmla="*/ 18288 h 365760"/>
              <a:gd name="connsiteX46" fmla="*/ 1597152 w 2121408"/>
              <a:gd name="connsiteY46" fmla="*/ 6096 h 365760"/>
              <a:gd name="connsiteX47" fmla="*/ 1639824 w 2121408"/>
              <a:gd name="connsiteY47" fmla="*/ 0 h 365760"/>
              <a:gd name="connsiteX48" fmla="*/ 1761744 w 2121408"/>
              <a:gd name="connsiteY48" fmla="*/ 6096 h 365760"/>
              <a:gd name="connsiteX49" fmla="*/ 1828800 w 2121408"/>
              <a:gd name="connsiteY49" fmla="*/ 24384 h 365760"/>
              <a:gd name="connsiteX50" fmla="*/ 1877568 w 2121408"/>
              <a:gd name="connsiteY50" fmla="*/ 30480 h 365760"/>
              <a:gd name="connsiteX51" fmla="*/ 1901952 w 2121408"/>
              <a:gd name="connsiteY51" fmla="*/ 36576 h 365760"/>
              <a:gd name="connsiteX52" fmla="*/ 2017776 w 2121408"/>
              <a:gd name="connsiteY52" fmla="*/ 54864 h 365760"/>
              <a:gd name="connsiteX53" fmla="*/ 2078736 w 2121408"/>
              <a:gd name="connsiteY53" fmla="*/ 85344 h 365760"/>
              <a:gd name="connsiteX54" fmla="*/ 2121408 w 2121408"/>
              <a:gd name="connsiteY54" fmla="*/ 109728 h 365760"/>
              <a:gd name="connsiteX0" fmla="*/ 0 w 2078736"/>
              <a:gd name="connsiteY0" fmla="*/ 365760 h 365760"/>
              <a:gd name="connsiteX1" fmla="*/ 201168 w 2078736"/>
              <a:gd name="connsiteY1" fmla="*/ 243840 h 365760"/>
              <a:gd name="connsiteX2" fmla="*/ 219456 w 2078736"/>
              <a:gd name="connsiteY2" fmla="*/ 237744 h 365760"/>
              <a:gd name="connsiteX3" fmla="*/ 237744 w 2078736"/>
              <a:gd name="connsiteY3" fmla="*/ 225552 h 365760"/>
              <a:gd name="connsiteX4" fmla="*/ 256032 w 2078736"/>
              <a:gd name="connsiteY4" fmla="*/ 219456 h 365760"/>
              <a:gd name="connsiteX5" fmla="*/ 274320 w 2078736"/>
              <a:gd name="connsiteY5" fmla="*/ 207264 h 365760"/>
              <a:gd name="connsiteX6" fmla="*/ 329184 w 2078736"/>
              <a:gd name="connsiteY6" fmla="*/ 195072 h 365760"/>
              <a:gd name="connsiteX7" fmla="*/ 365760 w 2078736"/>
              <a:gd name="connsiteY7" fmla="*/ 176784 h 365760"/>
              <a:gd name="connsiteX8" fmla="*/ 384048 w 2078736"/>
              <a:gd name="connsiteY8" fmla="*/ 170688 h 365760"/>
              <a:gd name="connsiteX9" fmla="*/ 408432 w 2078736"/>
              <a:gd name="connsiteY9" fmla="*/ 152400 h 365760"/>
              <a:gd name="connsiteX10" fmla="*/ 445008 w 2078736"/>
              <a:gd name="connsiteY10" fmla="*/ 140208 h 365760"/>
              <a:gd name="connsiteX11" fmla="*/ 457200 w 2078736"/>
              <a:gd name="connsiteY11" fmla="*/ 121920 h 365760"/>
              <a:gd name="connsiteX12" fmla="*/ 493776 w 2078736"/>
              <a:gd name="connsiteY12" fmla="*/ 103632 h 365760"/>
              <a:gd name="connsiteX13" fmla="*/ 573024 w 2078736"/>
              <a:gd name="connsiteY13" fmla="*/ 85344 h 365760"/>
              <a:gd name="connsiteX14" fmla="*/ 640080 w 2078736"/>
              <a:gd name="connsiteY14" fmla="*/ 97536 h 365760"/>
              <a:gd name="connsiteX15" fmla="*/ 658368 w 2078736"/>
              <a:gd name="connsiteY15" fmla="*/ 109728 h 365760"/>
              <a:gd name="connsiteX16" fmla="*/ 682752 w 2078736"/>
              <a:gd name="connsiteY16" fmla="*/ 115824 h 365760"/>
              <a:gd name="connsiteX17" fmla="*/ 725424 w 2078736"/>
              <a:gd name="connsiteY17" fmla="*/ 134112 h 365760"/>
              <a:gd name="connsiteX18" fmla="*/ 743712 w 2078736"/>
              <a:gd name="connsiteY18" fmla="*/ 140208 h 365760"/>
              <a:gd name="connsiteX19" fmla="*/ 762000 w 2078736"/>
              <a:gd name="connsiteY19" fmla="*/ 152400 h 365760"/>
              <a:gd name="connsiteX20" fmla="*/ 780288 w 2078736"/>
              <a:gd name="connsiteY20" fmla="*/ 158496 h 365760"/>
              <a:gd name="connsiteX21" fmla="*/ 835152 w 2078736"/>
              <a:gd name="connsiteY21" fmla="*/ 188976 h 365760"/>
              <a:gd name="connsiteX22" fmla="*/ 890016 w 2078736"/>
              <a:gd name="connsiteY22" fmla="*/ 176784 h 365760"/>
              <a:gd name="connsiteX23" fmla="*/ 914400 w 2078736"/>
              <a:gd name="connsiteY23" fmla="*/ 158496 h 365760"/>
              <a:gd name="connsiteX24" fmla="*/ 963168 w 2078736"/>
              <a:gd name="connsiteY24" fmla="*/ 134112 h 365760"/>
              <a:gd name="connsiteX25" fmla="*/ 987552 w 2078736"/>
              <a:gd name="connsiteY25" fmla="*/ 121920 h 365760"/>
              <a:gd name="connsiteX26" fmla="*/ 1036320 w 2078736"/>
              <a:gd name="connsiteY26" fmla="*/ 103632 h 365760"/>
              <a:gd name="connsiteX27" fmla="*/ 1054608 w 2078736"/>
              <a:gd name="connsiteY27" fmla="*/ 97536 h 365760"/>
              <a:gd name="connsiteX28" fmla="*/ 1072896 w 2078736"/>
              <a:gd name="connsiteY28" fmla="*/ 85344 h 365760"/>
              <a:gd name="connsiteX29" fmla="*/ 1103376 w 2078736"/>
              <a:gd name="connsiteY29" fmla="*/ 79248 h 365760"/>
              <a:gd name="connsiteX30" fmla="*/ 1133856 w 2078736"/>
              <a:gd name="connsiteY30" fmla="*/ 67056 h 365760"/>
              <a:gd name="connsiteX31" fmla="*/ 1152144 w 2078736"/>
              <a:gd name="connsiteY31" fmla="*/ 54864 h 365760"/>
              <a:gd name="connsiteX32" fmla="*/ 1182624 w 2078736"/>
              <a:gd name="connsiteY32" fmla="*/ 48768 h 365760"/>
              <a:gd name="connsiteX33" fmla="*/ 1237488 w 2078736"/>
              <a:gd name="connsiteY33" fmla="*/ 54864 h 365760"/>
              <a:gd name="connsiteX34" fmla="*/ 1267968 w 2078736"/>
              <a:gd name="connsiteY34" fmla="*/ 79248 h 365760"/>
              <a:gd name="connsiteX35" fmla="*/ 1322832 w 2078736"/>
              <a:gd name="connsiteY35" fmla="*/ 103632 h 365760"/>
              <a:gd name="connsiteX36" fmla="*/ 1341120 w 2078736"/>
              <a:gd name="connsiteY36" fmla="*/ 115824 h 365760"/>
              <a:gd name="connsiteX37" fmla="*/ 1365504 w 2078736"/>
              <a:gd name="connsiteY37" fmla="*/ 121920 h 365760"/>
              <a:gd name="connsiteX38" fmla="*/ 1389888 w 2078736"/>
              <a:gd name="connsiteY38" fmla="*/ 134112 h 365760"/>
              <a:gd name="connsiteX39" fmla="*/ 1432560 w 2078736"/>
              <a:gd name="connsiteY39" fmla="*/ 128016 h 365760"/>
              <a:gd name="connsiteX40" fmla="*/ 1450848 w 2078736"/>
              <a:gd name="connsiteY40" fmla="*/ 109728 h 365760"/>
              <a:gd name="connsiteX41" fmla="*/ 1469136 w 2078736"/>
              <a:gd name="connsiteY41" fmla="*/ 97536 h 365760"/>
              <a:gd name="connsiteX42" fmla="*/ 1517904 w 2078736"/>
              <a:gd name="connsiteY42" fmla="*/ 42672 h 365760"/>
              <a:gd name="connsiteX43" fmla="*/ 1536192 w 2078736"/>
              <a:gd name="connsiteY43" fmla="*/ 36576 h 365760"/>
              <a:gd name="connsiteX44" fmla="*/ 1554480 w 2078736"/>
              <a:gd name="connsiteY44" fmla="*/ 24384 h 365760"/>
              <a:gd name="connsiteX45" fmla="*/ 1572768 w 2078736"/>
              <a:gd name="connsiteY45" fmla="*/ 18288 h 365760"/>
              <a:gd name="connsiteX46" fmla="*/ 1597152 w 2078736"/>
              <a:gd name="connsiteY46" fmla="*/ 6096 h 365760"/>
              <a:gd name="connsiteX47" fmla="*/ 1639824 w 2078736"/>
              <a:gd name="connsiteY47" fmla="*/ 0 h 365760"/>
              <a:gd name="connsiteX48" fmla="*/ 1761744 w 2078736"/>
              <a:gd name="connsiteY48" fmla="*/ 6096 h 365760"/>
              <a:gd name="connsiteX49" fmla="*/ 1828800 w 2078736"/>
              <a:gd name="connsiteY49" fmla="*/ 24384 h 365760"/>
              <a:gd name="connsiteX50" fmla="*/ 1877568 w 2078736"/>
              <a:gd name="connsiteY50" fmla="*/ 30480 h 365760"/>
              <a:gd name="connsiteX51" fmla="*/ 1901952 w 2078736"/>
              <a:gd name="connsiteY51" fmla="*/ 36576 h 365760"/>
              <a:gd name="connsiteX52" fmla="*/ 2017776 w 2078736"/>
              <a:gd name="connsiteY52" fmla="*/ 54864 h 365760"/>
              <a:gd name="connsiteX53" fmla="*/ 2078736 w 2078736"/>
              <a:gd name="connsiteY53" fmla="*/ 85344 h 365760"/>
              <a:gd name="connsiteX0" fmla="*/ 0 w 2017776"/>
              <a:gd name="connsiteY0" fmla="*/ 365760 h 365760"/>
              <a:gd name="connsiteX1" fmla="*/ 201168 w 2017776"/>
              <a:gd name="connsiteY1" fmla="*/ 243840 h 365760"/>
              <a:gd name="connsiteX2" fmla="*/ 219456 w 2017776"/>
              <a:gd name="connsiteY2" fmla="*/ 237744 h 365760"/>
              <a:gd name="connsiteX3" fmla="*/ 237744 w 2017776"/>
              <a:gd name="connsiteY3" fmla="*/ 225552 h 365760"/>
              <a:gd name="connsiteX4" fmla="*/ 256032 w 2017776"/>
              <a:gd name="connsiteY4" fmla="*/ 219456 h 365760"/>
              <a:gd name="connsiteX5" fmla="*/ 274320 w 2017776"/>
              <a:gd name="connsiteY5" fmla="*/ 207264 h 365760"/>
              <a:gd name="connsiteX6" fmla="*/ 329184 w 2017776"/>
              <a:gd name="connsiteY6" fmla="*/ 195072 h 365760"/>
              <a:gd name="connsiteX7" fmla="*/ 365760 w 2017776"/>
              <a:gd name="connsiteY7" fmla="*/ 176784 h 365760"/>
              <a:gd name="connsiteX8" fmla="*/ 384048 w 2017776"/>
              <a:gd name="connsiteY8" fmla="*/ 170688 h 365760"/>
              <a:gd name="connsiteX9" fmla="*/ 408432 w 2017776"/>
              <a:gd name="connsiteY9" fmla="*/ 152400 h 365760"/>
              <a:gd name="connsiteX10" fmla="*/ 445008 w 2017776"/>
              <a:gd name="connsiteY10" fmla="*/ 140208 h 365760"/>
              <a:gd name="connsiteX11" fmla="*/ 457200 w 2017776"/>
              <a:gd name="connsiteY11" fmla="*/ 121920 h 365760"/>
              <a:gd name="connsiteX12" fmla="*/ 493776 w 2017776"/>
              <a:gd name="connsiteY12" fmla="*/ 103632 h 365760"/>
              <a:gd name="connsiteX13" fmla="*/ 573024 w 2017776"/>
              <a:gd name="connsiteY13" fmla="*/ 85344 h 365760"/>
              <a:gd name="connsiteX14" fmla="*/ 640080 w 2017776"/>
              <a:gd name="connsiteY14" fmla="*/ 97536 h 365760"/>
              <a:gd name="connsiteX15" fmla="*/ 658368 w 2017776"/>
              <a:gd name="connsiteY15" fmla="*/ 109728 h 365760"/>
              <a:gd name="connsiteX16" fmla="*/ 682752 w 2017776"/>
              <a:gd name="connsiteY16" fmla="*/ 115824 h 365760"/>
              <a:gd name="connsiteX17" fmla="*/ 725424 w 2017776"/>
              <a:gd name="connsiteY17" fmla="*/ 134112 h 365760"/>
              <a:gd name="connsiteX18" fmla="*/ 743712 w 2017776"/>
              <a:gd name="connsiteY18" fmla="*/ 140208 h 365760"/>
              <a:gd name="connsiteX19" fmla="*/ 762000 w 2017776"/>
              <a:gd name="connsiteY19" fmla="*/ 152400 h 365760"/>
              <a:gd name="connsiteX20" fmla="*/ 780288 w 2017776"/>
              <a:gd name="connsiteY20" fmla="*/ 158496 h 365760"/>
              <a:gd name="connsiteX21" fmla="*/ 835152 w 2017776"/>
              <a:gd name="connsiteY21" fmla="*/ 188976 h 365760"/>
              <a:gd name="connsiteX22" fmla="*/ 890016 w 2017776"/>
              <a:gd name="connsiteY22" fmla="*/ 176784 h 365760"/>
              <a:gd name="connsiteX23" fmla="*/ 914400 w 2017776"/>
              <a:gd name="connsiteY23" fmla="*/ 158496 h 365760"/>
              <a:gd name="connsiteX24" fmla="*/ 963168 w 2017776"/>
              <a:gd name="connsiteY24" fmla="*/ 134112 h 365760"/>
              <a:gd name="connsiteX25" fmla="*/ 987552 w 2017776"/>
              <a:gd name="connsiteY25" fmla="*/ 121920 h 365760"/>
              <a:gd name="connsiteX26" fmla="*/ 1036320 w 2017776"/>
              <a:gd name="connsiteY26" fmla="*/ 103632 h 365760"/>
              <a:gd name="connsiteX27" fmla="*/ 1054608 w 2017776"/>
              <a:gd name="connsiteY27" fmla="*/ 97536 h 365760"/>
              <a:gd name="connsiteX28" fmla="*/ 1072896 w 2017776"/>
              <a:gd name="connsiteY28" fmla="*/ 85344 h 365760"/>
              <a:gd name="connsiteX29" fmla="*/ 1103376 w 2017776"/>
              <a:gd name="connsiteY29" fmla="*/ 79248 h 365760"/>
              <a:gd name="connsiteX30" fmla="*/ 1133856 w 2017776"/>
              <a:gd name="connsiteY30" fmla="*/ 67056 h 365760"/>
              <a:gd name="connsiteX31" fmla="*/ 1152144 w 2017776"/>
              <a:gd name="connsiteY31" fmla="*/ 54864 h 365760"/>
              <a:gd name="connsiteX32" fmla="*/ 1182624 w 2017776"/>
              <a:gd name="connsiteY32" fmla="*/ 48768 h 365760"/>
              <a:gd name="connsiteX33" fmla="*/ 1237488 w 2017776"/>
              <a:gd name="connsiteY33" fmla="*/ 54864 h 365760"/>
              <a:gd name="connsiteX34" fmla="*/ 1267968 w 2017776"/>
              <a:gd name="connsiteY34" fmla="*/ 79248 h 365760"/>
              <a:gd name="connsiteX35" fmla="*/ 1322832 w 2017776"/>
              <a:gd name="connsiteY35" fmla="*/ 103632 h 365760"/>
              <a:gd name="connsiteX36" fmla="*/ 1341120 w 2017776"/>
              <a:gd name="connsiteY36" fmla="*/ 115824 h 365760"/>
              <a:gd name="connsiteX37" fmla="*/ 1365504 w 2017776"/>
              <a:gd name="connsiteY37" fmla="*/ 121920 h 365760"/>
              <a:gd name="connsiteX38" fmla="*/ 1389888 w 2017776"/>
              <a:gd name="connsiteY38" fmla="*/ 134112 h 365760"/>
              <a:gd name="connsiteX39" fmla="*/ 1432560 w 2017776"/>
              <a:gd name="connsiteY39" fmla="*/ 128016 h 365760"/>
              <a:gd name="connsiteX40" fmla="*/ 1450848 w 2017776"/>
              <a:gd name="connsiteY40" fmla="*/ 109728 h 365760"/>
              <a:gd name="connsiteX41" fmla="*/ 1469136 w 2017776"/>
              <a:gd name="connsiteY41" fmla="*/ 97536 h 365760"/>
              <a:gd name="connsiteX42" fmla="*/ 1517904 w 2017776"/>
              <a:gd name="connsiteY42" fmla="*/ 42672 h 365760"/>
              <a:gd name="connsiteX43" fmla="*/ 1536192 w 2017776"/>
              <a:gd name="connsiteY43" fmla="*/ 36576 h 365760"/>
              <a:gd name="connsiteX44" fmla="*/ 1554480 w 2017776"/>
              <a:gd name="connsiteY44" fmla="*/ 24384 h 365760"/>
              <a:gd name="connsiteX45" fmla="*/ 1572768 w 2017776"/>
              <a:gd name="connsiteY45" fmla="*/ 18288 h 365760"/>
              <a:gd name="connsiteX46" fmla="*/ 1597152 w 2017776"/>
              <a:gd name="connsiteY46" fmla="*/ 6096 h 365760"/>
              <a:gd name="connsiteX47" fmla="*/ 1639824 w 2017776"/>
              <a:gd name="connsiteY47" fmla="*/ 0 h 365760"/>
              <a:gd name="connsiteX48" fmla="*/ 1761744 w 2017776"/>
              <a:gd name="connsiteY48" fmla="*/ 6096 h 365760"/>
              <a:gd name="connsiteX49" fmla="*/ 1828800 w 2017776"/>
              <a:gd name="connsiteY49" fmla="*/ 24384 h 365760"/>
              <a:gd name="connsiteX50" fmla="*/ 1877568 w 2017776"/>
              <a:gd name="connsiteY50" fmla="*/ 30480 h 365760"/>
              <a:gd name="connsiteX51" fmla="*/ 1901952 w 2017776"/>
              <a:gd name="connsiteY51" fmla="*/ 36576 h 365760"/>
              <a:gd name="connsiteX52" fmla="*/ 2017776 w 2017776"/>
              <a:gd name="connsiteY52" fmla="*/ 54864 h 365760"/>
              <a:gd name="connsiteX0" fmla="*/ 0 w 1901952"/>
              <a:gd name="connsiteY0" fmla="*/ 365760 h 365760"/>
              <a:gd name="connsiteX1" fmla="*/ 201168 w 1901952"/>
              <a:gd name="connsiteY1" fmla="*/ 243840 h 365760"/>
              <a:gd name="connsiteX2" fmla="*/ 219456 w 1901952"/>
              <a:gd name="connsiteY2" fmla="*/ 237744 h 365760"/>
              <a:gd name="connsiteX3" fmla="*/ 237744 w 1901952"/>
              <a:gd name="connsiteY3" fmla="*/ 225552 h 365760"/>
              <a:gd name="connsiteX4" fmla="*/ 256032 w 1901952"/>
              <a:gd name="connsiteY4" fmla="*/ 219456 h 365760"/>
              <a:gd name="connsiteX5" fmla="*/ 274320 w 1901952"/>
              <a:gd name="connsiteY5" fmla="*/ 207264 h 365760"/>
              <a:gd name="connsiteX6" fmla="*/ 329184 w 1901952"/>
              <a:gd name="connsiteY6" fmla="*/ 195072 h 365760"/>
              <a:gd name="connsiteX7" fmla="*/ 365760 w 1901952"/>
              <a:gd name="connsiteY7" fmla="*/ 176784 h 365760"/>
              <a:gd name="connsiteX8" fmla="*/ 384048 w 1901952"/>
              <a:gd name="connsiteY8" fmla="*/ 170688 h 365760"/>
              <a:gd name="connsiteX9" fmla="*/ 408432 w 1901952"/>
              <a:gd name="connsiteY9" fmla="*/ 152400 h 365760"/>
              <a:gd name="connsiteX10" fmla="*/ 445008 w 1901952"/>
              <a:gd name="connsiteY10" fmla="*/ 140208 h 365760"/>
              <a:gd name="connsiteX11" fmla="*/ 457200 w 1901952"/>
              <a:gd name="connsiteY11" fmla="*/ 121920 h 365760"/>
              <a:gd name="connsiteX12" fmla="*/ 493776 w 1901952"/>
              <a:gd name="connsiteY12" fmla="*/ 103632 h 365760"/>
              <a:gd name="connsiteX13" fmla="*/ 573024 w 1901952"/>
              <a:gd name="connsiteY13" fmla="*/ 85344 h 365760"/>
              <a:gd name="connsiteX14" fmla="*/ 640080 w 1901952"/>
              <a:gd name="connsiteY14" fmla="*/ 97536 h 365760"/>
              <a:gd name="connsiteX15" fmla="*/ 658368 w 1901952"/>
              <a:gd name="connsiteY15" fmla="*/ 109728 h 365760"/>
              <a:gd name="connsiteX16" fmla="*/ 682752 w 1901952"/>
              <a:gd name="connsiteY16" fmla="*/ 115824 h 365760"/>
              <a:gd name="connsiteX17" fmla="*/ 725424 w 1901952"/>
              <a:gd name="connsiteY17" fmla="*/ 134112 h 365760"/>
              <a:gd name="connsiteX18" fmla="*/ 743712 w 1901952"/>
              <a:gd name="connsiteY18" fmla="*/ 140208 h 365760"/>
              <a:gd name="connsiteX19" fmla="*/ 762000 w 1901952"/>
              <a:gd name="connsiteY19" fmla="*/ 152400 h 365760"/>
              <a:gd name="connsiteX20" fmla="*/ 780288 w 1901952"/>
              <a:gd name="connsiteY20" fmla="*/ 158496 h 365760"/>
              <a:gd name="connsiteX21" fmla="*/ 835152 w 1901952"/>
              <a:gd name="connsiteY21" fmla="*/ 188976 h 365760"/>
              <a:gd name="connsiteX22" fmla="*/ 890016 w 1901952"/>
              <a:gd name="connsiteY22" fmla="*/ 176784 h 365760"/>
              <a:gd name="connsiteX23" fmla="*/ 914400 w 1901952"/>
              <a:gd name="connsiteY23" fmla="*/ 158496 h 365760"/>
              <a:gd name="connsiteX24" fmla="*/ 963168 w 1901952"/>
              <a:gd name="connsiteY24" fmla="*/ 134112 h 365760"/>
              <a:gd name="connsiteX25" fmla="*/ 987552 w 1901952"/>
              <a:gd name="connsiteY25" fmla="*/ 121920 h 365760"/>
              <a:gd name="connsiteX26" fmla="*/ 1036320 w 1901952"/>
              <a:gd name="connsiteY26" fmla="*/ 103632 h 365760"/>
              <a:gd name="connsiteX27" fmla="*/ 1054608 w 1901952"/>
              <a:gd name="connsiteY27" fmla="*/ 97536 h 365760"/>
              <a:gd name="connsiteX28" fmla="*/ 1072896 w 1901952"/>
              <a:gd name="connsiteY28" fmla="*/ 85344 h 365760"/>
              <a:gd name="connsiteX29" fmla="*/ 1103376 w 1901952"/>
              <a:gd name="connsiteY29" fmla="*/ 79248 h 365760"/>
              <a:gd name="connsiteX30" fmla="*/ 1133856 w 1901952"/>
              <a:gd name="connsiteY30" fmla="*/ 67056 h 365760"/>
              <a:gd name="connsiteX31" fmla="*/ 1152144 w 1901952"/>
              <a:gd name="connsiteY31" fmla="*/ 54864 h 365760"/>
              <a:gd name="connsiteX32" fmla="*/ 1182624 w 1901952"/>
              <a:gd name="connsiteY32" fmla="*/ 48768 h 365760"/>
              <a:gd name="connsiteX33" fmla="*/ 1237488 w 1901952"/>
              <a:gd name="connsiteY33" fmla="*/ 54864 h 365760"/>
              <a:gd name="connsiteX34" fmla="*/ 1267968 w 1901952"/>
              <a:gd name="connsiteY34" fmla="*/ 79248 h 365760"/>
              <a:gd name="connsiteX35" fmla="*/ 1322832 w 1901952"/>
              <a:gd name="connsiteY35" fmla="*/ 103632 h 365760"/>
              <a:gd name="connsiteX36" fmla="*/ 1341120 w 1901952"/>
              <a:gd name="connsiteY36" fmla="*/ 115824 h 365760"/>
              <a:gd name="connsiteX37" fmla="*/ 1365504 w 1901952"/>
              <a:gd name="connsiteY37" fmla="*/ 121920 h 365760"/>
              <a:gd name="connsiteX38" fmla="*/ 1389888 w 1901952"/>
              <a:gd name="connsiteY38" fmla="*/ 134112 h 365760"/>
              <a:gd name="connsiteX39" fmla="*/ 1432560 w 1901952"/>
              <a:gd name="connsiteY39" fmla="*/ 128016 h 365760"/>
              <a:gd name="connsiteX40" fmla="*/ 1450848 w 1901952"/>
              <a:gd name="connsiteY40" fmla="*/ 109728 h 365760"/>
              <a:gd name="connsiteX41" fmla="*/ 1469136 w 1901952"/>
              <a:gd name="connsiteY41" fmla="*/ 97536 h 365760"/>
              <a:gd name="connsiteX42" fmla="*/ 1517904 w 1901952"/>
              <a:gd name="connsiteY42" fmla="*/ 42672 h 365760"/>
              <a:gd name="connsiteX43" fmla="*/ 1536192 w 1901952"/>
              <a:gd name="connsiteY43" fmla="*/ 36576 h 365760"/>
              <a:gd name="connsiteX44" fmla="*/ 1554480 w 1901952"/>
              <a:gd name="connsiteY44" fmla="*/ 24384 h 365760"/>
              <a:gd name="connsiteX45" fmla="*/ 1572768 w 1901952"/>
              <a:gd name="connsiteY45" fmla="*/ 18288 h 365760"/>
              <a:gd name="connsiteX46" fmla="*/ 1597152 w 1901952"/>
              <a:gd name="connsiteY46" fmla="*/ 6096 h 365760"/>
              <a:gd name="connsiteX47" fmla="*/ 1639824 w 1901952"/>
              <a:gd name="connsiteY47" fmla="*/ 0 h 365760"/>
              <a:gd name="connsiteX48" fmla="*/ 1761744 w 1901952"/>
              <a:gd name="connsiteY48" fmla="*/ 6096 h 365760"/>
              <a:gd name="connsiteX49" fmla="*/ 1828800 w 1901952"/>
              <a:gd name="connsiteY49" fmla="*/ 24384 h 365760"/>
              <a:gd name="connsiteX50" fmla="*/ 1877568 w 1901952"/>
              <a:gd name="connsiteY50" fmla="*/ 30480 h 365760"/>
              <a:gd name="connsiteX51" fmla="*/ 1901952 w 1901952"/>
              <a:gd name="connsiteY51" fmla="*/ 36576 h 365760"/>
              <a:gd name="connsiteX0" fmla="*/ 0 w 1877568"/>
              <a:gd name="connsiteY0" fmla="*/ 365760 h 365760"/>
              <a:gd name="connsiteX1" fmla="*/ 201168 w 1877568"/>
              <a:gd name="connsiteY1" fmla="*/ 243840 h 365760"/>
              <a:gd name="connsiteX2" fmla="*/ 219456 w 1877568"/>
              <a:gd name="connsiteY2" fmla="*/ 237744 h 365760"/>
              <a:gd name="connsiteX3" fmla="*/ 237744 w 1877568"/>
              <a:gd name="connsiteY3" fmla="*/ 225552 h 365760"/>
              <a:gd name="connsiteX4" fmla="*/ 256032 w 1877568"/>
              <a:gd name="connsiteY4" fmla="*/ 219456 h 365760"/>
              <a:gd name="connsiteX5" fmla="*/ 274320 w 1877568"/>
              <a:gd name="connsiteY5" fmla="*/ 207264 h 365760"/>
              <a:gd name="connsiteX6" fmla="*/ 329184 w 1877568"/>
              <a:gd name="connsiteY6" fmla="*/ 195072 h 365760"/>
              <a:gd name="connsiteX7" fmla="*/ 365760 w 1877568"/>
              <a:gd name="connsiteY7" fmla="*/ 176784 h 365760"/>
              <a:gd name="connsiteX8" fmla="*/ 384048 w 1877568"/>
              <a:gd name="connsiteY8" fmla="*/ 170688 h 365760"/>
              <a:gd name="connsiteX9" fmla="*/ 408432 w 1877568"/>
              <a:gd name="connsiteY9" fmla="*/ 152400 h 365760"/>
              <a:gd name="connsiteX10" fmla="*/ 445008 w 1877568"/>
              <a:gd name="connsiteY10" fmla="*/ 140208 h 365760"/>
              <a:gd name="connsiteX11" fmla="*/ 457200 w 1877568"/>
              <a:gd name="connsiteY11" fmla="*/ 121920 h 365760"/>
              <a:gd name="connsiteX12" fmla="*/ 493776 w 1877568"/>
              <a:gd name="connsiteY12" fmla="*/ 103632 h 365760"/>
              <a:gd name="connsiteX13" fmla="*/ 573024 w 1877568"/>
              <a:gd name="connsiteY13" fmla="*/ 85344 h 365760"/>
              <a:gd name="connsiteX14" fmla="*/ 640080 w 1877568"/>
              <a:gd name="connsiteY14" fmla="*/ 97536 h 365760"/>
              <a:gd name="connsiteX15" fmla="*/ 658368 w 1877568"/>
              <a:gd name="connsiteY15" fmla="*/ 109728 h 365760"/>
              <a:gd name="connsiteX16" fmla="*/ 682752 w 1877568"/>
              <a:gd name="connsiteY16" fmla="*/ 115824 h 365760"/>
              <a:gd name="connsiteX17" fmla="*/ 725424 w 1877568"/>
              <a:gd name="connsiteY17" fmla="*/ 134112 h 365760"/>
              <a:gd name="connsiteX18" fmla="*/ 743712 w 1877568"/>
              <a:gd name="connsiteY18" fmla="*/ 140208 h 365760"/>
              <a:gd name="connsiteX19" fmla="*/ 762000 w 1877568"/>
              <a:gd name="connsiteY19" fmla="*/ 152400 h 365760"/>
              <a:gd name="connsiteX20" fmla="*/ 780288 w 1877568"/>
              <a:gd name="connsiteY20" fmla="*/ 158496 h 365760"/>
              <a:gd name="connsiteX21" fmla="*/ 835152 w 1877568"/>
              <a:gd name="connsiteY21" fmla="*/ 188976 h 365760"/>
              <a:gd name="connsiteX22" fmla="*/ 890016 w 1877568"/>
              <a:gd name="connsiteY22" fmla="*/ 176784 h 365760"/>
              <a:gd name="connsiteX23" fmla="*/ 914400 w 1877568"/>
              <a:gd name="connsiteY23" fmla="*/ 158496 h 365760"/>
              <a:gd name="connsiteX24" fmla="*/ 963168 w 1877568"/>
              <a:gd name="connsiteY24" fmla="*/ 134112 h 365760"/>
              <a:gd name="connsiteX25" fmla="*/ 987552 w 1877568"/>
              <a:gd name="connsiteY25" fmla="*/ 121920 h 365760"/>
              <a:gd name="connsiteX26" fmla="*/ 1036320 w 1877568"/>
              <a:gd name="connsiteY26" fmla="*/ 103632 h 365760"/>
              <a:gd name="connsiteX27" fmla="*/ 1054608 w 1877568"/>
              <a:gd name="connsiteY27" fmla="*/ 97536 h 365760"/>
              <a:gd name="connsiteX28" fmla="*/ 1072896 w 1877568"/>
              <a:gd name="connsiteY28" fmla="*/ 85344 h 365760"/>
              <a:gd name="connsiteX29" fmla="*/ 1103376 w 1877568"/>
              <a:gd name="connsiteY29" fmla="*/ 79248 h 365760"/>
              <a:gd name="connsiteX30" fmla="*/ 1133856 w 1877568"/>
              <a:gd name="connsiteY30" fmla="*/ 67056 h 365760"/>
              <a:gd name="connsiteX31" fmla="*/ 1152144 w 1877568"/>
              <a:gd name="connsiteY31" fmla="*/ 54864 h 365760"/>
              <a:gd name="connsiteX32" fmla="*/ 1182624 w 1877568"/>
              <a:gd name="connsiteY32" fmla="*/ 48768 h 365760"/>
              <a:gd name="connsiteX33" fmla="*/ 1237488 w 1877568"/>
              <a:gd name="connsiteY33" fmla="*/ 54864 h 365760"/>
              <a:gd name="connsiteX34" fmla="*/ 1267968 w 1877568"/>
              <a:gd name="connsiteY34" fmla="*/ 79248 h 365760"/>
              <a:gd name="connsiteX35" fmla="*/ 1322832 w 1877568"/>
              <a:gd name="connsiteY35" fmla="*/ 103632 h 365760"/>
              <a:gd name="connsiteX36" fmla="*/ 1341120 w 1877568"/>
              <a:gd name="connsiteY36" fmla="*/ 115824 h 365760"/>
              <a:gd name="connsiteX37" fmla="*/ 1365504 w 1877568"/>
              <a:gd name="connsiteY37" fmla="*/ 121920 h 365760"/>
              <a:gd name="connsiteX38" fmla="*/ 1389888 w 1877568"/>
              <a:gd name="connsiteY38" fmla="*/ 134112 h 365760"/>
              <a:gd name="connsiteX39" fmla="*/ 1432560 w 1877568"/>
              <a:gd name="connsiteY39" fmla="*/ 128016 h 365760"/>
              <a:gd name="connsiteX40" fmla="*/ 1450848 w 1877568"/>
              <a:gd name="connsiteY40" fmla="*/ 109728 h 365760"/>
              <a:gd name="connsiteX41" fmla="*/ 1469136 w 1877568"/>
              <a:gd name="connsiteY41" fmla="*/ 97536 h 365760"/>
              <a:gd name="connsiteX42" fmla="*/ 1517904 w 1877568"/>
              <a:gd name="connsiteY42" fmla="*/ 42672 h 365760"/>
              <a:gd name="connsiteX43" fmla="*/ 1536192 w 1877568"/>
              <a:gd name="connsiteY43" fmla="*/ 36576 h 365760"/>
              <a:gd name="connsiteX44" fmla="*/ 1554480 w 1877568"/>
              <a:gd name="connsiteY44" fmla="*/ 24384 h 365760"/>
              <a:gd name="connsiteX45" fmla="*/ 1572768 w 1877568"/>
              <a:gd name="connsiteY45" fmla="*/ 18288 h 365760"/>
              <a:gd name="connsiteX46" fmla="*/ 1597152 w 1877568"/>
              <a:gd name="connsiteY46" fmla="*/ 6096 h 365760"/>
              <a:gd name="connsiteX47" fmla="*/ 1639824 w 1877568"/>
              <a:gd name="connsiteY47" fmla="*/ 0 h 365760"/>
              <a:gd name="connsiteX48" fmla="*/ 1761744 w 1877568"/>
              <a:gd name="connsiteY48" fmla="*/ 6096 h 365760"/>
              <a:gd name="connsiteX49" fmla="*/ 1828800 w 1877568"/>
              <a:gd name="connsiteY49" fmla="*/ 24384 h 365760"/>
              <a:gd name="connsiteX50" fmla="*/ 1877568 w 1877568"/>
              <a:gd name="connsiteY50" fmla="*/ 30480 h 365760"/>
              <a:gd name="connsiteX0" fmla="*/ 0 w 1828800"/>
              <a:gd name="connsiteY0" fmla="*/ 365760 h 365760"/>
              <a:gd name="connsiteX1" fmla="*/ 201168 w 1828800"/>
              <a:gd name="connsiteY1" fmla="*/ 243840 h 365760"/>
              <a:gd name="connsiteX2" fmla="*/ 219456 w 1828800"/>
              <a:gd name="connsiteY2" fmla="*/ 237744 h 365760"/>
              <a:gd name="connsiteX3" fmla="*/ 237744 w 1828800"/>
              <a:gd name="connsiteY3" fmla="*/ 225552 h 365760"/>
              <a:gd name="connsiteX4" fmla="*/ 256032 w 1828800"/>
              <a:gd name="connsiteY4" fmla="*/ 219456 h 365760"/>
              <a:gd name="connsiteX5" fmla="*/ 274320 w 1828800"/>
              <a:gd name="connsiteY5" fmla="*/ 207264 h 365760"/>
              <a:gd name="connsiteX6" fmla="*/ 329184 w 1828800"/>
              <a:gd name="connsiteY6" fmla="*/ 195072 h 365760"/>
              <a:gd name="connsiteX7" fmla="*/ 365760 w 1828800"/>
              <a:gd name="connsiteY7" fmla="*/ 176784 h 365760"/>
              <a:gd name="connsiteX8" fmla="*/ 384048 w 1828800"/>
              <a:gd name="connsiteY8" fmla="*/ 170688 h 365760"/>
              <a:gd name="connsiteX9" fmla="*/ 408432 w 1828800"/>
              <a:gd name="connsiteY9" fmla="*/ 152400 h 365760"/>
              <a:gd name="connsiteX10" fmla="*/ 445008 w 1828800"/>
              <a:gd name="connsiteY10" fmla="*/ 140208 h 365760"/>
              <a:gd name="connsiteX11" fmla="*/ 457200 w 1828800"/>
              <a:gd name="connsiteY11" fmla="*/ 121920 h 365760"/>
              <a:gd name="connsiteX12" fmla="*/ 493776 w 1828800"/>
              <a:gd name="connsiteY12" fmla="*/ 103632 h 365760"/>
              <a:gd name="connsiteX13" fmla="*/ 573024 w 1828800"/>
              <a:gd name="connsiteY13" fmla="*/ 85344 h 365760"/>
              <a:gd name="connsiteX14" fmla="*/ 640080 w 1828800"/>
              <a:gd name="connsiteY14" fmla="*/ 97536 h 365760"/>
              <a:gd name="connsiteX15" fmla="*/ 658368 w 1828800"/>
              <a:gd name="connsiteY15" fmla="*/ 109728 h 365760"/>
              <a:gd name="connsiteX16" fmla="*/ 682752 w 1828800"/>
              <a:gd name="connsiteY16" fmla="*/ 115824 h 365760"/>
              <a:gd name="connsiteX17" fmla="*/ 725424 w 1828800"/>
              <a:gd name="connsiteY17" fmla="*/ 134112 h 365760"/>
              <a:gd name="connsiteX18" fmla="*/ 743712 w 1828800"/>
              <a:gd name="connsiteY18" fmla="*/ 140208 h 365760"/>
              <a:gd name="connsiteX19" fmla="*/ 762000 w 1828800"/>
              <a:gd name="connsiteY19" fmla="*/ 152400 h 365760"/>
              <a:gd name="connsiteX20" fmla="*/ 780288 w 1828800"/>
              <a:gd name="connsiteY20" fmla="*/ 158496 h 365760"/>
              <a:gd name="connsiteX21" fmla="*/ 835152 w 1828800"/>
              <a:gd name="connsiteY21" fmla="*/ 188976 h 365760"/>
              <a:gd name="connsiteX22" fmla="*/ 890016 w 1828800"/>
              <a:gd name="connsiteY22" fmla="*/ 176784 h 365760"/>
              <a:gd name="connsiteX23" fmla="*/ 914400 w 1828800"/>
              <a:gd name="connsiteY23" fmla="*/ 158496 h 365760"/>
              <a:gd name="connsiteX24" fmla="*/ 963168 w 1828800"/>
              <a:gd name="connsiteY24" fmla="*/ 134112 h 365760"/>
              <a:gd name="connsiteX25" fmla="*/ 987552 w 1828800"/>
              <a:gd name="connsiteY25" fmla="*/ 121920 h 365760"/>
              <a:gd name="connsiteX26" fmla="*/ 1036320 w 1828800"/>
              <a:gd name="connsiteY26" fmla="*/ 103632 h 365760"/>
              <a:gd name="connsiteX27" fmla="*/ 1054608 w 1828800"/>
              <a:gd name="connsiteY27" fmla="*/ 97536 h 365760"/>
              <a:gd name="connsiteX28" fmla="*/ 1072896 w 1828800"/>
              <a:gd name="connsiteY28" fmla="*/ 85344 h 365760"/>
              <a:gd name="connsiteX29" fmla="*/ 1103376 w 1828800"/>
              <a:gd name="connsiteY29" fmla="*/ 79248 h 365760"/>
              <a:gd name="connsiteX30" fmla="*/ 1133856 w 1828800"/>
              <a:gd name="connsiteY30" fmla="*/ 67056 h 365760"/>
              <a:gd name="connsiteX31" fmla="*/ 1152144 w 1828800"/>
              <a:gd name="connsiteY31" fmla="*/ 54864 h 365760"/>
              <a:gd name="connsiteX32" fmla="*/ 1182624 w 1828800"/>
              <a:gd name="connsiteY32" fmla="*/ 48768 h 365760"/>
              <a:gd name="connsiteX33" fmla="*/ 1237488 w 1828800"/>
              <a:gd name="connsiteY33" fmla="*/ 54864 h 365760"/>
              <a:gd name="connsiteX34" fmla="*/ 1267968 w 1828800"/>
              <a:gd name="connsiteY34" fmla="*/ 79248 h 365760"/>
              <a:gd name="connsiteX35" fmla="*/ 1322832 w 1828800"/>
              <a:gd name="connsiteY35" fmla="*/ 103632 h 365760"/>
              <a:gd name="connsiteX36" fmla="*/ 1341120 w 1828800"/>
              <a:gd name="connsiteY36" fmla="*/ 115824 h 365760"/>
              <a:gd name="connsiteX37" fmla="*/ 1365504 w 1828800"/>
              <a:gd name="connsiteY37" fmla="*/ 121920 h 365760"/>
              <a:gd name="connsiteX38" fmla="*/ 1389888 w 1828800"/>
              <a:gd name="connsiteY38" fmla="*/ 134112 h 365760"/>
              <a:gd name="connsiteX39" fmla="*/ 1432560 w 1828800"/>
              <a:gd name="connsiteY39" fmla="*/ 128016 h 365760"/>
              <a:gd name="connsiteX40" fmla="*/ 1450848 w 1828800"/>
              <a:gd name="connsiteY40" fmla="*/ 109728 h 365760"/>
              <a:gd name="connsiteX41" fmla="*/ 1469136 w 1828800"/>
              <a:gd name="connsiteY41" fmla="*/ 97536 h 365760"/>
              <a:gd name="connsiteX42" fmla="*/ 1517904 w 1828800"/>
              <a:gd name="connsiteY42" fmla="*/ 42672 h 365760"/>
              <a:gd name="connsiteX43" fmla="*/ 1536192 w 1828800"/>
              <a:gd name="connsiteY43" fmla="*/ 36576 h 365760"/>
              <a:gd name="connsiteX44" fmla="*/ 1554480 w 1828800"/>
              <a:gd name="connsiteY44" fmla="*/ 24384 h 365760"/>
              <a:gd name="connsiteX45" fmla="*/ 1572768 w 1828800"/>
              <a:gd name="connsiteY45" fmla="*/ 18288 h 365760"/>
              <a:gd name="connsiteX46" fmla="*/ 1597152 w 1828800"/>
              <a:gd name="connsiteY46" fmla="*/ 6096 h 365760"/>
              <a:gd name="connsiteX47" fmla="*/ 1639824 w 1828800"/>
              <a:gd name="connsiteY47" fmla="*/ 0 h 365760"/>
              <a:gd name="connsiteX48" fmla="*/ 1761744 w 1828800"/>
              <a:gd name="connsiteY48" fmla="*/ 6096 h 365760"/>
              <a:gd name="connsiteX49" fmla="*/ 1828800 w 1828800"/>
              <a:gd name="connsiteY49" fmla="*/ 24384 h 365760"/>
              <a:gd name="connsiteX0" fmla="*/ 0 w 1761744"/>
              <a:gd name="connsiteY0" fmla="*/ 365760 h 365760"/>
              <a:gd name="connsiteX1" fmla="*/ 201168 w 1761744"/>
              <a:gd name="connsiteY1" fmla="*/ 243840 h 365760"/>
              <a:gd name="connsiteX2" fmla="*/ 219456 w 1761744"/>
              <a:gd name="connsiteY2" fmla="*/ 237744 h 365760"/>
              <a:gd name="connsiteX3" fmla="*/ 237744 w 1761744"/>
              <a:gd name="connsiteY3" fmla="*/ 225552 h 365760"/>
              <a:gd name="connsiteX4" fmla="*/ 256032 w 1761744"/>
              <a:gd name="connsiteY4" fmla="*/ 219456 h 365760"/>
              <a:gd name="connsiteX5" fmla="*/ 274320 w 1761744"/>
              <a:gd name="connsiteY5" fmla="*/ 207264 h 365760"/>
              <a:gd name="connsiteX6" fmla="*/ 329184 w 1761744"/>
              <a:gd name="connsiteY6" fmla="*/ 195072 h 365760"/>
              <a:gd name="connsiteX7" fmla="*/ 365760 w 1761744"/>
              <a:gd name="connsiteY7" fmla="*/ 176784 h 365760"/>
              <a:gd name="connsiteX8" fmla="*/ 384048 w 1761744"/>
              <a:gd name="connsiteY8" fmla="*/ 170688 h 365760"/>
              <a:gd name="connsiteX9" fmla="*/ 408432 w 1761744"/>
              <a:gd name="connsiteY9" fmla="*/ 152400 h 365760"/>
              <a:gd name="connsiteX10" fmla="*/ 445008 w 1761744"/>
              <a:gd name="connsiteY10" fmla="*/ 140208 h 365760"/>
              <a:gd name="connsiteX11" fmla="*/ 457200 w 1761744"/>
              <a:gd name="connsiteY11" fmla="*/ 121920 h 365760"/>
              <a:gd name="connsiteX12" fmla="*/ 493776 w 1761744"/>
              <a:gd name="connsiteY12" fmla="*/ 103632 h 365760"/>
              <a:gd name="connsiteX13" fmla="*/ 573024 w 1761744"/>
              <a:gd name="connsiteY13" fmla="*/ 85344 h 365760"/>
              <a:gd name="connsiteX14" fmla="*/ 640080 w 1761744"/>
              <a:gd name="connsiteY14" fmla="*/ 97536 h 365760"/>
              <a:gd name="connsiteX15" fmla="*/ 658368 w 1761744"/>
              <a:gd name="connsiteY15" fmla="*/ 109728 h 365760"/>
              <a:gd name="connsiteX16" fmla="*/ 682752 w 1761744"/>
              <a:gd name="connsiteY16" fmla="*/ 115824 h 365760"/>
              <a:gd name="connsiteX17" fmla="*/ 725424 w 1761744"/>
              <a:gd name="connsiteY17" fmla="*/ 134112 h 365760"/>
              <a:gd name="connsiteX18" fmla="*/ 743712 w 1761744"/>
              <a:gd name="connsiteY18" fmla="*/ 140208 h 365760"/>
              <a:gd name="connsiteX19" fmla="*/ 762000 w 1761744"/>
              <a:gd name="connsiteY19" fmla="*/ 152400 h 365760"/>
              <a:gd name="connsiteX20" fmla="*/ 780288 w 1761744"/>
              <a:gd name="connsiteY20" fmla="*/ 158496 h 365760"/>
              <a:gd name="connsiteX21" fmla="*/ 835152 w 1761744"/>
              <a:gd name="connsiteY21" fmla="*/ 188976 h 365760"/>
              <a:gd name="connsiteX22" fmla="*/ 890016 w 1761744"/>
              <a:gd name="connsiteY22" fmla="*/ 176784 h 365760"/>
              <a:gd name="connsiteX23" fmla="*/ 914400 w 1761744"/>
              <a:gd name="connsiteY23" fmla="*/ 158496 h 365760"/>
              <a:gd name="connsiteX24" fmla="*/ 963168 w 1761744"/>
              <a:gd name="connsiteY24" fmla="*/ 134112 h 365760"/>
              <a:gd name="connsiteX25" fmla="*/ 987552 w 1761744"/>
              <a:gd name="connsiteY25" fmla="*/ 121920 h 365760"/>
              <a:gd name="connsiteX26" fmla="*/ 1036320 w 1761744"/>
              <a:gd name="connsiteY26" fmla="*/ 103632 h 365760"/>
              <a:gd name="connsiteX27" fmla="*/ 1054608 w 1761744"/>
              <a:gd name="connsiteY27" fmla="*/ 97536 h 365760"/>
              <a:gd name="connsiteX28" fmla="*/ 1072896 w 1761744"/>
              <a:gd name="connsiteY28" fmla="*/ 85344 h 365760"/>
              <a:gd name="connsiteX29" fmla="*/ 1103376 w 1761744"/>
              <a:gd name="connsiteY29" fmla="*/ 79248 h 365760"/>
              <a:gd name="connsiteX30" fmla="*/ 1133856 w 1761744"/>
              <a:gd name="connsiteY30" fmla="*/ 67056 h 365760"/>
              <a:gd name="connsiteX31" fmla="*/ 1152144 w 1761744"/>
              <a:gd name="connsiteY31" fmla="*/ 54864 h 365760"/>
              <a:gd name="connsiteX32" fmla="*/ 1182624 w 1761744"/>
              <a:gd name="connsiteY32" fmla="*/ 48768 h 365760"/>
              <a:gd name="connsiteX33" fmla="*/ 1237488 w 1761744"/>
              <a:gd name="connsiteY33" fmla="*/ 54864 h 365760"/>
              <a:gd name="connsiteX34" fmla="*/ 1267968 w 1761744"/>
              <a:gd name="connsiteY34" fmla="*/ 79248 h 365760"/>
              <a:gd name="connsiteX35" fmla="*/ 1322832 w 1761744"/>
              <a:gd name="connsiteY35" fmla="*/ 103632 h 365760"/>
              <a:gd name="connsiteX36" fmla="*/ 1341120 w 1761744"/>
              <a:gd name="connsiteY36" fmla="*/ 115824 h 365760"/>
              <a:gd name="connsiteX37" fmla="*/ 1365504 w 1761744"/>
              <a:gd name="connsiteY37" fmla="*/ 121920 h 365760"/>
              <a:gd name="connsiteX38" fmla="*/ 1389888 w 1761744"/>
              <a:gd name="connsiteY38" fmla="*/ 134112 h 365760"/>
              <a:gd name="connsiteX39" fmla="*/ 1432560 w 1761744"/>
              <a:gd name="connsiteY39" fmla="*/ 128016 h 365760"/>
              <a:gd name="connsiteX40" fmla="*/ 1450848 w 1761744"/>
              <a:gd name="connsiteY40" fmla="*/ 109728 h 365760"/>
              <a:gd name="connsiteX41" fmla="*/ 1469136 w 1761744"/>
              <a:gd name="connsiteY41" fmla="*/ 97536 h 365760"/>
              <a:gd name="connsiteX42" fmla="*/ 1517904 w 1761744"/>
              <a:gd name="connsiteY42" fmla="*/ 42672 h 365760"/>
              <a:gd name="connsiteX43" fmla="*/ 1536192 w 1761744"/>
              <a:gd name="connsiteY43" fmla="*/ 36576 h 365760"/>
              <a:gd name="connsiteX44" fmla="*/ 1554480 w 1761744"/>
              <a:gd name="connsiteY44" fmla="*/ 24384 h 365760"/>
              <a:gd name="connsiteX45" fmla="*/ 1572768 w 1761744"/>
              <a:gd name="connsiteY45" fmla="*/ 18288 h 365760"/>
              <a:gd name="connsiteX46" fmla="*/ 1597152 w 1761744"/>
              <a:gd name="connsiteY46" fmla="*/ 6096 h 365760"/>
              <a:gd name="connsiteX47" fmla="*/ 1639824 w 1761744"/>
              <a:gd name="connsiteY47" fmla="*/ 0 h 365760"/>
              <a:gd name="connsiteX48" fmla="*/ 1761744 w 1761744"/>
              <a:gd name="connsiteY48" fmla="*/ 6096 h 365760"/>
              <a:gd name="connsiteX0" fmla="*/ 0 w 1723644"/>
              <a:gd name="connsiteY0" fmla="*/ 365760 h 365760"/>
              <a:gd name="connsiteX1" fmla="*/ 201168 w 1723644"/>
              <a:gd name="connsiteY1" fmla="*/ 243840 h 365760"/>
              <a:gd name="connsiteX2" fmla="*/ 219456 w 1723644"/>
              <a:gd name="connsiteY2" fmla="*/ 237744 h 365760"/>
              <a:gd name="connsiteX3" fmla="*/ 237744 w 1723644"/>
              <a:gd name="connsiteY3" fmla="*/ 225552 h 365760"/>
              <a:gd name="connsiteX4" fmla="*/ 256032 w 1723644"/>
              <a:gd name="connsiteY4" fmla="*/ 219456 h 365760"/>
              <a:gd name="connsiteX5" fmla="*/ 274320 w 1723644"/>
              <a:gd name="connsiteY5" fmla="*/ 207264 h 365760"/>
              <a:gd name="connsiteX6" fmla="*/ 329184 w 1723644"/>
              <a:gd name="connsiteY6" fmla="*/ 195072 h 365760"/>
              <a:gd name="connsiteX7" fmla="*/ 365760 w 1723644"/>
              <a:gd name="connsiteY7" fmla="*/ 176784 h 365760"/>
              <a:gd name="connsiteX8" fmla="*/ 384048 w 1723644"/>
              <a:gd name="connsiteY8" fmla="*/ 170688 h 365760"/>
              <a:gd name="connsiteX9" fmla="*/ 408432 w 1723644"/>
              <a:gd name="connsiteY9" fmla="*/ 152400 h 365760"/>
              <a:gd name="connsiteX10" fmla="*/ 445008 w 1723644"/>
              <a:gd name="connsiteY10" fmla="*/ 140208 h 365760"/>
              <a:gd name="connsiteX11" fmla="*/ 457200 w 1723644"/>
              <a:gd name="connsiteY11" fmla="*/ 121920 h 365760"/>
              <a:gd name="connsiteX12" fmla="*/ 493776 w 1723644"/>
              <a:gd name="connsiteY12" fmla="*/ 103632 h 365760"/>
              <a:gd name="connsiteX13" fmla="*/ 573024 w 1723644"/>
              <a:gd name="connsiteY13" fmla="*/ 85344 h 365760"/>
              <a:gd name="connsiteX14" fmla="*/ 640080 w 1723644"/>
              <a:gd name="connsiteY14" fmla="*/ 97536 h 365760"/>
              <a:gd name="connsiteX15" fmla="*/ 658368 w 1723644"/>
              <a:gd name="connsiteY15" fmla="*/ 109728 h 365760"/>
              <a:gd name="connsiteX16" fmla="*/ 682752 w 1723644"/>
              <a:gd name="connsiteY16" fmla="*/ 115824 h 365760"/>
              <a:gd name="connsiteX17" fmla="*/ 725424 w 1723644"/>
              <a:gd name="connsiteY17" fmla="*/ 134112 h 365760"/>
              <a:gd name="connsiteX18" fmla="*/ 743712 w 1723644"/>
              <a:gd name="connsiteY18" fmla="*/ 140208 h 365760"/>
              <a:gd name="connsiteX19" fmla="*/ 762000 w 1723644"/>
              <a:gd name="connsiteY19" fmla="*/ 152400 h 365760"/>
              <a:gd name="connsiteX20" fmla="*/ 780288 w 1723644"/>
              <a:gd name="connsiteY20" fmla="*/ 158496 h 365760"/>
              <a:gd name="connsiteX21" fmla="*/ 835152 w 1723644"/>
              <a:gd name="connsiteY21" fmla="*/ 188976 h 365760"/>
              <a:gd name="connsiteX22" fmla="*/ 890016 w 1723644"/>
              <a:gd name="connsiteY22" fmla="*/ 176784 h 365760"/>
              <a:gd name="connsiteX23" fmla="*/ 914400 w 1723644"/>
              <a:gd name="connsiteY23" fmla="*/ 158496 h 365760"/>
              <a:gd name="connsiteX24" fmla="*/ 963168 w 1723644"/>
              <a:gd name="connsiteY24" fmla="*/ 134112 h 365760"/>
              <a:gd name="connsiteX25" fmla="*/ 987552 w 1723644"/>
              <a:gd name="connsiteY25" fmla="*/ 121920 h 365760"/>
              <a:gd name="connsiteX26" fmla="*/ 1036320 w 1723644"/>
              <a:gd name="connsiteY26" fmla="*/ 103632 h 365760"/>
              <a:gd name="connsiteX27" fmla="*/ 1054608 w 1723644"/>
              <a:gd name="connsiteY27" fmla="*/ 97536 h 365760"/>
              <a:gd name="connsiteX28" fmla="*/ 1072896 w 1723644"/>
              <a:gd name="connsiteY28" fmla="*/ 85344 h 365760"/>
              <a:gd name="connsiteX29" fmla="*/ 1103376 w 1723644"/>
              <a:gd name="connsiteY29" fmla="*/ 79248 h 365760"/>
              <a:gd name="connsiteX30" fmla="*/ 1133856 w 1723644"/>
              <a:gd name="connsiteY30" fmla="*/ 67056 h 365760"/>
              <a:gd name="connsiteX31" fmla="*/ 1152144 w 1723644"/>
              <a:gd name="connsiteY31" fmla="*/ 54864 h 365760"/>
              <a:gd name="connsiteX32" fmla="*/ 1182624 w 1723644"/>
              <a:gd name="connsiteY32" fmla="*/ 48768 h 365760"/>
              <a:gd name="connsiteX33" fmla="*/ 1237488 w 1723644"/>
              <a:gd name="connsiteY33" fmla="*/ 54864 h 365760"/>
              <a:gd name="connsiteX34" fmla="*/ 1267968 w 1723644"/>
              <a:gd name="connsiteY34" fmla="*/ 79248 h 365760"/>
              <a:gd name="connsiteX35" fmla="*/ 1322832 w 1723644"/>
              <a:gd name="connsiteY35" fmla="*/ 103632 h 365760"/>
              <a:gd name="connsiteX36" fmla="*/ 1341120 w 1723644"/>
              <a:gd name="connsiteY36" fmla="*/ 115824 h 365760"/>
              <a:gd name="connsiteX37" fmla="*/ 1365504 w 1723644"/>
              <a:gd name="connsiteY37" fmla="*/ 121920 h 365760"/>
              <a:gd name="connsiteX38" fmla="*/ 1389888 w 1723644"/>
              <a:gd name="connsiteY38" fmla="*/ 134112 h 365760"/>
              <a:gd name="connsiteX39" fmla="*/ 1432560 w 1723644"/>
              <a:gd name="connsiteY39" fmla="*/ 128016 h 365760"/>
              <a:gd name="connsiteX40" fmla="*/ 1450848 w 1723644"/>
              <a:gd name="connsiteY40" fmla="*/ 109728 h 365760"/>
              <a:gd name="connsiteX41" fmla="*/ 1469136 w 1723644"/>
              <a:gd name="connsiteY41" fmla="*/ 97536 h 365760"/>
              <a:gd name="connsiteX42" fmla="*/ 1517904 w 1723644"/>
              <a:gd name="connsiteY42" fmla="*/ 42672 h 365760"/>
              <a:gd name="connsiteX43" fmla="*/ 1536192 w 1723644"/>
              <a:gd name="connsiteY43" fmla="*/ 36576 h 365760"/>
              <a:gd name="connsiteX44" fmla="*/ 1554480 w 1723644"/>
              <a:gd name="connsiteY44" fmla="*/ 24384 h 365760"/>
              <a:gd name="connsiteX45" fmla="*/ 1572768 w 1723644"/>
              <a:gd name="connsiteY45" fmla="*/ 18288 h 365760"/>
              <a:gd name="connsiteX46" fmla="*/ 1597152 w 1723644"/>
              <a:gd name="connsiteY46" fmla="*/ 6096 h 365760"/>
              <a:gd name="connsiteX47" fmla="*/ 1639824 w 1723644"/>
              <a:gd name="connsiteY47" fmla="*/ 0 h 365760"/>
              <a:gd name="connsiteX48" fmla="*/ 1723644 w 1723644"/>
              <a:gd name="connsiteY48" fmla="*/ 9906 h 365760"/>
              <a:gd name="connsiteX0" fmla="*/ 0 w 1723644"/>
              <a:gd name="connsiteY0" fmla="*/ 365760 h 365760"/>
              <a:gd name="connsiteX1" fmla="*/ 195453 w 1723644"/>
              <a:gd name="connsiteY1" fmla="*/ 243840 h 365760"/>
              <a:gd name="connsiteX2" fmla="*/ 219456 w 1723644"/>
              <a:gd name="connsiteY2" fmla="*/ 237744 h 365760"/>
              <a:gd name="connsiteX3" fmla="*/ 237744 w 1723644"/>
              <a:gd name="connsiteY3" fmla="*/ 225552 h 365760"/>
              <a:gd name="connsiteX4" fmla="*/ 256032 w 1723644"/>
              <a:gd name="connsiteY4" fmla="*/ 219456 h 365760"/>
              <a:gd name="connsiteX5" fmla="*/ 274320 w 1723644"/>
              <a:gd name="connsiteY5" fmla="*/ 207264 h 365760"/>
              <a:gd name="connsiteX6" fmla="*/ 329184 w 1723644"/>
              <a:gd name="connsiteY6" fmla="*/ 195072 h 365760"/>
              <a:gd name="connsiteX7" fmla="*/ 365760 w 1723644"/>
              <a:gd name="connsiteY7" fmla="*/ 176784 h 365760"/>
              <a:gd name="connsiteX8" fmla="*/ 384048 w 1723644"/>
              <a:gd name="connsiteY8" fmla="*/ 170688 h 365760"/>
              <a:gd name="connsiteX9" fmla="*/ 408432 w 1723644"/>
              <a:gd name="connsiteY9" fmla="*/ 152400 h 365760"/>
              <a:gd name="connsiteX10" fmla="*/ 445008 w 1723644"/>
              <a:gd name="connsiteY10" fmla="*/ 140208 h 365760"/>
              <a:gd name="connsiteX11" fmla="*/ 457200 w 1723644"/>
              <a:gd name="connsiteY11" fmla="*/ 121920 h 365760"/>
              <a:gd name="connsiteX12" fmla="*/ 493776 w 1723644"/>
              <a:gd name="connsiteY12" fmla="*/ 103632 h 365760"/>
              <a:gd name="connsiteX13" fmla="*/ 573024 w 1723644"/>
              <a:gd name="connsiteY13" fmla="*/ 85344 h 365760"/>
              <a:gd name="connsiteX14" fmla="*/ 640080 w 1723644"/>
              <a:gd name="connsiteY14" fmla="*/ 97536 h 365760"/>
              <a:gd name="connsiteX15" fmla="*/ 658368 w 1723644"/>
              <a:gd name="connsiteY15" fmla="*/ 109728 h 365760"/>
              <a:gd name="connsiteX16" fmla="*/ 682752 w 1723644"/>
              <a:gd name="connsiteY16" fmla="*/ 115824 h 365760"/>
              <a:gd name="connsiteX17" fmla="*/ 725424 w 1723644"/>
              <a:gd name="connsiteY17" fmla="*/ 134112 h 365760"/>
              <a:gd name="connsiteX18" fmla="*/ 743712 w 1723644"/>
              <a:gd name="connsiteY18" fmla="*/ 140208 h 365760"/>
              <a:gd name="connsiteX19" fmla="*/ 762000 w 1723644"/>
              <a:gd name="connsiteY19" fmla="*/ 152400 h 365760"/>
              <a:gd name="connsiteX20" fmla="*/ 780288 w 1723644"/>
              <a:gd name="connsiteY20" fmla="*/ 158496 h 365760"/>
              <a:gd name="connsiteX21" fmla="*/ 835152 w 1723644"/>
              <a:gd name="connsiteY21" fmla="*/ 188976 h 365760"/>
              <a:gd name="connsiteX22" fmla="*/ 890016 w 1723644"/>
              <a:gd name="connsiteY22" fmla="*/ 176784 h 365760"/>
              <a:gd name="connsiteX23" fmla="*/ 914400 w 1723644"/>
              <a:gd name="connsiteY23" fmla="*/ 158496 h 365760"/>
              <a:gd name="connsiteX24" fmla="*/ 963168 w 1723644"/>
              <a:gd name="connsiteY24" fmla="*/ 134112 h 365760"/>
              <a:gd name="connsiteX25" fmla="*/ 987552 w 1723644"/>
              <a:gd name="connsiteY25" fmla="*/ 121920 h 365760"/>
              <a:gd name="connsiteX26" fmla="*/ 1036320 w 1723644"/>
              <a:gd name="connsiteY26" fmla="*/ 103632 h 365760"/>
              <a:gd name="connsiteX27" fmla="*/ 1054608 w 1723644"/>
              <a:gd name="connsiteY27" fmla="*/ 97536 h 365760"/>
              <a:gd name="connsiteX28" fmla="*/ 1072896 w 1723644"/>
              <a:gd name="connsiteY28" fmla="*/ 85344 h 365760"/>
              <a:gd name="connsiteX29" fmla="*/ 1103376 w 1723644"/>
              <a:gd name="connsiteY29" fmla="*/ 79248 h 365760"/>
              <a:gd name="connsiteX30" fmla="*/ 1133856 w 1723644"/>
              <a:gd name="connsiteY30" fmla="*/ 67056 h 365760"/>
              <a:gd name="connsiteX31" fmla="*/ 1152144 w 1723644"/>
              <a:gd name="connsiteY31" fmla="*/ 54864 h 365760"/>
              <a:gd name="connsiteX32" fmla="*/ 1182624 w 1723644"/>
              <a:gd name="connsiteY32" fmla="*/ 48768 h 365760"/>
              <a:gd name="connsiteX33" fmla="*/ 1237488 w 1723644"/>
              <a:gd name="connsiteY33" fmla="*/ 54864 h 365760"/>
              <a:gd name="connsiteX34" fmla="*/ 1267968 w 1723644"/>
              <a:gd name="connsiteY34" fmla="*/ 79248 h 365760"/>
              <a:gd name="connsiteX35" fmla="*/ 1322832 w 1723644"/>
              <a:gd name="connsiteY35" fmla="*/ 103632 h 365760"/>
              <a:gd name="connsiteX36" fmla="*/ 1341120 w 1723644"/>
              <a:gd name="connsiteY36" fmla="*/ 115824 h 365760"/>
              <a:gd name="connsiteX37" fmla="*/ 1365504 w 1723644"/>
              <a:gd name="connsiteY37" fmla="*/ 121920 h 365760"/>
              <a:gd name="connsiteX38" fmla="*/ 1389888 w 1723644"/>
              <a:gd name="connsiteY38" fmla="*/ 134112 h 365760"/>
              <a:gd name="connsiteX39" fmla="*/ 1432560 w 1723644"/>
              <a:gd name="connsiteY39" fmla="*/ 128016 h 365760"/>
              <a:gd name="connsiteX40" fmla="*/ 1450848 w 1723644"/>
              <a:gd name="connsiteY40" fmla="*/ 109728 h 365760"/>
              <a:gd name="connsiteX41" fmla="*/ 1469136 w 1723644"/>
              <a:gd name="connsiteY41" fmla="*/ 97536 h 365760"/>
              <a:gd name="connsiteX42" fmla="*/ 1517904 w 1723644"/>
              <a:gd name="connsiteY42" fmla="*/ 42672 h 365760"/>
              <a:gd name="connsiteX43" fmla="*/ 1536192 w 1723644"/>
              <a:gd name="connsiteY43" fmla="*/ 36576 h 365760"/>
              <a:gd name="connsiteX44" fmla="*/ 1554480 w 1723644"/>
              <a:gd name="connsiteY44" fmla="*/ 24384 h 365760"/>
              <a:gd name="connsiteX45" fmla="*/ 1572768 w 1723644"/>
              <a:gd name="connsiteY45" fmla="*/ 18288 h 365760"/>
              <a:gd name="connsiteX46" fmla="*/ 1597152 w 1723644"/>
              <a:gd name="connsiteY46" fmla="*/ 6096 h 365760"/>
              <a:gd name="connsiteX47" fmla="*/ 1639824 w 1723644"/>
              <a:gd name="connsiteY47" fmla="*/ 0 h 365760"/>
              <a:gd name="connsiteX48" fmla="*/ 1723644 w 1723644"/>
              <a:gd name="connsiteY48" fmla="*/ 9906 h 365760"/>
              <a:gd name="connsiteX0" fmla="*/ 0 w 1528191"/>
              <a:gd name="connsiteY0" fmla="*/ 243840 h 243840"/>
              <a:gd name="connsiteX1" fmla="*/ 24003 w 1528191"/>
              <a:gd name="connsiteY1" fmla="*/ 237744 h 243840"/>
              <a:gd name="connsiteX2" fmla="*/ 42291 w 1528191"/>
              <a:gd name="connsiteY2" fmla="*/ 225552 h 243840"/>
              <a:gd name="connsiteX3" fmla="*/ 60579 w 1528191"/>
              <a:gd name="connsiteY3" fmla="*/ 219456 h 243840"/>
              <a:gd name="connsiteX4" fmla="*/ 78867 w 1528191"/>
              <a:gd name="connsiteY4" fmla="*/ 207264 h 243840"/>
              <a:gd name="connsiteX5" fmla="*/ 133731 w 1528191"/>
              <a:gd name="connsiteY5" fmla="*/ 195072 h 243840"/>
              <a:gd name="connsiteX6" fmla="*/ 170307 w 1528191"/>
              <a:gd name="connsiteY6" fmla="*/ 176784 h 243840"/>
              <a:gd name="connsiteX7" fmla="*/ 188595 w 1528191"/>
              <a:gd name="connsiteY7" fmla="*/ 170688 h 243840"/>
              <a:gd name="connsiteX8" fmla="*/ 212979 w 1528191"/>
              <a:gd name="connsiteY8" fmla="*/ 152400 h 243840"/>
              <a:gd name="connsiteX9" fmla="*/ 249555 w 1528191"/>
              <a:gd name="connsiteY9" fmla="*/ 140208 h 243840"/>
              <a:gd name="connsiteX10" fmla="*/ 261747 w 1528191"/>
              <a:gd name="connsiteY10" fmla="*/ 121920 h 243840"/>
              <a:gd name="connsiteX11" fmla="*/ 298323 w 1528191"/>
              <a:gd name="connsiteY11" fmla="*/ 103632 h 243840"/>
              <a:gd name="connsiteX12" fmla="*/ 377571 w 1528191"/>
              <a:gd name="connsiteY12" fmla="*/ 85344 h 243840"/>
              <a:gd name="connsiteX13" fmla="*/ 444627 w 1528191"/>
              <a:gd name="connsiteY13" fmla="*/ 97536 h 243840"/>
              <a:gd name="connsiteX14" fmla="*/ 462915 w 1528191"/>
              <a:gd name="connsiteY14" fmla="*/ 109728 h 243840"/>
              <a:gd name="connsiteX15" fmla="*/ 487299 w 1528191"/>
              <a:gd name="connsiteY15" fmla="*/ 115824 h 243840"/>
              <a:gd name="connsiteX16" fmla="*/ 529971 w 1528191"/>
              <a:gd name="connsiteY16" fmla="*/ 134112 h 243840"/>
              <a:gd name="connsiteX17" fmla="*/ 548259 w 1528191"/>
              <a:gd name="connsiteY17" fmla="*/ 140208 h 243840"/>
              <a:gd name="connsiteX18" fmla="*/ 566547 w 1528191"/>
              <a:gd name="connsiteY18" fmla="*/ 152400 h 243840"/>
              <a:gd name="connsiteX19" fmla="*/ 584835 w 1528191"/>
              <a:gd name="connsiteY19" fmla="*/ 158496 h 243840"/>
              <a:gd name="connsiteX20" fmla="*/ 639699 w 1528191"/>
              <a:gd name="connsiteY20" fmla="*/ 188976 h 243840"/>
              <a:gd name="connsiteX21" fmla="*/ 694563 w 1528191"/>
              <a:gd name="connsiteY21" fmla="*/ 176784 h 243840"/>
              <a:gd name="connsiteX22" fmla="*/ 718947 w 1528191"/>
              <a:gd name="connsiteY22" fmla="*/ 158496 h 243840"/>
              <a:gd name="connsiteX23" fmla="*/ 767715 w 1528191"/>
              <a:gd name="connsiteY23" fmla="*/ 134112 h 243840"/>
              <a:gd name="connsiteX24" fmla="*/ 792099 w 1528191"/>
              <a:gd name="connsiteY24" fmla="*/ 121920 h 243840"/>
              <a:gd name="connsiteX25" fmla="*/ 840867 w 1528191"/>
              <a:gd name="connsiteY25" fmla="*/ 103632 h 243840"/>
              <a:gd name="connsiteX26" fmla="*/ 859155 w 1528191"/>
              <a:gd name="connsiteY26" fmla="*/ 97536 h 243840"/>
              <a:gd name="connsiteX27" fmla="*/ 877443 w 1528191"/>
              <a:gd name="connsiteY27" fmla="*/ 85344 h 243840"/>
              <a:gd name="connsiteX28" fmla="*/ 907923 w 1528191"/>
              <a:gd name="connsiteY28" fmla="*/ 79248 h 243840"/>
              <a:gd name="connsiteX29" fmla="*/ 938403 w 1528191"/>
              <a:gd name="connsiteY29" fmla="*/ 67056 h 243840"/>
              <a:gd name="connsiteX30" fmla="*/ 956691 w 1528191"/>
              <a:gd name="connsiteY30" fmla="*/ 54864 h 243840"/>
              <a:gd name="connsiteX31" fmla="*/ 987171 w 1528191"/>
              <a:gd name="connsiteY31" fmla="*/ 48768 h 243840"/>
              <a:gd name="connsiteX32" fmla="*/ 1042035 w 1528191"/>
              <a:gd name="connsiteY32" fmla="*/ 54864 h 243840"/>
              <a:gd name="connsiteX33" fmla="*/ 1072515 w 1528191"/>
              <a:gd name="connsiteY33" fmla="*/ 79248 h 243840"/>
              <a:gd name="connsiteX34" fmla="*/ 1127379 w 1528191"/>
              <a:gd name="connsiteY34" fmla="*/ 103632 h 243840"/>
              <a:gd name="connsiteX35" fmla="*/ 1145667 w 1528191"/>
              <a:gd name="connsiteY35" fmla="*/ 115824 h 243840"/>
              <a:gd name="connsiteX36" fmla="*/ 1170051 w 1528191"/>
              <a:gd name="connsiteY36" fmla="*/ 121920 h 243840"/>
              <a:gd name="connsiteX37" fmla="*/ 1194435 w 1528191"/>
              <a:gd name="connsiteY37" fmla="*/ 134112 h 243840"/>
              <a:gd name="connsiteX38" fmla="*/ 1237107 w 1528191"/>
              <a:gd name="connsiteY38" fmla="*/ 128016 h 243840"/>
              <a:gd name="connsiteX39" fmla="*/ 1255395 w 1528191"/>
              <a:gd name="connsiteY39" fmla="*/ 109728 h 243840"/>
              <a:gd name="connsiteX40" fmla="*/ 1273683 w 1528191"/>
              <a:gd name="connsiteY40" fmla="*/ 97536 h 243840"/>
              <a:gd name="connsiteX41" fmla="*/ 1322451 w 1528191"/>
              <a:gd name="connsiteY41" fmla="*/ 42672 h 243840"/>
              <a:gd name="connsiteX42" fmla="*/ 1340739 w 1528191"/>
              <a:gd name="connsiteY42" fmla="*/ 36576 h 243840"/>
              <a:gd name="connsiteX43" fmla="*/ 1359027 w 1528191"/>
              <a:gd name="connsiteY43" fmla="*/ 24384 h 243840"/>
              <a:gd name="connsiteX44" fmla="*/ 1377315 w 1528191"/>
              <a:gd name="connsiteY44" fmla="*/ 18288 h 243840"/>
              <a:gd name="connsiteX45" fmla="*/ 1401699 w 1528191"/>
              <a:gd name="connsiteY45" fmla="*/ 6096 h 243840"/>
              <a:gd name="connsiteX46" fmla="*/ 1444371 w 1528191"/>
              <a:gd name="connsiteY46" fmla="*/ 0 h 243840"/>
              <a:gd name="connsiteX47" fmla="*/ 1528191 w 1528191"/>
              <a:gd name="connsiteY47" fmla="*/ 9906 h 24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528191" h="243840">
                <a:moveTo>
                  <a:pt x="0" y="243840"/>
                </a:moveTo>
                <a:cubicBezTo>
                  <a:pt x="5550" y="240602"/>
                  <a:pt x="16955" y="240792"/>
                  <a:pt x="24003" y="237744"/>
                </a:cubicBezTo>
                <a:cubicBezTo>
                  <a:pt x="31052" y="234696"/>
                  <a:pt x="35738" y="228829"/>
                  <a:pt x="42291" y="225552"/>
                </a:cubicBezTo>
                <a:cubicBezTo>
                  <a:pt x="48038" y="222678"/>
                  <a:pt x="54832" y="222330"/>
                  <a:pt x="60579" y="219456"/>
                </a:cubicBezTo>
                <a:cubicBezTo>
                  <a:pt x="67132" y="216179"/>
                  <a:pt x="72133" y="210150"/>
                  <a:pt x="78867" y="207264"/>
                </a:cubicBezTo>
                <a:cubicBezTo>
                  <a:pt x="87628" y="203509"/>
                  <a:pt x="126787" y="196808"/>
                  <a:pt x="133731" y="195072"/>
                </a:cubicBezTo>
                <a:cubicBezTo>
                  <a:pt x="164376" y="187411"/>
                  <a:pt x="140508" y="191683"/>
                  <a:pt x="170307" y="176784"/>
                </a:cubicBezTo>
                <a:cubicBezTo>
                  <a:pt x="176054" y="173910"/>
                  <a:pt x="182499" y="172720"/>
                  <a:pt x="188595" y="170688"/>
                </a:cubicBezTo>
                <a:cubicBezTo>
                  <a:pt x="196723" y="164592"/>
                  <a:pt x="203892" y="156944"/>
                  <a:pt x="212979" y="152400"/>
                </a:cubicBezTo>
                <a:cubicBezTo>
                  <a:pt x="224474" y="146653"/>
                  <a:pt x="249555" y="140208"/>
                  <a:pt x="249555" y="140208"/>
                </a:cubicBezTo>
                <a:cubicBezTo>
                  <a:pt x="253619" y="134112"/>
                  <a:pt x="256566" y="127101"/>
                  <a:pt x="261747" y="121920"/>
                </a:cubicBezTo>
                <a:cubicBezTo>
                  <a:pt x="276391" y="107276"/>
                  <a:pt x="280970" y="111069"/>
                  <a:pt x="298323" y="103632"/>
                </a:cubicBezTo>
                <a:cubicBezTo>
                  <a:pt x="348354" y="82190"/>
                  <a:pt x="295068" y="94511"/>
                  <a:pt x="377571" y="85344"/>
                </a:cubicBezTo>
                <a:cubicBezTo>
                  <a:pt x="399923" y="89408"/>
                  <a:pt x="422783" y="91295"/>
                  <a:pt x="444627" y="97536"/>
                </a:cubicBezTo>
                <a:cubicBezTo>
                  <a:pt x="451672" y="99549"/>
                  <a:pt x="456181" y="106842"/>
                  <a:pt x="462915" y="109728"/>
                </a:cubicBezTo>
                <a:cubicBezTo>
                  <a:pt x="470616" y="113028"/>
                  <a:pt x="479243" y="113522"/>
                  <a:pt x="487299" y="115824"/>
                </a:cubicBezTo>
                <a:cubicBezTo>
                  <a:pt x="515891" y="123993"/>
                  <a:pt x="497459" y="120178"/>
                  <a:pt x="529971" y="134112"/>
                </a:cubicBezTo>
                <a:cubicBezTo>
                  <a:pt x="535877" y="136643"/>
                  <a:pt x="542512" y="137334"/>
                  <a:pt x="548259" y="140208"/>
                </a:cubicBezTo>
                <a:cubicBezTo>
                  <a:pt x="554812" y="143485"/>
                  <a:pt x="559994" y="149123"/>
                  <a:pt x="566547" y="152400"/>
                </a:cubicBezTo>
                <a:cubicBezTo>
                  <a:pt x="572294" y="155274"/>
                  <a:pt x="579218" y="155375"/>
                  <a:pt x="584835" y="158496"/>
                </a:cubicBezTo>
                <a:cubicBezTo>
                  <a:pt x="647719" y="193431"/>
                  <a:pt x="598318" y="175182"/>
                  <a:pt x="639699" y="188976"/>
                </a:cubicBezTo>
                <a:cubicBezTo>
                  <a:pt x="657987" y="184912"/>
                  <a:pt x="677078" y="183509"/>
                  <a:pt x="694563" y="176784"/>
                </a:cubicBezTo>
                <a:cubicBezTo>
                  <a:pt x="704046" y="173137"/>
                  <a:pt x="710171" y="163615"/>
                  <a:pt x="718947" y="158496"/>
                </a:cubicBezTo>
                <a:cubicBezTo>
                  <a:pt x="734646" y="149338"/>
                  <a:pt x="751459" y="142240"/>
                  <a:pt x="767715" y="134112"/>
                </a:cubicBezTo>
                <a:cubicBezTo>
                  <a:pt x="775843" y="130048"/>
                  <a:pt x="783478" y="124794"/>
                  <a:pt x="792099" y="121920"/>
                </a:cubicBezTo>
                <a:cubicBezTo>
                  <a:pt x="833609" y="108083"/>
                  <a:pt x="782553" y="125500"/>
                  <a:pt x="840867" y="103632"/>
                </a:cubicBezTo>
                <a:cubicBezTo>
                  <a:pt x="846884" y="101376"/>
                  <a:pt x="853408" y="100410"/>
                  <a:pt x="859155" y="97536"/>
                </a:cubicBezTo>
                <a:cubicBezTo>
                  <a:pt x="865708" y="94259"/>
                  <a:pt x="870583" y="87916"/>
                  <a:pt x="877443" y="85344"/>
                </a:cubicBezTo>
                <a:cubicBezTo>
                  <a:pt x="887145" y="81706"/>
                  <a:pt x="897999" y="82225"/>
                  <a:pt x="907923" y="79248"/>
                </a:cubicBezTo>
                <a:cubicBezTo>
                  <a:pt x="918404" y="76104"/>
                  <a:pt x="928616" y="71950"/>
                  <a:pt x="938403" y="67056"/>
                </a:cubicBezTo>
                <a:cubicBezTo>
                  <a:pt x="944956" y="63779"/>
                  <a:pt x="949831" y="57436"/>
                  <a:pt x="956691" y="54864"/>
                </a:cubicBezTo>
                <a:cubicBezTo>
                  <a:pt x="966393" y="51226"/>
                  <a:pt x="977011" y="50800"/>
                  <a:pt x="987171" y="48768"/>
                </a:cubicBezTo>
                <a:cubicBezTo>
                  <a:pt x="1005459" y="50800"/>
                  <a:pt x="1024706" y="48675"/>
                  <a:pt x="1042035" y="54864"/>
                </a:cubicBezTo>
                <a:cubicBezTo>
                  <a:pt x="1054288" y="59240"/>
                  <a:pt x="1061689" y="72031"/>
                  <a:pt x="1072515" y="79248"/>
                </a:cubicBezTo>
                <a:cubicBezTo>
                  <a:pt x="1091906" y="92176"/>
                  <a:pt x="1106259" y="93072"/>
                  <a:pt x="1127379" y="103632"/>
                </a:cubicBezTo>
                <a:cubicBezTo>
                  <a:pt x="1133932" y="106909"/>
                  <a:pt x="1138933" y="112938"/>
                  <a:pt x="1145667" y="115824"/>
                </a:cubicBezTo>
                <a:cubicBezTo>
                  <a:pt x="1153368" y="119124"/>
                  <a:pt x="1162206" y="118978"/>
                  <a:pt x="1170051" y="121920"/>
                </a:cubicBezTo>
                <a:cubicBezTo>
                  <a:pt x="1178560" y="125111"/>
                  <a:pt x="1186307" y="130048"/>
                  <a:pt x="1194435" y="134112"/>
                </a:cubicBezTo>
                <a:cubicBezTo>
                  <a:pt x="1208659" y="132080"/>
                  <a:pt x="1223766" y="133352"/>
                  <a:pt x="1237107" y="128016"/>
                </a:cubicBezTo>
                <a:cubicBezTo>
                  <a:pt x="1245111" y="124814"/>
                  <a:pt x="1248772" y="115247"/>
                  <a:pt x="1255395" y="109728"/>
                </a:cubicBezTo>
                <a:cubicBezTo>
                  <a:pt x="1261023" y="105038"/>
                  <a:pt x="1268502" y="102717"/>
                  <a:pt x="1273683" y="97536"/>
                </a:cubicBezTo>
                <a:cubicBezTo>
                  <a:pt x="1294852" y="76367"/>
                  <a:pt x="1298051" y="60101"/>
                  <a:pt x="1322451" y="42672"/>
                </a:cubicBezTo>
                <a:cubicBezTo>
                  <a:pt x="1327680" y="38937"/>
                  <a:pt x="1334992" y="39450"/>
                  <a:pt x="1340739" y="36576"/>
                </a:cubicBezTo>
                <a:cubicBezTo>
                  <a:pt x="1347292" y="33299"/>
                  <a:pt x="1352474" y="27661"/>
                  <a:pt x="1359027" y="24384"/>
                </a:cubicBezTo>
                <a:cubicBezTo>
                  <a:pt x="1364774" y="21510"/>
                  <a:pt x="1371409" y="20819"/>
                  <a:pt x="1377315" y="18288"/>
                </a:cubicBezTo>
                <a:cubicBezTo>
                  <a:pt x="1385668" y="14708"/>
                  <a:pt x="1392932" y="8487"/>
                  <a:pt x="1401699" y="6096"/>
                </a:cubicBezTo>
                <a:cubicBezTo>
                  <a:pt x="1415561" y="2315"/>
                  <a:pt x="1430147" y="2032"/>
                  <a:pt x="1444371" y="0"/>
                </a:cubicBezTo>
                <a:cubicBezTo>
                  <a:pt x="1485011" y="2032"/>
                  <a:pt x="1487620" y="6785"/>
                  <a:pt x="1528191" y="9906"/>
                </a:cubicBezTo>
              </a:path>
            </a:pathLst>
          </a:cu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88FAD57-E62A-47D1-8BD3-A0AA966936D2}"/>
              </a:ext>
            </a:extLst>
          </p:cNvPr>
          <p:cNvSpPr/>
          <p:nvPr/>
        </p:nvSpPr>
        <p:spPr>
          <a:xfrm>
            <a:off x="9703905" y="2054888"/>
            <a:ext cx="1551432" cy="166497"/>
          </a:xfrm>
          <a:custGeom>
            <a:avLst/>
            <a:gdLst>
              <a:gd name="connsiteX0" fmla="*/ 0 w 2036064"/>
              <a:gd name="connsiteY0" fmla="*/ 97536 h 164592"/>
              <a:gd name="connsiteX1" fmla="*/ 158496 w 2036064"/>
              <a:gd name="connsiteY1" fmla="*/ 103632 h 164592"/>
              <a:gd name="connsiteX2" fmla="*/ 207264 w 2036064"/>
              <a:gd name="connsiteY2" fmla="*/ 115824 h 164592"/>
              <a:gd name="connsiteX3" fmla="*/ 274320 w 2036064"/>
              <a:gd name="connsiteY3" fmla="*/ 128016 h 164592"/>
              <a:gd name="connsiteX4" fmla="*/ 377952 w 2036064"/>
              <a:gd name="connsiteY4" fmla="*/ 115824 h 164592"/>
              <a:gd name="connsiteX5" fmla="*/ 396240 w 2036064"/>
              <a:gd name="connsiteY5" fmla="*/ 109728 h 164592"/>
              <a:gd name="connsiteX6" fmla="*/ 420624 w 2036064"/>
              <a:gd name="connsiteY6" fmla="*/ 91440 h 164592"/>
              <a:gd name="connsiteX7" fmla="*/ 481584 w 2036064"/>
              <a:gd name="connsiteY7" fmla="*/ 60960 h 164592"/>
              <a:gd name="connsiteX8" fmla="*/ 542544 w 2036064"/>
              <a:gd name="connsiteY8" fmla="*/ 24384 h 164592"/>
              <a:gd name="connsiteX9" fmla="*/ 560832 w 2036064"/>
              <a:gd name="connsiteY9" fmla="*/ 18288 h 164592"/>
              <a:gd name="connsiteX10" fmla="*/ 585216 w 2036064"/>
              <a:gd name="connsiteY10" fmla="*/ 6096 h 164592"/>
              <a:gd name="connsiteX11" fmla="*/ 621792 w 2036064"/>
              <a:gd name="connsiteY11" fmla="*/ 0 h 164592"/>
              <a:gd name="connsiteX12" fmla="*/ 701040 w 2036064"/>
              <a:gd name="connsiteY12" fmla="*/ 12192 h 164592"/>
              <a:gd name="connsiteX13" fmla="*/ 737616 w 2036064"/>
              <a:gd name="connsiteY13" fmla="*/ 30480 h 164592"/>
              <a:gd name="connsiteX14" fmla="*/ 829056 w 2036064"/>
              <a:gd name="connsiteY14" fmla="*/ 91440 h 164592"/>
              <a:gd name="connsiteX15" fmla="*/ 896112 w 2036064"/>
              <a:gd name="connsiteY15" fmla="*/ 146304 h 164592"/>
              <a:gd name="connsiteX16" fmla="*/ 944880 w 2036064"/>
              <a:gd name="connsiteY16" fmla="*/ 164592 h 164592"/>
              <a:gd name="connsiteX17" fmla="*/ 981456 w 2036064"/>
              <a:gd name="connsiteY17" fmla="*/ 134112 h 164592"/>
              <a:gd name="connsiteX18" fmla="*/ 987552 w 2036064"/>
              <a:gd name="connsiteY18" fmla="*/ 115824 h 164592"/>
              <a:gd name="connsiteX19" fmla="*/ 1018032 w 2036064"/>
              <a:gd name="connsiteY19" fmla="*/ 97536 h 164592"/>
              <a:gd name="connsiteX20" fmla="*/ 1054608 w 2036064"/>
              <a:gd name="connsiteY20" fmla="*/ 79248 h 164592"/>
              <a:gd name="connsiteX21" fmla="*/ 1127760 w 2036064"/>
              <a:gd name="connsiteY21" fmla="*/ 97536 h 164592"/>
              <a:gd name="connsiteX22" fmla="*/ 1188720 w 2036064"/>
              <a:gd name="connsiteY22" fmla="*/ 121920 h 164592"/>
              <a:gd name="connsiteX23" fmla="*/ 1243584 w 2036064"/>
              <a:gd name="connsiteY23" fmla="*/ 128016 h 164592"/>
              <a:gd name="connsiteX24" fmla="*/ 1365504 w 2036064"/>
              <a:gd name="connsiteY24" fmla="*/ 121920 h 164592"/>
              <a:gd name="connsiteX25" fmla="*/ 1402080 w 2036064"/>
              <a:gd name="connsiteY25" fmla="*/ 109728 h 164592"/>
              <a:gd name="connsiteX26" fmla="*/ 1444752 w 2036064"/>
              <a:gd name="connsiteY26" fmla="*/ 85344 h 164592"/>
              <a:gd name="connsiteX27" fmla="*/ 1475232 w 2036064"/>
              <a:gd name="connsiteY27" fmla="*/ 54864 h 164592"/>
              <a:gd name="connsiteX28" fmla="*/ 1499616 w 2036064"/>
              <a:gd name="connsiteY28" fmla="*/ 36576 h 164592"/>
              <a:gd name="connsiteX29" fmla="*/ 1536192 w 2036064"/>
              <a:gd name="connsiteY29" fmla="*/ 24384 h 164592"/>
              <a:gd name="connsiteX30" fmla="*/ 1572768 w 2036064"/>
              <a:gd name="connsiteY30" fmla="*/ 12192 h 164592"/>
              <a:gd name="connsiteX31" fmla="*/ 1591056 w 2036064"/>
              <a:gd name="connsiteY31" fmla="*/ 6096 h 164592"/>
              <a:gd name="connsiteX32" fmla="*/ 1664208 w 2036064"/>
              <a:gd name="connsiteY32" fmla="*/ 0 h 164592"/>
              <a:gd name="connsiteX33" fmla="*/ 1780032 w 2036064"/>
              <a:gd name="connsiteY33" fmla="*/ 12192 h 164592"/>
              <a:gd name="connsiteX34" fmla="*/ 1804416 w 2036064"/>
              <a:gd name="connsiteY34" fmla="*/ 18288 h 164592"/>
              <a:gd name="connsiteX35" fmla="*/ 1840992 w 2036064"/>
              <a:gd name="connsiteY35" fmla="*/ 24384 h 164592"/>
              <a:gd name="connsiteX36" fmla="*/ 1901952 w 2036064"/>
              <a:gd name="connsiteY36" fmla="*/ 30480 h 164592"/>
              <a:gd name="connsiteX37" fmla="*/ 1969008 w 2036064"/>
              <a:gd name="connsiteY37" fmla="*/ 48768 h 164592"/>
              <a:gd name="connsiteX38" fmla="*/ 2036064 w 2036064"/>
              <a:gd name="connsiteY38" fmla="*/ 54864 h 164592"/>
              <a:gd name="connsiteX0" fmla="*/ 0 w 1969008"/>
              <a:gd name="connsiteY0" fmla="*/ 97536 h 164592"/>
              <a:gd name="connsiteX1" fmla="*/ 158496 w 1969008"/>
              <a:gd name="connsiteY1" fmla="*/ 103632 h 164592"/>
              <a:gd name="connsiteX2" fmla="*/ 207264 w 1969008"/>
              <a:gd name="connsiteY2" fmla="*/ 115824 h 164592"/>
              <a:gd name="connsiteX3" fmla="*/ 274320 w 1969008"/>
              <a:gd name="connsiteY3" fmla="*/ 128016 h 164592"/>
              <a:gd name="connsiteX4" fmla="*/ 377952 w 1969008"/>
              <a:gd name="connsiteY4" fmla="*/ 115824 h 164592"/>
              <a:gd name="connsiteX5" fmla="*/ 396240 w 1969008"/>
              <a:gd name="connsiteY5" fmla="*/ 109728 h 164592"/>
              <a:gd name="connsiteX6" fmla="*/ 420624 w 1969008"/>
              <a:gd name="connsiteY6" fmla="*/ 91440 h 164592"/>
              <a:gd name="connsiteX7" fmla="*/ 481584 w 1969008"/>
              <a:gd name="connsiteY7" fmla="*/ 60960 h 164592"/>
              <a:gd name="connsiteX8" fmla="*/ 542544 w 1969008"/>
              <a:gd name="connsiteY8" fmla="*/ 24384 h 164592"/>
              <a:gd name="connsiteX9" fmla="*/ 560832 w 1969008"/>
              <a:gd name="connsiteY9" fmla="*/ 18288 h 164592"/>
              <a:gd name="connsiteX10" fmla="*/ 585216 w 1969008"/>
              <a:gd name="connsiteY10" fmla="*/ 6096 h 164592"/>
              <a:gd name="connsiteX11" fmla="*/ 621792 w 1969008"/>
              <a:gd name="connsiteY11" fmla="*/ 0 h 164592"/>
              <a:gd name="connsiteX12" fmla="*/ 701040 w 1969008"/>
              <a:gd name="connsiteY12" fmla="*/ 12192 h 164592"/>
              <a:gd name="connsiteX13" fmla="*/ 737616 w 1969008"/>
              <a:gd name="connsiteY13" fmla="*/ 30480 h 164592"/>
              <a:gd name="connsiteX14" fmla="*/ 829056 w 1969008"/>
              <a:gd name="connsiteY14" fmla="*/ 91440 h 164592"/>
              <a:gd name="connsiteX15" fmla="*/ 896112 w 1969008"/>
              <a:gd name="connsiteY15" fmla="*/ 146304 h 164592"/>
              <a:gd name="connsiteX16" fmla="*/ 944880 w 1969008"/>
              <a:gd name="connsiteY16" fmla="*/ 164592 h 164592"/>
              <a:gd name="connsiteX17" fmla="*/ 981456 w 1969008"/>
              <a:gd name="connsiteY17" fmla="*/ 134112 h 164592"/>
              <a:gd name="connsiteX18" fmla="*/ 987552 w 1969008"/>
              <a:gd name="connsiteY18" fmla="*/ 115824 h 164592"/>
              <a:gd name="connsiteX19" fmla="*/ 1018032 w 1969008"/>
              <a:gd name="connsiteY19" fmla="*/ 97536 h 164592"/>
              <a:gd name="connsiteX20" fmla="*/ 1054608 w 1969008"/>
              <a:gd name="connsiteY20" fmla="*/ 79248 h 164592"/>
              <a:gd name="connsiteX21" fmla="*/ 1127760 w 1969008"/>
              <a:gd name="connsiteY21" fmla="*/ 97536 h 164592"/>
              <a:gd name="connsiteX22" fmla="*/ 1188720 w 1969008"/>
              <a:gd name="connsiteY22" fmla="*/ 121920 h 164592"/>
              <a:gd name="connsiteX23" fmla="*/ 1243584 w 1969008"/>
              <a:gd name="connsiteY23" fmla="*/ 128016 h 164592"/>
              <a:gd name="connsiteX24" fmla="*/ 1365504 w 1969008"/>
              <a:gd name="connsiteY24" fmla="*/ 121920 h 164592"/>
              <a:gd name="connsiteX25" fmla="*/ 1402080 w 1969008"/>
              <a:gd name="connsiteY25" fmla="*/ 109728 h 164592"/>
              <a:gd name="connsiteX26" fmla="*/ 1444752 w 1969008"/>
              <a:gd name="connsiteY26" fmla="*/ 85344 h 164592"/>
              <a:gd name="connsiteX27" fmla="*/ 1475232 w 1969008"/>
              <a:gd name="connsiteY27" fmla="*/ 54864 h 164592"/>
              <a:gd name="connsiteX28" fmla="*/ 1499616 w 1969008"/>
              <a:gd name="connsiteY28" fmla="*/ 36576 h 164592"/>
              <a:gd name="connsiteX29" fmla="*/ 1536192 w 1969008"/>
              <a:gd name="connsiteY29" fmla="*/ 24384 h 164592"/>
              <a:gd name="connsiteX30" fmla="*/ 1572768 w 1969008"/>
              <a:gd name="connsiteY30" fmla="*/ 12192 h 164592"/>
              <a:gd name="connsiteX31" fmla="*/ 1591056 w 1969008"/>
              <a:gd name="connsiteY31" fmla="*/ 6096 h 164592"/>
              <a:gd name="connsiteX32" fmla="*/ 1664208 w 1969008"/>
              <a:gd name="connsiteY32" fmla="*/ 0 h 164592"/>
              <a:gd name="connsiteX33" fmla="*/ 1780032 w 1969008"/>
              <a:gd name="connsiteY33" fmla="*/ 12192 h 164592"/>
              <a:gd name="connsiteX34" fmla="*/ 1804416 w 1969008"/>
              <a:gd name="connsiteY34" fmla="*/ 18288 h 164592"/>
              <a:gd name="connsiteX35" fmla="*/ 1840992 w 1969008"/>
              <a:gd name="connsiteY35" fmla="*/ 24384 h 164592"/>
              <a:gd name="connsiteX36" fmla="*/ 1901952 w 1969008"/>
              <a:gd name="connsiteY36" fmla="*/ 30480 h 164592"/>
              <a:gd name="connsiteX37" fmla="*/ 1969008 w 1969008"/>
              <a:gd name="connsiteY37" fmla="*/ 48768 h 164592"/>
              <a:gd name="connsiteX0" fmla="*/ 0 w 1901952"/>
              <a:gd name="connsiteY0" fmla="*/ 97536 h 164592"/>
              <a:gd name="connsiteX1" fmla="*/ 158496 w 1901952"/>
              <a:gd name="connsiteY1" fmla="*/ 103632 h 164592"/>
              <a:gd name="connsiteX2" fmla="*/ 207264 w 1901952"/>
              <a:gd name="connsiteY2" fmla="*/ 115824 h 164592"/>
              <a:gd name="connsiteX3" fmla="*/ 274320 w 1901952"/>
              <a:gd name="connsiteY3" fmla="*/ 128016 h 164592"/>
              <a:gd name="connsiteX4" fmla="*/ 377952 w 1901952"/>
              <a:gd name="connsiteY4" fmla="*/ 115824 h 164592"/>
              <a:gd name="connsiteX5" fmla="*/ 396240 w 1901952"/>
              <a:gd name="connsiteY5" fmla="*/ 109728 h 164592"/>
              <a:gd name="connsiteX6" fmla="*/ 420624 w 1901952"/>
              <a:gd name="connsiteY6" fmla="*/ 91440 h 164592"/>
              <a:gd name="connsiteX7" fmla="*/ 481584 w 1901952"/>
              <a:gd name="connsiteY7" fmla="*/ 60960 h 164592"/>
              <a:gd name="connsiteX8" fmla="*/ 542544 w 1901952"/>
              <a:gd name="connsiteY8" fmla="*/ 24384 h 164592"/>
              <a:gd name="connsiteX9" fmla="*/ 560832 w 1901952"/>
              <a:gd name="connsiteY9" fmla="*/ 18288 h 164592"/>
              <a:gd name="connsiteX10" fmla="*/ 585216 w 1901952"/>
              <a:gd name="connsiteY10" fmla="*/ 6096 h 164592"/>
              <a:gd name="connsiteX11" fmla="*/ 621792 w 1901952"/>
              <a:gd name="connsiteY11" fmla="*/ 0 h 164592"/>
              <a:gd name="connsiteX12" fmla="*/ 701040 w 1901952"/>
              <a:gd name="connsiteY12" fmla="*/ 12192 h 164592"/>
              <a:gd name="connsiteX13" fmla="*/ 737616 w 1901952"/>
              <a:gd name="connsiteY13" fmla="*/ 30480 h 164592"/>
              <a:gd name="connsiteX14" fmla="*/ 829056 w 1901952"/>
              <a:gd name="connsiteY14" fmla="*/ 91440 h 164592"/>
              <a:gd name="connsiteX15" fmla="*/ 896112 w 1901952"/>
              <a:gd name="connsiteY15" fmla="*/ 146304 h 164592"/>
              <a:gd name="connsiteX16" fmla="*/ 944880 w 1901952"/>
              <a:gd name="connsiteY16" fmla="*/ 164592 h 164592"/>
              <a:gd name="connsiteX17" fmla="*/ 981456 w 1901952"/>
              <a:gd name="connsiteY17" fmla="*/ 134112 h 164592"/>
              <a:gd name="connsiteX18" fmla="*/ 987552 w 1901952"/>
              <a:gd name="connsiteY18" fmla="*/ 115824 h 164592"/>
              <a:gd name="connsiteX19" fmla="*/ 1018032 w 1901952"/>
              <a:gd name="connsiteY19" fmla="*/ 97536 h 164592"/>
              <a:gd name="connsiteX20" fmla="*/ 1054608 w 1901952"/>
              <a:gd name="connsiteY20" fmla="*/ 79248 h 164592"/>
              <a:gd name="connsiteX21" fmla="*/ 1127760 w 1901952"/>
              <a:gd name="connsiteY21" fmla="*/ 97536 h 164592"/>
              <a:gd name="connsiteX22" fmla="*/ 1188720 w 1901952"/>
              <a:gd name="connsiteY22" fmla="*/ 121920 h 164592"/>
              <a:gd name="connsiteX23" fmla="*/ 1243584 w 1901952"/>
              <a:gd name="connsiteY23" fmla="*/ 128016 h 164592"/>
              <a:gd name="connsiteX24" fmla="*/ 1365504 w 1901952"/>
              <a:gd name="connsiteY24" fmla="*/ 121920 h 164592"/>
              <a:gd name="connsiteX25" fmla="*/ 1402080 w 1901952"/>
              <a:gd name="connsiteY25" fmla="*/ 109728 h 164592"/>
              <a:gd name="connsiteX26" fmla="*/ 1444752 w 1901952"/>
              <a:gd name="connsiteY26" fmla="*/ 85344 h 164592"/>
              <a:gd name="connsiteX27" fmla="*/ 1475232 w 1901952"/>
              <a:gd name="connsiteY27" fmla="*/ 54864 h 164592"/>
              <a:gd name="connsiteX28" fmla="*/ 1499616 w 1901952"/>
              <a:gd name="connsiteY28" fmla="*/ 36576 h 164592"/>
              <a:gd name="connsiteX29" fmla="*/ 1536192 w 1901952"/>
              <a:gd name="connsiteY29" fmla="*/ 24384 h 164592"/>
              <a:gd name="connsiteX30" fmla="*/ 1572768 w 1901952"/>
              <a:gd name="connsiteY30" fmla="*/ 12192 h 164592"/>
              <a:gd name="connsiteX31" fmla="*/ 1591056 w 1901952"/>
              <a:gd name="connsiteY31" fmla="*/ 6096 h 164592"/>
              <a:gd name="connsiteX32" fmla="*/ 1664208 w 1901952"/>
              <a:gd name="connsiteY32" fmla="*/ 0 h 164592"/>
              <a:gd name="connsiteX33" fmla="*/ 1780032 w 1901952"/>
              <a:gd name="connsiteY33" fmla="*/ 12192 h 164592"/>
              <a:gd name="connsiteX34" fmla="*/ 1804416 w 1901952"/>
              <a:gd name="connsiteY34" fmla="*/ 18288 h 164592"/>
              <a:gd name="connsiteX35" fmla="*/ 1840992 w 1901952"/>
              <a:gd name="connsiteY35" fmla="*/ 24384 h 164592"/>
              <a:gd name="connsiteX36" fmla="*/ 1901952 w 1901952"/>
              <a:gd name="connsiteY36" fmla="*/ 30480 h 164592"/>
              <a:gd name="connsiteX0" fmla="*/ 0 w 1840992"/>
              <a:gd name="connsiteY0" fmla="*/ 97536 h 164592"/>
              <a:gd name="connsiteX1" fmla="*/ 158496 w 1840992"/>
              <a:gd name="connsiteY1" fmla="*/ 103632 h 164592"/>
              <a:gd name="connsiteX2" fmla="*/ 207264 w 1840992"/>
              <a:gd name="connsiteY2" fmla="*/ 115824 h 164592"/>
              <a:gd name="connsiteX3" fmla="*/ 274320 w 1840992"/>
              <a:gd name="connsiteY3" fmla="*/ 128016 h 164592"/>
              <a:gd name="connsiteX4" fmla="*/ 377952 w 1840992"/>
              <a:gd name="connsiteY4" fmla="*/ 115824 h 164592"/>
              <a:gd name="connsiteX5" fmla="*/ 396240 w 1840992"/>
              <a:gd name="connsiteY5" fmla="*/ 109728 h 164592"/>
              <a:gd name="connsiteX6" fmla="*/ 420624 w 1840992"/>
              <a:gd name="connsiteY6" fmla="*/ 91440 h 164592"/>
              <a:gd name="connsiteX7" fmla="*/ 481584 w 1840992"/>
              <a:gd name="connsiteY7" fmla="*/ 60960 h 164592"/>
              <a:gd name="connsiteX8" fmla="*/ 542544 w 1840992"/>
              <a:gd name="connsiteY8" fmla="*/ 24384 h 164592"/>
              <a:gd name="connsiteX9" fmla="*/ 560832 w 1840992"/>
              <a:gd name="connsiteY9" fmla="*/ 18288 h 164592"/>
              <a:gd name="connsiteX10" fmla="*/ 585216 w 1840992"/>
              <a:gd name="connsiteY10" fmla="*/ 6096 h 164592"/>
              <a:gd name="connsiteX11" fmla="*/ 621792 w 1840992"/>
              <a:gd name="connsiteY11" fmla="*/ 0 h 164592"/>
              <a:gd name="connsiteX12" fmla="*/ 701040 w 1840992"/>
              <a:gd name="connsiteY12" fmla="*/ 12192 h 164592"/>
              <a:gd name="connsiteX13" fmla="*/ 737616 w 1840992"/>
              <a:gd name="connsiteY13" fmla="*/ 30480 h 164592"/>
              <a:gd name="connsiteX14" fmla="*/ 829056 w 1840992"/>
              <a:gd name="connsiteY14" fmla="*/ 91440 h 164592"/>
              <a:gd name="connsiteX15" fmla="*/ 896112 w 1840992"/>
              <a:gd name="connsiteY15" fmla="*/ 146304 h 164592"/>
              <a:gd name="connsiteX16" fmla="*/ 944880 w 1840992"/>
              <a:gd name="connsiteY16" fmla="*/ 164592 h 164592"/>
              <a:gd name="connsiteX17" fmla="*/ 981456 w 1840992"/>
              <a:gd name="connsiteY17" fmla="*/ 134112 h 164592"/>
              <a:gd name="connsiteX18" fmla="*/ 987552 w 1840992"/>
              <a:gd name="connsiteY18" fmla="*/ 115824 h 164592"/>
              <a:gd name="connsiteX19" fmla="*/ 1018032 w 1840992"/>
              <a:gd name="connsiteY19" fmla="*/ 97536 h 164592"/>
              <a:gd name="connsiteX20" fmla="*/ 1054608 w 1840992"/>
              <a:gd name="connsiteY20" fmla="*/ 79248 h 164592"/>
              <a:gd name="connsiteX21" fmla="*/ 1127760 w 1840992"/>
              <a:gd name="connsiteY21" fmla="*/ 97536 h 164592"/>
              <a:gd name="connsiteX22" fmla="*/ 1188720 w 1840992"/>
              <a:gd name="connsiteY22" fmla="*/ 121920 h 164592"/>
              <a:gd name="connsiteX23" fmla="*/ 1243584 w 1840992"/>
              <a:gd name="connsiteY23" fmla="*/ 128016 h 164592"/>
              <a:gd name="connsiteX24" fmla="*/ 1365504 w 1840992"/>
              <a:gd name="connsiteY24" fmla="*/ 121920 h 164592"/>
              <a:gd name="connsiteX25" fmla="*/ 1402080 w 1840992"/>
              <a:gd name="connsiteY25" fmla="*/ 109728 h 164592"/>
              <a:gd name="connsiteX26" fmla="*/ 1444752 w 1840992"/>
              <a:gd name="connsiteY26" fmla="*/ 85344 h 164592"/>
              <a:gd name="connsiteX27" fmla="*/ 1475232 w 1840992"/>
              <a:gd name="connsiteY27" fmla="*/ 54864 h 164592"/>
              <a:gd name="connsiteX28" fmla="*/ 1499616 w 1840992"/>
              <a:gd name="connsiteY28" fmla="*/ 36576 h 164592"/>
              <a:gd name="connsiteX29" fmla="*/ 1536192 w 1840992"/>
              <a:gd name="connsiteY29" fmla="*/ 24384 h 164592"/>
              <a:gd name="connsiteX30" fmla="*/ 1572768 w 1840992"/>
              <a:gd name="connsiteY30" fmla="*/ 12192 h 164592"/>
              <a:gd name="connsiteX31" fmla="*/ 1591056 w 1840992"/>
              <a:gd name="connsiteY31" fmla="*/ 6096 h 164592"/>
              <a:gd name="connsiteX32" fmla="*/ 1664208 w 1840992"/>
              <a:gd name="connsiteY32" fmla="*/ 0 h 164592"/>
              <a:gd name="connsiteX33" fmla="*/ 1780032 w 1840992"/>
              <a:gd name="connsiteY33" fmla="*/ 12192 h 164592"/>
              <a:gd name="connsiteX34" fmla="*/ 1804416 w 1840992"/>
              <a:gd name="connsiteY34" fmla="*/ 18288 h 164592"/>
              <a:gd name="connsiteX35" fmla="*/ 1840992 w 1840992"/>
              <a:gd name="connsiteY35" fmla="*/ 24384 h 164592"/>
              <a:gd name="connsiteX0" fmla="*/ 0 w 1804416"/>
              <a:gd name="connsiteY0" fmla="*/ 97536 h 164592"/>
              <a:gd name="connsiteX1" fmla="*/ 158496 w 1804416"/>
              <a:gd name="connsiteY1" fmla="*/ 103632 h 164592"/>
              <a:gd name="connsiteX2" fmla="*/ 207264 w 1804416"/>
              <a:gd name="connsiteY2" fmla="*/ 115824 h 164592"/>
              <a:gd name="connsiteX3" fmla="*/ 274320 w 1804416"/>
              <a:gd name="connsiteY3" fmla="*/ 128016 h 164592"/>
              <a:gd name="connsiteX4" fmla="*/ 377952 w 1804416"/>
              <a:gd name="connsiteY4" fmla="*/ 115824 h 164592"/>
              <a:gd name="connsiteX5" fmla="*/ 396240 w 1804416"/>
              <a:gd name="connsiteY5" fmla="*/ 109728 h 164592"/>
              <a:gd name="connsiteX6" fmla="*/ 420624 w 1804416"/>
              <a:gd name="connsiteY6" fmla="*/ 91440 h 164592"/>
              <a:gd name="connsiteX7" fmla="*/ 481584 w 1804416"/>
              <a:gd name="connsiteY7" fmla="*/ 60960 h 164592"/>
              <a:gd name="connsiteX8" fmla="*/ 542544 w 1804416"/>
              <a:gd name="connsiteY8" fmla="*/ 24384 h 164592"/>
              <a:gd name="connsiteX9" fmla="*/ 560832 w 1804416"/>
              <a:gd name="connsiteY9" fmla="*/ 18288 h 164592"/>
              <a:gd name="connsiteX10" fmla="*/ 585216 w 1804416"/>
              <a:gd name="connsiteY10" fmla="*/ 6096 h 164592"/>
              <a:gd name="connsiteX11" fmla="*/ 621792 w 1804416"/>
              <a:gd name="connsiteY11" fmla="*/ 0 h 164592"/>
              <a:gd name="connsiteX12" fmla="*/ 701040 w 1804416"/>
              <a:gd name="connsiteY12" fmla="*/ 12192 h 164592"/>
              <a:gd name="connsiteX13" fmla="*/ 737616 w 1804416"/>
              <a:gd name="connsiteY13" fmla="*/ 30480 h 164592"/>
              <a:gd name="connsiteX14" fmla="*/ 829056 w 1804416"/>
              <a:gd name="connsiteY14" fmla="*/ 91440 h 164592"/>
              <a:gd name="connsiteX15" fmla="*/ 896112 w 1804416"/>
              <a:gd name="connsiteY15" fmla="*/ 146304 h 164592"/>
              <a:gd name="connsiteX16" fmla="*/ 944880 w 1804416"/>
              <a:gd name="connsiteY16" fmla="*/ 164592 h 164592"/>
              <a:gd name="connsiteX17" fmla="*/ 981456 w 1804416"/>
              <a:gd name="connsiteY17" fmla="*/ 134112 h 164592"/>
              <a:gd name="connsiteX18" fmla="*/ 987552 w 1804416"/>
              <a:gd name="connsiteY18" fmla="*/ 115824 h 164592"/>
              <a:gd name="connsiteX19" fmla="*/ 1018032 w 1804416"/>
              <a:gd name="connsiteY19" fmla="*/ 97536 h 164592"/>
              <a:gd name="connsiteX20" fmla="*/ 1054608 w 1804416"/>
              <a:gd name="connsiteY20" fmla="*/ 79248 h 164592"/>
              <a:gd name="connsiteX21" fmla="*/ 1127760 w 1804416"/>
              <a:gd name="connsiteY21" fmla="*/ 97536 h 164592"/>
              <a:gd name="connsiteX22" fmla="*/ 1188720 w 1804416"/>
              <a:gd name="connsiteY22" fmla="*/ 121920 h 164592"/>
              <a:gd name="connsiteX23" fmla="*/ 1243584 w 1804416"/>
              <a:gd name="connsiteY23" fmla="*/ 128016 h 164592"/>
              <a:gd name="connsiteX24" fmla="*/ 1365504 w 1804416"/>
              <a:gd name="connsiteY24" fmla="*/ 121920 h 164592"/>
              <a:gd name="connsiteX25" fmla="*/ 1402080 w 1804416"/>
              <a:gd name="connsiteY25" fmla="*/ 109728 h 164592"/>
              <a:gd name="connsiteX26" fmla="*/ 1444752 w 1804416"/>
              <a:gd name="connsiteY26" fmla="*/ 85344 h 164592"/>
              <a:gd name="connsiteX27" fmla="*/ 1475232 w 1804416"/>
              <a:gd name="connsiteY27" fmla="*/ 54864 h 164592"/>
              <a:gd name="connsiteX28" fmla="*/ 1499616 w 1804416"/>
              <a:gd name="connsiteY28" fmla="*/ 36576 h 164592"/>
              <a:gd name="connsiteX29" fmla="*/ 1536192 w 1804416"/>
              <a:gd name="connsiteY29" fmla="*/ 24384 h 164592"/>
              <a:gd name="connsiteX30" fmla="*/ 1572768 w 1804416"/>
              <a:gd name="connsiteY30" fmla="*/ 12192 h 164592"/>
              <a:gd name="connsiteX31" fmla="*/ 1591056 w 1804416"/>
              <a:gd name="connsiteY31" fmla="*/ 6096 h 164592"/>
              <a:gd name="connsiteX32" fmla="*/ 1664208 w 1804416"/>
              <a:gd name="connsiteY32" fmla="*/ 0 h 164592"/>
              <a:gd name="connsiteX33" fmla="*/ 1780032 w 1804416"/>
              <a:gd name="connsiteY33" fmla="*/ 12192 h 164592"/>
              <a:gd name="connsiteX34" fmla="*/ 1804416 w 1804416"/>
              <a:gd name="connsiteY34" fmla="*/ 18288 h 164592"/>
              <a:gd name="connsiteX0" fmla="*/ 0 w 1780032"/>
              <a:gd name="connsiteY0" fmla="*/ 97536 h 164592"/>
              <a:gd name="connsiteX1" fmla="*/ 158496 w 1780032"/>
              <a:gd name="connsiteY1" fmla="*/ 103632 h 164592"/>
              <a:gd name="connsiteX2" fmla="*/ 207264 w 1780032"/>
              <a:gd name="connsiteY2" fmla="*/ 115824 h 164592"/>
              <a:gd name="connsiteX3" fmla="*/ 274320 w 1780032"/>
              <a:gd name="connsiteY3" fmla="*/ 128016 h 164592"/>
              <a:gd name="connsiteX4" fmla="*/ 377952 w 1780032"/>
              <a:gd name="connsiteY4" fmla="*/ 115824 h 164592"/>
              <a:gd name="connsiteX5" fmla="*/ 396240 w 1780032"/>
              <a:gd name="connsiteY5" fmla="*/ 109728 h 164592"/>
              <a:gd name="connsiteX6" fmla="*/ 420624 w 1780032"/>
              <a:gd name="connsiteY6" fmla="*/ 91440 h 164592"/>
              <a:gd name="connsiteX7" fmla="*/ 481584 w 1780032"/>
              <a:gd name="connsiteY7" fmla="*/ 60960 h 164592"/>
              <a:gd name="connsiteX8" fmla="*/ 542544 w 1780032"/>
              <a:gd name="connsiteY8" fmla="*/ 24384 h 164592"/>
              <a:gd name="connsiteX9" fmla="*/ 560832 w 1780032"/>
              <a:gd name="connsiteY9" fmla="*/ 18288 h 164592"/>
              <a:gd name="connsiteX10" fmla="*/ 585216 w 1780032"/>
              <a:gd name="connsiteY10" fmla="*/ 6096 h 164592"/>
              <a:gd name="connsiteX11" fmla="*/ 621792 w 1780032"/>
              <a:gd name="connsiteY11" fmla="*/ 0 h 164592"/>
              <a:gd name="connsiteX12" fmla="*/ 701040 w 1780032"/>
              <a:gd name="connsiteY12" fmla="*/ 12192 h 164592"/>
              <a:gd name="connsiteX13" fmla="*/ 737616 w 1780032"/>
              <a:gd name="connsiteY13" fmla="*/ 30480 h 164592"/>
              <a:gd name="connsiteX14" fmla="*/ 829056 w 1780032"/>
              <a:gd name="connsiteY14" fmla="*/ 91440 h 164592"/>
              <a:gd name="connsiteX15" fmla="*/ 896112 w 1780032"/>
              <a:gd name="connsiteY15" fmla="*/ 146304 h 164592"/>
              <a:gd name="connsiteX16" fmla="*/ 944880 w 1780032"/>
              <a:gd name="connsiteY16" fmla="*/ 164592 h 164592"/>
              <a:gd name="connsiteX17" fmla="*/ 981456 w 1780032"/>
              <a:gd name="connsiteY17" fmla="*/ 134112 h 164592"/>
              <a:gd name="connsiteX18" fmla="*/ 987552 w 1780032"/>
              <a:gd name="connsiteY18" fmla="*/ 115824 h 164592"/>
              <a:gd name="connsiteX19" fmla="*/ 1018032 w 1780032"/>
              <a:gd name="connsiteY19" fmla="*/ 97536 h 164592"/>
              <a:gd name="connsiteX20" fmla="*/ 1054608 w 1780032"/>
              <a:gd name="connsiteY20" fmla="*/ 79248 h 164592"/>
              <a:gd name="connsiteX21" fmla="*/ 1127760 w 1780032"/>
              <a:gd name="connsiteY21" fmla="*/ 97536 h 164592"/>
              <a:gd name="connsiteX22" fmla="*/ 1188720 w 1780032"/>
              <a:gd name="connsiteY22" fmla="*/ 121920 h 164592"/>
              <a:gd name="connsiteX23" fmla="*/ 1243584 w 1780032"/>
              <a:gd name="connsiteY23" fmla="*/ 128016 h 164592"/>
              <a:gd name="connsiteX24" fmla="*/ 1365504 w 1780032"/>
              <a:gd name="connsiteY24" fmla="*/ 121920 h 164592"/>
              <a:gd name="connsiteX25" fmla="*/ 1402080 w 1780032"/>
              <a:gd name="connsiteY25" fmla="*/ 109728 h 164592"/>
              <a:gd name="connsiteX26" fmla="*/ 1444752 w 1780032"/>
              <a:gd name="connsiteY26" fmla="*/ 85344 h 164592"/>
              <a:gd name="connsiteX27" fmla="*/ 1475232 w 1780032"/>
              <a:gd name="connsiteY27" fmla="*/ 54864 h 164592"/>
              <a:gd name="connsiteX28" fmla="*/ 1499616 w 1780032"/>
              <a:gd name="connsiteY28" fmla="*/ 36576 h 164592"/>
              <a:gd name="connsiteX29" fmla="*/ 1536192 w 1780032"/>
              <a:gd name="connsiteY29" fmla="*/ 24384 h 164592"/>
              <a:gd name="connsiteX30" fmla="*/ 1572768 w 1780032"/>
              <a:gd name="connsiteY30" fmla="*/ 12192 h 164592"/>
              <a:gd name="connsiteX31" fmla="*/ 1591056 w 1780032"/>
              <a:gd name="connsiteY31" fmla="*/ 6096 h 164592"/>
              <a:gd name="connsiteX32" fmla="*/ 1664208 w 1780032"/>
              <a:gd name="connsiteY32" fmla="*/ 0 h 164592"/>
              <a:gd name="connsiteX33" fmla="*/ 1780032 w 1780032"/>
              <a:gd name="connsiteY33" fmla="*/ 12192 h 164592"/>
              <a:gd name="connsiteX0" fmla="*/ 0 w 1664208"/>
              <a:gd name="connsiteY0" fmla="*/ 97536 h 164592"/>
              <a:gd name="connsiteX1" fmla="*/ 158496 w 1664208"/>
              <a:gd name="connsiteY1" fmla="*/ 103632 h 164592"/>
              <a:gd name="connsiteX2" fmla="*/ 207264 w 1664208"/>
              <a:gd name="connsiteY2" fmla="*/ 115824 h 164592"/>
              <a:gd name="connsiteX3" fmla="*/ 274320 w 1664208"/>
              <a:gd name="connsiteY3" fmla="*/ 128016 h 164592"/>
              <a:gd name="connsiteX4" fmla="*/ 377952 w 1664208"/>
              <a:gd name="connsiteY4" fmla="*/ 115824 h 164592"/>
              <a:gd name="connsiteX5" fmla="*/ 396240 w 1664208"/>
              <a:gd name="connsiteY5" fmla="*/ 109728 h 164592"/>
              <a:gd name="connsiteX6" fmla="*/ 420624 w 1664208"/>
              <a:gd name="connsiteY6" fmla="*/ 91440 h 164592"/>
              <a:gd name="connsiteX7" fmla="*/ 481584 w 1664208"/>
              <a:gd name="connsiteY7" fmla="*/ 60960 h 164592"/>
              <a:gd name="connsiteX8" fmla="*/ 542544 w 1664208"/>
              <a:gd name="connsiteY8" fmla="*/ 24384 h 164592"/>
              <a:gd name="connsiteX9" fmla="*/ 560832 w 1664208"/>
              <a:gd name="connsiteY9" fmla="*/ 18288 h 164592"/>
              <a:gd name="connsiteX10" fmla="*/ 585216 w 1664208"/>
              <a:gd name="connsiteY10" fmla="*/ 6096 h 164592"/>
              <a:gd name="connsiteX11" fmla="*/ 621792 w 1664208"/>
              <a:gd name="connsiteY11" fmla="*/ 0 h 164592"/>
              <a:gd name="connsiteX12" fmla="*/ 701040 w 1664208"/>
              <a:gd name="connsiteY12" fmla="*/ 12192 h 164592"/>
              <a:gd name="connsiteX13" fmla="*/ 737616 w 1664208"/>
              <a:gd name="connsiteY13" fmla="*/ 30480 h 164592"/>
              <a:gd name="connsiteX14" fmla="*/ 829056 w 1664208"/>
              <a:gd name="connsiteY14" fmla="*/ 91440 h 164592"/>
              <a:gd name="connsiteX15" fmla="*/ 896112 w 1664208"/>
              <a:gd name="connsiteY15" fmla="*/ 146304 h 164592"/>
              <a:gd name="connsiteX16" fmla="*/ 944880 w 1664208"/>
              <a:gd name="connsiteY16" fmla="*/ 164592 h 164592"/>
              <a:gd name="connsiteX17" fmla="*/ 981456 w 1664208"/>
              <a:gd name="connsiteY17" fmla="*/ 134112 h 164592"/>
              <a:gd name="connsiteX18" fmla="*/ 987552 w 1664208"/>
              <a:gd name="connsiteY18" fmla="*/ 115824 h 164592"/>
              <a:gd name="connsiteX19" fmla="*/ 1018032 w 1664208"/>
              <a:gd name="connsiteY19" fmla="*/ 97536 h 164592"/>
              <a:gd name="connsiteX20" fmla="*/ 1054608 w 1664208"/>
              <a:gd name="connsiteY20" fmla="*/ 79248 h 164592"/>
              <a:gd name="connsiteX21" fmla="*/ 1127760 w 1664208"/>
              <a:gd name="connsiteY21" fmla="*/ 97536 h 164592"/>
              <a:gd name="connsiteX22" fmla="*/ 1188720 w 1664208"/>
              <a:gd name="connsiteY22" fmla="*/ 121920 h 164592"/>
              <a:gd name="connsiteX23" fmla="*/ 1243584 w 1664208"/>
              <a:gd name="connsiteY23" fmla="*/ 128016 h 164592"/>
              <a:gd name="connsiteX24" fmla="*/ 1365504 w 1664208"/>
              <a:gd name="connsiteY24" fmla="*/ 121920 h 164592"/>
              <a:gd name="connsiteX25" fmla="*/ 1402080 w 1664208"/>
              <a:gd name="connsiteY25" fmla="*/ 109728 h 164592"/>
              <a:gd name="connsiteX26" fmla="*/ 1444752 w 1664208"/>
              <a:gd name="connsiteY26" fmla="*/ 85344 h 164592"/>
              <a:gd name="connsiteX27" fmla="*/ 1475232 w 1664208"/>
              <a:gd name="connsiteY27" fmla="*/ 54864 h 164592"/>
              <a:gd name="connsiteX28" fmla="*/ 1499616 w 1664208"/>
              <a:gd name="connsiteY28" fmla="*/ 36576 h 164592"/>
              <a:gd name="connsiteX29" fmla="*/ 1536192 w 1664208"/>
              <a:gd name="connsiteY29" fmla="*/ 24384 h 164592"/>
              <a:gd name="connsiteX30" fmla="*/ 1572768 w 1664208"/>
              <a:gd name="connsiteY30" fmla="*/ 12192 h 164592"/>
              <a:gd name="connsiteX31" fmla="*/ 1591056 w 1664208"/>
              <a:gd name="connsiteY31" fmla="*/ 6096 h 164592"/>
              <a:gd name="connsiteX32" fmla="*/ 1664208 w 1664208"/>
              <a:gd name="connsiteY32" fmla="*/ 0 h 164592"/>
              <a:gd name="connsiteX0" fmla="*/ 0 w 1687068"/>
              <a:gd name="connsiteY0" fmla="*/ 99441 h 166497"/>
              <a:gd name="connsiteX1" fmla="*/ 158496 w 1687068"/>
              <a:gd name="connsiteY1" fmla="*/ 105537 h 166497"/>
              <a:gd name="connsiteX2" fmla="*/ 207264 w 1687068"/>
              <a:gd name="connsiteY2" fmla="*/ 117729 h 166497"/>
              <a:gd name="connsiteX3" fmla="*/ 274320 w 1687068"/>
              <a:gd name="connsiteY3" fmla="*/ 129921 h 166497"/>
              <a:gd name="connsiteX4" fmla="*/ 377952 w 1687068"/>
              <a:gd name="connsiteY4" fmla="*/ 117729 h 166497"/>
              <a:gd name="connsiteX5" fmla="*/ 396240 w 1687068"/>
              <a:gd name="connsiteY5" fmla="*/ 111633 h 166497"/>
              <a:gd name="connsiteX6" fmla="*/ 420624 w 1687068"/>
              <a:gd name="connsiteY6" fmla="*/ 93345 h 166497"/>
              <a:gd name="connsiteX7" fmla="*/ 481584 w 1687068"/>
              <a:gd name="connsiteY7" fmla="*/ 62865 h 166497"/>
              <a:gd name="connsiteX8" fmla="*/ 542544 w 1687068"/>
              <a:gd name="connsiteY8" fmla="*/ 26289 h 166497"/>
              <a:gd name="connsiteX9" fmla="*/ 560832 w 1687068"/>
              <a:gd name="connsiteY9" fmla="*/ 20193 h 166497"/>
              <a:gd name="connsiteX10" fmla="*/ 585216 w 1687068"/>
              <a:gd name="connsiteY10" fmla="*/ 8001 h 166497"/>
              <a:gd name="connsiteX11" fmla="*/ 621792 w 1687068"/>
              <a:gd name="connsiteY11" fmla="*/ 1905 h 166497"/>
              <a:gd name="connsiteX12" fmla="*/ 701040 w 1687068"/>
              <a:gd name="connsiteY12" fmla="*/ 14097 h 166497"/>
              <a:gd name="connsiteX13" fmla="*/ 737616 w 1687068"/>
              <a:gd name="connsiteY13" fmla="*/ 32385 h 166497"/>
              <a:gd name="connsiteX14" fmla="*/ 829056 w 1687068"/>
              <a:gd name="connsiteY14" fmla="*/ 93345 h 166497"/>
              <a:gd name="connsiteX15" fmla="*/ 896112 w 1687068"/>
              <a:gd name="connsiteY15" fmla="*/ 148209 h 166497"/>
              <a:gd name="connsiteX16" fmla="*/ 944880 w 1687068"/>
              <a:gd name="connsiteY16" fmla="*/ 166497 h 166497"/>
              <a:gd name="connsiteX17" fmla="*/ 981456 w 1687068"/>
              <a:gd name="connsiteY17" fmla="*/ 136017 h 166497"/>
              <a:gd name="connsiteX18" fmla="*/ 987552 w 1687068"/>
              <a:gd name="connsiteY18" fmla="*/ 117729 h 166497"/>
              <a:gd name="connsiteX19" fmla="*/ 1018032 w 1687068"/>
              <a:gd name="connsiteY19" fmla="*/ 99441 h 166497"/>
              <a:gd name="connsiteX20" fmla="*/ 1054608 w 1687068"/>
              <a:gd name="connsiteY20" fmla="*/ 81153 h 166497"/>
              <a:gd name="connsiteX21" fmla="*/ 1127760 w 1687068"/>
              <a:gd name="connsiteY21" fmla="*/ 99441 h 166497"/>
              <a:gd name="connsiteX22" fmla="*/ 1188720 w 1687068"/>
              <a:gd name="connsiteY22" fmla="*/ 123825 h 166497"/>
              <a:gd name="connsiteX23" fmla="*/ 1243584 w 1687068"/>
              <a:gd name="connsiteY23" fmla="*/ 129921 h 166497"/>
              <a:gd name="connsiteX24" fmla="*/ 1365504 w 1687068"/>
              <a:gd name="connsiteY24" fmla="*/ 123825 h 166497"/>
              <a:gd name="connsiteX25" fmla="*/ 1402080 w 1687068"/>
              <a:gd name="connsiteY25" fmla="*/ 111633 h 166497"/>
              <a:gd name="connsiteX26" fmla="*/ 1444752 w 1687068"/>
              <a:gd name="connsiteY26" fmla="*/ 87249 h 166497"/>
              <a:gd name="connsiteX27" fmla="*/ 1475232 w 1687068"/>
              <a:gd name="connsiteY27" fmla="*/ 56769 h 166497"/>
              <a:gd name="connsiteX28" fmla="*/ 1499616 w 1687068"/>
              <a:gd name="connsiteY28" fmla="*/ 38481 h 166497"/>
              <a:gd name="connsiteX29" fmla="*/ 1536192 w 1687068"/>
              <a:gd name="connsiteY29" fmla="*/ 26289 h 166497"/>
              <a:gd name="connsiteX30" fmla="*/ 1572768 w 1687068"/>
              <a:gd name="connsiteY30" fmla="*/ 14097 h 166497"/>
              <a:gd name="connsiteX31" fmla="*/ 1591056 w 1687068"/>
              <a:gd name="connsiteY31" fmla="*/ 8001 h 166497"/>
              <a:gd name="connsiteX32" fmla="*/ 1687068 w 1687068"/>
              <a:gd name="connsiteY32" fmla="*/ 0 h 166497"/>
              <a:gd name="connsiteX0" fmla="*/ 0 w 1687068"/>
              <a:gd name="connsiteY0" fmla="*/ 99441 h 166497"/>
              <a:gd name="connsiteX1" fmla="*/ 135636 w 1687068"/>
              <a:gd name="connsiteY1" fmla="*/ 105537 h 166497"/>
              <a:gd name="connsiteX2" fmla="*/ 207264 w 1687068"/>
              <a:gd name="connsiteY2" fmla="*/ 117729 h 166497"/>
              <a:gd name="connsiteX3" fmla="*/ 274320 w 1687068"/>
              <a:gd name="connsiteY3" fmla="*/ 129921 h 166497"/>
              <a:gd name="connsiteX4" fmla="*/ 377952 w 1687068"/>
              <a:gd name="connsiteY4" fmla="*/ 117729 h 166497"/>
              <a:gd name="connsiteX5" fmla="*/ 396240 w 1687068"/>
              <a:gd name="connsiteY5" fmla="*/ 111633 h 166497"/>
              <a:gd name="connsiteX6" fmla="*/ 420624 w 1687068"/>
              <a:gd name="connsiteY6" fmla="*/ 93345 h 166497"/>
              <a:gd name="connsiteX7" fmla="*/ 481584 w 1687068"/>
              <a:gd name="connsiteY7" fmla="*/ 62865 h 166497"/>
              <a:gd name="connsiteX8" fmla="*/ 542544 w 1687068"/>
              <a:gd name="connsiteY8" fmla="*/ 26289 h 166497"/>
              <a:gd name="connsiteX9" fmla="*/ 560832 w 1687068"/>
              <a:gd name="connsiteY9" fmla="*/ 20193 h 166497"/>
              <a:gd name="connsiteX10" fmla="*/ 585216 w 1687068"/>
              <a:gd name="connsiteY10" fmla="*/ 8001 h 166497"/>
              <a:gd name="connsiteX11" fmla="*/ 621792 w 1687068"/>
              <a:gd name="connsiteY11" fmla="*/ 1905 h 166497"/>
              <a:gd name="connsiteX12" fmla="*/ 701040 w 1687068"/>
              <a:gd name="connsiteY12" fmla="*/ 14097 h 166497"/>
              <a:gd name="connsiteX13" fmla="*/ 737616 w 1687068"/>
              <a:gd name="connsiteY13" fmla="*/ 32385 h 166497"/>
              <a:gd name="connsiteX14" fmla="*/ 829056 w 1687068"/>
              <a:gd name="connsiteY14" fmla="*/ 93345 h 166497"/>
              <a:gd name="connsiteX15" fmla="*/ 896112 w 1687068"/>
              <a:gd name="connsiteY15" fmla="*/ 148209 h 166497"/>
              <a:gd name="connsiteX16" fmla="*/ 944880 w 1687068"/>
              <a:gd name="connsiteY16" fmla="*/ 166497 h 166497"/>
              <a:gd name="connsiteX17" fmla="*/ 981456 w 1687068"/>
              <a:gd name="connsiteY17" fmla="*/ 136017 h 166497"/>
              <a:gd name="connsiteX18" fmla="*/ 987552 w 1687068"/>
              <a:gd name="connsiteY18" fmla="*/ 117729 h 166497"/>
              <a:gd name="connsiteX19" fmla="*/ 1018032 w 1687068"/>
              <a:gd name="connsiteY19" fmla="*/ 99441 h 166497"/>
              <a:gd name="connsiteX20" fmla="*/ 1054608 w 1687068"/>
              <a:gd name="connsiteY20" fmla="*/ 81153 h 166497"/>
              <a:gd name="connsiteX21" fmla="*/ 1127760 w 1687068"/>
              <a:gd name="connsiteY21" fmla="*/ 99441 h 166497"/>
              <a:gd name="connsiteX22" fmla="*/ 1188720 w 1687068"/>
              <a:gd name="connsiteY22" fmla="*/ 123825 h 166497"/>
              <a:gd name="connsiteX23" fmla="*/ 1243584 w 1687068"/>
              <a:gd name="connsiteY23" fmla="*/ 129921 h 166497"/>
              <a:gd name="connsiteX24" fmla="*/ 1365504 w 1687068"/>
              <a:gd name="connsiteY24" fmla="*/ 123825 h 166497"/>
              <a:gd name="connsiteX25" fmla="*/ 1402080 w 1687068"/>
              <a:gd name="connsiteY25" fmla="*/ 111633 h 166497"/>
              <a:gd name="connsiteX26" fmla="*/ 1444752 w 1687068"/>
              <a:gd name="connsiteY26" fmla="*/ 87249 h 166497"/>
              <a:gd name="connsiteX27" fmla="*/ 1475232 w 1687068"/>
              <a:gd name="connsiteY27" fmla="*/ 56769 h 166497"/>
              <a:gd name="connsiteX28" fmla="*/ 1499616 w 1687068"/>
              <a:gd name="connsiteY28" fmla="*/ 38481 h 166497"/>
              <a:gd name="connsiteX29" fmla="*/ 1536192 w 1687068"/>
              <a:gd name="connsiteY29" fmla="*/ 26289 h 166497"/>
              <a:gd name="connsiteX30" fmla="*/ 1572768 w 1687068"/>
              <a:gd name="connsiteY30" fmla="*/ 14097 h 166497"/>
              <a:gd name="connsiteX31" fmla="*/ 1591056 w 1687068"/>
              <a:gd name="connsiteY31" fmla="*/ 8001 h 166497"/>
              <a:gd name="connsiteX32" fmla="*/ 1687068 w 1687068"/>
              <a:gd name="connsiteY32" fmla="*/ 0 h 166497"/>
              <a:gd name="connsiteX0" fmla="*/ 0 w 1551432"/>
              <a:gd name="connsiteY0" fmla="*/ 105537 h 166497"/>
              <a:gd name="connsiteX1" fmla="*/ 71628 w 1551432"/>
              <a:gd name="connsiteY1" fmla="*/ 117729 h 166497"/>
              <a:gd name="connsiteX2" fmla="*/ 138684 w 1551432"/>
              <a:gd name="connsiteY2" fmla="*/ 129921 h 166497"/>
              <a:gd name="connsiteX3" fmla="*/ 242316 w 1551432"/>
              <a:gd name="connsiteY3" fmla="*/ 117729 h 166497"/>
              <a:gd name="connsiteX4" fmla="*/ 260604 w 1551432"/>
              <a:gd name="connsiteY4" fmla="*/ 111633 h 166497"/>
              <a:gd name="connsiteX5" fmla="*/ 284988 w 1551432"/>
              <a:gd name="connsiteY5" fmla="*/ 93345 h 166497"/>
              <a:gd name="connsiteX6" fmla="*/ 345948 w 1551432"/>
              <a:gd name="connsiteY6" fmla="*/ 62865 h 166497"/>
              <a:gd name="connsiteX7" fmla="*/ 406908 w 1551432"/>
              <a:gd name="connsiteY7" fmla="*/ 26289 h 166497"/>
              <a:gd name="connsiteX8" fmla="*/ 425196 w 1551432"/>
              <a:gd name="connsiteY8" fmla="*/ 20193 h 166497"/>
              <a:gd name="connsiteX9" fmla="*/ 449580 w 1551432"/>
              <a:gd name="connsiteY9" fmla="*/ 8001 h 166497"/>
              <a:gd name="connsiteX10" fmla="*/ 486156 w 1551432"/>
              <a:gd name="connsiteY10" fmla="*/ 1905 h 166497"/>
              <a:gd name="connsiteX11" fmla="*/ 565404 w 1551432"/>
              <a:gd name="connsiteY11" fmla="*/ 14097 h 166497"/>
              <a:gd name="connsiteX12" fmla="*/ 601980 w 1551432"/>
              <a:gd name="connsiteY12" fmla="*/ 32385 h 166497"/>
              <a:gd name="connsiteX13" fmla="*/ 693420 w 1551432"/>
              <a:gd name="connsiteY13" fmla="*/ 93345 h 166497"/>
              <a:gd name="connsiteX14" fmla="*/ 760476 w 1551432"/>
              <a:gd name="connsiteY14" fmla="*/ 148209 h 166497"/>
              <a:gd name="connsiteX15" fmla="*/ 809244 w 1551432"/>
              <a:gd name="connsiteY15" fmla="*/ 166497 h 166497"/>
              <a:gd name="connsiteX16" fmla="*/ 845820 w 1551432"/>
              <a:gd name="connsiteY16" fmla="*/ 136017 h 166497"/>
              <a:gd name="connsiteX17" fmla="*/ 851916 w 1551432"/>
              <a:gd name="connsiteY17" fmla="*/ 117729 h 166497"/>
              <a:gd name="connsiteX18" fmla="*/ 882396 w 1551432"/>
              <a:gd name="connsiteY18" fmla="*/ 99441 h 166497"/>
              <a:gd name="connsiteX19" fmla="*/ 918972 w 1551432"/>
              <a:gd name="connsiteY19" fmla="*/ 81153 h 166497"/>
              <a:gd name="connsiteX20" fmla="*/ 992124 w 1551432"/>
              <a:gd name="connsiteY20" fmla="*/ 99441 h 166497"/>
              <a:gd name="connsiteX21" fmla="*/ 1053084 w 1551432"/>
              <a:gd name="connsiteY21" fmla="*/ 123825 h 166497"/>
              <a:gd name="connsiteX22" fmla="*/ 1107948 w 1551432"/>
              <a:gd name="connsiteY22" fmla="*/ 129921 h 166497"/>
              <a:gd name="connsiteX23" fmla="*/ 1229868 w 1551432"/>
              <a:gd name="connsiteY23" fmla="*/ 123825 h 166497"/>
              <a:gd name="connsiteX24" fmla="*/ 1266444 w 1551432"/>
              <a:gd name="connsiteY24" fmla="*/ 111633 h 166497"/>
              <a:gd name="connsiteX25" fmla="*/ 1309116 w 1551432"/>
              <a:gd name="connsiteY25" fmla="*/ 87249 h 166497"/>
              <a:gd name="connsiteX26" fmla="*/ 1339596 w 1551432"/>
              <a:gd name="connsiteY26" fmla="*/ 56769 h 166497"/>
              <a:gd name="connsiteX27" fmla="*/ 1363980 w 1551432"/>
              <a:gd name="connsiteY27" fmla="*/ 38481 h 166497"/>
              <a:gd name="connsiteX28" fmla="*/ 1400556 w 1551432"/>
              <a:gd name="connsiteY28" fmla="*/ 26289 h 166497"/>
              <a:gd name="connsiteX29" fmla="*/ 1437132 w 1551432"/>
              <a:gd name="connsiteY29" fmla="*/ 14097 h 166497"/>
              <a:gd name="connsiteX30" fmla="*/ 1455420 w 1551432"/>
              <a:gd name="connsiteY30" fmla="*/ 8001 h 166497"/>
              <a:gd name="connsiteX31" fmla="*/ 1551432 w 1551432"/>
              <a:gd name="connsiteY31" fmla="*/ 0 h 166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551432" h="166497">
                <a:moveTo>
                  <a:pt x="0" y="105537"/>
                </a:moveTo>
                <a:cubicBezTo>
                  <a:pt x="16691" y="107010"/>
                  <a:pt x="48514" y="113665"/>
                  <a:pt x="71628" y="117729"/>
                </a:cubicBezTo>
                <a:cubicBezTo>
                  <a:pt x="94742" y="121793"/>
                  <a:pt x="91888" y="122122"/>
                  <a:pt x="138684" y="129921"/>
                </a:cubicBezTo>
                <a:cubicBezTo>
                  <a:pt x="173228" y="125857"/>
                  <a:pt x="207919" y="122889"/>
                  <a:pt x="242316" y="117729"/>
                </a:cubicBezTo>
                <a:cubicBezTo>
                  <a:pt x="248671" y="116776"/>
                  <a:pt x="255025" y="114821"/>
                  <a:pt x="260604" y="111633"/>
                </a:cubicBezTo>
                <a:cubicBezTo>
                  <a:pt x="269425" y="106592"/>
                  <a:pt x="276167" y="98386"/>
                  <a:pt x="284988" y="93345"/>
                </a:cubicBezTo>
                <a:cubicBezTo>
                  <a:pt x="304713" y="82073"/>
                  <a:pt x="327045" y="75467"/>
                  <a:pt x="345948" y="62865"/>
                </a:cubicBezTo>
                <a:cubicBezTo>
                  <a:pt x="371950" y="45530"/>
                  <a:pt x="380665" y="37536"/>
                  <a:pt x="406908" y="26289"/>
                </a:cubicBezTo>
                <a:cubicBezTo>
                  <a:pt x="412814" y="23758"/>
                  <a:pt x="419290" y="22724"/>
                  <a:pt x="425196" y="20193"/>
                </a:cubicBezTo>
                <a:cubicBezTo>
                  <a:pt x="433549" y="16613"/>
                  <a:pt x="440876" y="10612"/>
                  <a:pt x="449580" y="8001"/>
                </a:cubicBezTo>
                <a:cubicBezTo>
                  <a:pt x="461419" y="4449"/>
                  <a:pt x="473964" y="3937"/>
                  <a:pt x="486156" y="1905"/>
                </a:cubicBezTo>
                <a:cubicBezTo>
                  <a:pt x="512572" y="5969"/>
                  <a:pt x="539557" y="7295"/>
                  <a:pt x="565404" y="14097"/>
                </a:cubicBezTo>
                <a:cubicBezTo>
                  <a:pt x="578586" y="17566"/>
                  <a:pt x="590145" y="25622"/>
                  <a:pt x="601980" y="32385"/>
                </a:cubicBezTo>
                <a:cubicBezTo>
                  <a:pt x="629399" y="48053"/>
                  <a:pt x="668132" y="73677"/>
                  <a:pt x="693420" y="93345"/>
                </a:cubicBezTo>
                <a:cubicBezTo>
                  <a:pt x="716217" y="111076"/>
                  <a:pt x="733661" y="137483"/>
                  <a:pt x="760476" y="148209"/>
                </a:cubicBezTo>
                <a:cubicBezTo>
                  <a:pt x="796922" y="162787"/>
                  <a:pt x="780575" y="156941"/>
                  <a:pt x="809244" y="166497"/>
                </a:cubicBezTo>
                <a:cubicBezTo>
                  <a:pt x="833056" y="154591"/>
                  <a:pt x="834331" y="158994"/>
                  <a:pt x="845820" y="136017"/>
                </a:cubicBezTo>
                <a:cubicBezTo>
                  <a:pt x="848694" y="130270"/>
                  <a:pt x="847372" y="122273"/>
                  <a:pt x="851916" y="117729"/>
                </a:cubicBezTo>
                <a:cubicBezTo>
                  <a:pt x="860294" y="109351"/>
                  <a:pt x="872348" y="105721"/>
                  <a:pt x="882396" y="99441"/>
                </a:cubicBezTo>
                <a:cubicBezTo>
                  <a:pt x="909407" y="82559"/>
                  <a:pt x="890772" y="90553"/>
                  <a:pt x="918972" y="81153"/>
                </a:cubicBezTo>
                <a:cubicBezTo>
                  <a:pt x="931585" y="83956"/>
                  <a:pt x="972707" y="91119"/>
                  <a:pt x="992124" y="99441"/>
                </a:cubicBezTo>
                <a:cubicBezTo>
                  <a:pt x="1020572" y="111633"/>
                  <a:pt x="1018396" y="116887"/>
                  <a:pt x="1053084" y="123825"/>
                </a:cubicBezTo>
                <a:cubicBezTo>
                  <a:pt x="1071127" y="127434"/>
                  <a:pt x="1089660" y="127889"/>
                  <a:pt x="1107948" y="129921"/>
                </a:cubicBezTo>
                <a:cubicBezTo>
                  <a:pt x="1148588" y="127889"/>
                  <a:pt x="1189445" y="128489"/>
                  <a:pt x="1229868" y="123825"/>
                </a:cubicBezTo>
                <a:cubicBezTo>
                  <a:pt x="1242635" y="122352"/>
                  <a:pt x="1254512" y="116406"/>
                  <a:pt x="1266444" y="111633"/>
                </a:cubicBezTo>
                <a:cubicBezTo>
                  <a:pt x="1285780" y="103899"/>
                  <a:pt x="1292620" y="98246"/>
                  <a:pt x="1309116" y="87249"/>
                </a:cubicBezTo>
                <a:cubicBezTo>
                  <a:pt x="1326850" y="60648"/>
                  <a:pt x="1313734" y="75242"/>
                  <a:pt x="1339596" y="56769"/>
                </a:cubicBezTo>
                <a:cubicBezTo>
                  <a:pt x="1347864" y="50864"/>
                  <a:pt x="1354893" y="43025"/>
                  <a:pt x="1363980" y="38481"/>
                </a:cubicBezTo>
                <a:cubicBezTo>
                  <a:pt x="1375475" y="32734"/>
                  <a:pt x="1388364" y="30353"/>
                  <a:pt x="1400556" y="26289"/>
                </a:cubicBezTo>
                <a:lnTo>
                  <a:pt x="1437132" y="14097"/>
                </a:lnTo>
                <a:cubicBezTo>
                  <a:pt x="1443228" y="12065"/>
                  <a:pt x="1449016" y="8535"/>
                  <a:pt x="1455420" y="8001"/>
                </a:cubicBezTo>
                <a:lnTo>
                  <a:pt x="1551432" y="0"/>
                </a:lnTo>
              </a:path>
            </a:pathLst>
          </a:cu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975D526-71D3-4C1B-93AC-0C1DC9757995}"/>
              </a:ext>
            </a:extLst>
          </p:cNvPr>
          <p:cNvSpPr/>
          <p:nvPr/>
        </p:nvSpPr>
        <p:spPr>
          <a:xfrm>
            <a:off x="9710001" y="2024283"/>
            <a:ext cx="1552956" cy="240280"/>
          </a:xfrm>
          <a:custGeom>
            <a:avLst/>
            <a:gdLst>
              <a:gd name="connsiteX0" fmla="*/ 0 w 1895856"/>
              <a:gd name="connsiteY0" fmla="*/ 75183 h 240280"/>
              <a:gd name="connsiteX1" fmla="*/ 262128 w 1895856"/>
              <a:gd name="connsiteY1" fmla="*/ 32511 h 240280"/>
              <a:gd name="connsiteX2" fmla="*/ 286512 w 1895856"/>
              <a:gd name="connsiteY2" fmla="*/ 26415 h 240280"/>
              <a:gd name="connsiteX3" fmla="*/ 304800 w 1895856"/>
              <a:gd name="connsiteY3" fmla="*/ 20319 h 240280"/>
              <a:gd name="connsiteX4" fmla="*/ 310896 w 1895856"/>
              <a:gd name="connsiteY4" fmla="*/ 2031 h 240280"/>
              <a:gd name="connsiteX5" fmla="*/ 335280 w 1895856"/>
              <a:gd name="connsiteY5" fmla="*/ 26415 h 240280"/>
              <a:gd name="connsiteX6" fmla="*/ 371856 w 1895856"/>
              <a:gd name="connsiteY6" fmla="*/ 93471 h 240280"/>
              <a:gd name="connsiteX7" fmla="*/ 426720 w 1895856"/>
              <a:gd name="connsiteY7" fmla="*/ 136143 h 240280"/>
              <a:gd name="connsiteX8" fmla="*/ 451104 w 1895856"/>
              <a:gd name="connsiteY8" fmla="*/ 148335 h 240280"/>
              <a:gd name="connsiteX9" fmla="*/ 518160 w 1895856"/>
              <a:gd name="connsiteY9" fmla="*/ 160527 h 240280"/>
              <a:gd name="connsiteX10" fmla="*/ 536448 w 1895856"/>
              <a:gd name="connsiteY10" fmla="*/ 166623 h 240280"/>
              <a:gd name="connsiteX11" fmla="*/ 627888 w 1895856"/>
              <a:gd name="connsiteY11" fmla="*/ 154431 h 240280"/>
              <a:gd name="connsiteX12" fmla="*/ 646176 w 1895856"/>
              <a:gd name="connsiteY12" fmla="*/ 136143 h 240280"/>
              <a:gd name="connsiteX13" fmla="*/ 664464 w 1895856"/>
              <a:gd name="connsiteY13" fmla="*/ 130047 h 240280"/>
              <a:gd name="connsiteX14" fmla="*/ 688848 w 1895856"/>
              <a:gd name="connsiteY14" fmla="*/ 111759 h 240280"/>
              <a:gd name="connsiteX15" fmla="*/ 707136 w 1895856"/>
              <a:gd name="connsiteY15" fmla="*/ 93471 h 240280"/>
              <a:gd name="connsiteX16" fmla="*/ 755904 w 1895856"/>
              <a:gd name="connsiteY16" fmla="*/ 87375 h 240280"/>
              <a:gd name="connsiteX17" fmla="*/ 829056 w 1895856"/>
              <a:gd name="connsiteY17" fmla="*/ 111759 h 240280"/>
              <a:gd name="connsiteX18" fmla="*/ 865632 w 1895856"/>
              <a:gd name="connsiteY18" fmla="*/ 148335 h 240280"/>
              <a:gd name="connsiteX19" fmla="*/ 883920 w 1895856"/>
              <a:gd name="connsiteY19" fmla="*/ 154431 h 240280"/>
              <a:gd name="connsiteX20" fmla="*/ 926592 w 1895856"/>
              <a:gd name="connsiteY20" fmla="*/ 178815 h 240280"/>
              <a:gd name="connsiteX21" fmla="*/ 969264 w 1895856"/>
              <a:gd name="connsiteY21" fmla="*/ 191007 h 240280"/>
              <a:gd name="connsiteX22" fmla="*/ 1005840 w 1895856"/>
              <a:gd name="connsiteY22" fmla="*/ 203199 h 240280"/>
              <a:gd name="connsiteX23" fmla="*/ 1036320 w 1895856"/>
              <a:gd name="connsiteY23" fmla="*/ 209295 h 240280"/>
              <a:gd name="connsiteX24" fmla="*/ 1103376 w 1895856"/>
              <a:gd name="connsiteY24" fmla="*/ 221487 h 240280"/>
              <a:gd name="connsiteX25" fmla="*/ 1127760 w 1895856"/>
              <a:gd name="connsiteY25" fmla="*/ 233679 h 240280"/>
              <a:gd name="connsiteX26" fmla="*/ 1267968 w 1895856"/>
              <a:gd name="connsiteY26" fmla="*/ 233679 h 240280"/>
              <a:gd name="connsiteX27" fmla="*/ 1304544 w 1895856"/>
              <a:gd name="connsiteY27" fmla="*/ 191007 h 240280"/>
              <a:gd name="connsiteX28" fmla="*/ 1310640 w 1895856"/>
              <a:gd name="connsiteY28" fmla="*/ 172719 h 240280"/>
              <a:gd name="connsiteX29" fmla="*/ 1328928 w 1895856"/>
              <a:gd name="connsiteY29" fmla="*/ 154431 h 240280"/>
              <a:gd name="connsiteX30" fmla="*/ 1341120 w 1895856"/>
              <a:gd name="connsiteY30" fmla="*/ 136143 h 240280"/>
              <a:gd name="connsiteX31" fmla="*/ 1377696 w 1895856"/>
              <a:gd name="connsiteY31" fmla="*/ 111759 h 240280"/>
              <a:gd name="connsiteX32" fmla="*/ 1420368 w 1895856"/>
              <a:gd name="connsiteY32" fmla="*/ 81279 h 240280"/>
              <a:gd name="connsiteX33" fmla="*/ 1524000 w 1895856"/>
              <a:gd name="connsiteY33" fmla="*/ 87375 h 240280"/>
              <a:gd name="connsiteX34" fmla="*/ 1566672 w 1895856"/>
              <a:gd name="connsiteY34" fmla="*/ 99567 h 240280"/>
              <a:gd name="connsiteX35" fmla="*/ 1591056 w 1895856"/>
              <a:gd name="connsiteY35" fmla="*/ 111759 h 240280"/>
              <a:gd name="connsiteX36" fmla="*/ 1609344 w 1895856"/>
              <a:gd name="connsiteY36" fmla="*/ 117855 h 240280"/>
              <a:gd name="connsiteX37" fmla="*/ 1822704 w 1895856"/>
              <a:gd name="connsiteY37" fmla="*/ 111759 h 240280"/>
              <a:gd name="connsiteX38" fmla="*/ 1859280 w 1895856"/>
              <a:gd name="connsiteY38" fmla="*/ 93471 h 240280"/>
              <a:gd name="connsiteX39" fmla="*/ 1877568 w 1895856"/>
              <a:gd name="connsiteY39" fmla="*/ 87375 h 240280"/>
              <a:gd name="connsiteX40" fmla="*/ 1895856 w 1895856"/>
              <a:gd name="connsiteY40" fmla="*/ 75183 h 240280"/>
              <a:gd name="connsiteX0" fmla="*/ 0 w 1857756"/>
              <a:gd name="connsiteY0" fmla="*/ 67563 h 240280"/>
              <a:gd name="connsiteX1" fmla="*/ 224028 w 1857756"/>
              <a:gd name="connsiteY1" fmla="*/ 32511 h 240280"/>
              <a:gd name="connsiteX2" fmla="*/ 248412 w 1857756"/>
              <a:gd name="connsiteY2" fmla="*/ 26415 h 240280"/>
              <a:gd name="connsiteX3" fmla="*/ 266700 w 1857756"/>
              <a:gd name="connsiteY3" fmla="*/ 20319 h 240280"/>
              <a:gd name="connsiteX4" fmla="*/ 272796 w 1857756"/>
              <a:gd name="connsiteY4" fmla="*/ 2031 h 240280"/>
              <a:gd name="connsiteX5" fmla="*/ 297180 w 1857756"/>
              <a:gd name="connsiteY5" fmla="*/ 26415 h 240280"/>
              <a:gd name="connsiteX6" fmla="*/ 333756 w 1857756"/>
              <a:gd name="connsiteY6" fmla="*/ 93471 h 240280"/>
              <a:gd name="connsiteX7" fmla="*/ 388620 w 1857756"/>
              <a:gd name="connsiteY7" fmla="*/ 136143 h 240280"/>
              <a:gd name="connsiteX8" fmla="*/ 413004 w 1857756"/>
              <a:gd name="connsiteY8" fmla="*/ 148335 h 240280"/>
              <a:gd name="connsiteX9" fmla="*/ 480060 w 1857756"/>
              <a:gd name="connsiteY9" fmla="*/ 160527 h 240280"/>
              <a:gd name="connsiteX10" fmla="*/ 498348 w 1857756"/>
              <a:gd name="connsiteY10" fmla="*/ 166623 h 240280"/>
              <a:gd name="connsiteX11" fmla="*/ 589788 w 1857756"/>
              <a:gd name="connsiteY11" fmla="*/ 154431 h 240280"/>
              <a:gd name="connsiteX12" fmla="*/ 608076 w 1857756"/>
              <a:gd name="connsiteY12" fmla="*/ 136143 h 240280"/>
              <a:gd name="connsiteX13" fmla="*/ 626364 w 1857756"/>
              <a:gd name="connsiteY13" fmla="*/ 130047 h 240280"/>
              <a:gd name="connsiteX14" fmla="*/ 650748 w 1857756"/>
              <a:gd name="connsiteY14" fmla="*/ 111759 h 240280"/>
              <a:gd name="connsiteX15" fmla="*/ 669036 w 1857756"/>
              <a:gd name="connsiteY15" fmla="*/ 93471 h 240280"/>
              <a:gd name="connsiteX16" fmla="*/ 717804 w 1857756"/>
              <a:gd name="connsiteY16" fmla="*/ 87375 h 240280"/>
              <a:gd name="connsiteX17" fmla="*/ 790956 w 1857756"/>
              <a:gd name="connsiteY17" fmla="*/ 111759 h 240280"/>
              <a:gd name="connsiteX18" fmla="*/ 827532 w 1857756"/>
              <a:gd name="connsiteY18" fmla="*/ 148335 h 240280"/>
              <a:gd name="connsiteX19" fmla="*/ 845820 w 1857756"/>
              <a:gd name="connsiteY19" fmla="*/ 154431 h 240280"/>
              <a:gd name="connsiteX20" fmla="*/ 888492 w 1857756"/>
              <a:gd name="connsiteY20" fmla="*/ 178815 h 240280"/>
              <a:gd name="connsiteX21" fmla="*/ 931164 w 1857756"/>
              <a:gd name="connsiteY21" fmla="*/ 191007 h 240280"/>
              <a:gd name="connsiteX22" fmla="*/ 967740 w 1857756"/>
              <a:gd name="connsiteY22" fmla="*/ 203199 h 240280"/>
              <a:gd name="connsiteX23" fmla="*/ 998220 w 1857756"/>
              <a:gd name="connsiteY23" fmla="*/ 209295 h 240280"/>
              <a:gd name="connsiteX24" fmla="*/ 1065276 w 1857756"/>
              <a:gd name="connsiteY24" fmla="*/ 221487 h 240280"/>
              <a:gd name="connsiteX25" fmla="*/ 1089660 w 1857756"/>
              <a:gd name="connsiteY25" fmla="*/ 233679 h 240280"/>
              <a:gd name="connsiteX26" fmla="*/ 1229868 w 1857756"/>
              <a:gd name="connsiteY26" fmla="*/ 233679 h 240280"/>
              <a:gd name="connsiteX27" fmla="*/ 1266444 w 1857756"/>
              <a:gd name="connsiteY27" fmla="*/ 191007 h 240280"/>
              <a:gd name="connsiteX28" fmla="*/ 1272540 w 1857756"/>
              <a:gd name="connsiteY28" fmla="*/ 172719 h 240280"/>
              <a:gd name="connsiteX29" fmla="*/ 1290828 w 1857756"/>
              <a:gd name="connsiteY29" fmla="*/ 154431 h 240280"/>
              <a:gd name="connsiteX30" fmla="*/ 1303020 w 1857756"/>
              <a:gd name="connsiteY30" fmla="*/ 136143 h 240280"/>
              <a:gd name="connsiteX31" fmla="*/ 1339596 w 1857756"/>
              <a:gd name="connsiteY31" fmla="*/ 111759 h 240280"/>
              <a:gd name="connsiteX32" fmla="*/ 1382268 w 1857756"/>
              <a:gd name="connsiteY32" fmla="*/ 81279 h 240280"/>
              <a:gd name="connsiteX33" fmla="*/ 1485900 w 1857756"/>
              <a:gd name="connsiteY33" fmla="*/ 87375 h 240280"/>
              <a:gd name="connsiteX34" fmla="*/ 1528572 w 1857756"/>
              <a:gd name="connsiteY34" fmla="*/ 99567 h 240280"/>
              <a:gd name="connsiteX35" fmla="*/ 1552956 w 1857756"/>
              <a:gd name="connsiteY35" fmla="*/ 111759 h 240280"/>
              <a:gd name="connsiteX36" fmla="*/ 1571244 w 1857756"/>
              <a:gd name="connsiteY36" fmla="*/ 117855 h 240280"/>
              <a:gd name="connsiteX37" fmla="*/ 1784604 w 1857756"/>
              <a:gd name="connsiteY37" fmla="*/ 111759 h 240280"/>
              <a:gd name="connsiteX38" fmla="*/ 1821180 w 1857756"/>
              <a:gd name="connsiteY38" fmla="*/ 93471 h 240280"/>
              <a:gd name="connsiteX39" fmla="*/ 1839468 w 1857756"/>
              <a:gd name="connsiteY39" fmla="*/ 87375 h 240280"/>
              <a:gd name="connsiteX40" fmla="*/ 1857756 w 1857756"/>
              <a:gd name="connsiteY40" fmla="*/ 75183 h 240280"/>
              <a:gd name="connsiteX0" fmla="*/ 0 w 1839468"/>
              <a:gd name="connsiteY0" fmla="*/ 67563 h 240280"/>
              <a:gd name="connsiteX1" fmla="*/ 224028 w 1839468"/>
              <a:gd name="connsiteY1" fmla="*/ 32511 h 240280"/>
              <a:gd name="connsiteX2" fmla="*/ 248412 w 1839468"/>
              <a:gd name="connsiteY2" fmla="*/ 26415 h 240280"/>
              <a:gd name="connsiteX3" fmla="*/ 266700 w 1839468"/>
              <a:gd name="connsiteY3" fmla="*/ 20319 h 240280"/>
              <a:gd name="connsiteX4" fmla="*/ 272796 w 1839468"/>
              <a:gd name="connsiteY4" fmla="*/ 2031 h 240280"/>
              <a:gd name="connsiteX5" fmla="*/ 297180 w 1839468"/>
              <a:gd name="connsiteY5" fmla="*/ 26415 h 240280"/>
              <a:gd name="connsiteX6" fmla="*/ 333756 w 1839468"/>
              <a:gd name="connsiteY6" fmla="*/ 93471 h 240280"/>
              <a:gd name="connsiteX7" fmla="*/ 388620 w 1839468"/>
              <a:gd name="connsiteY7" fmla="*/ 136143 h 240280"/>
              <a:gd name="connsiteX8" fmla="*/ 413004 w 1839468"/>
              <a:gd name="connsiteY8" fmla="*/ 148335 h 240280"/>
              <a:gd name="connsiteX9" fmla="*/ 480060 w 1839468"/>
              <a:gd name="connsiteY9" fmla="*/ 160527 h 240280"/>
              <a:gd name="connsiteX10" fmla="*/ 498348 w 1839468"/>
              <a:gd name="connsiteY10" fmla="*/ 166623 h 240280"/>
              <a:gd name="connsiteX11" fmla="*/ 589788 w 1839468"/>
              <a:gd name="connsiteY11" fmla="*/ 154431 h 240280"/>
              <a:gd name="connsiteX12" fmla="*/ 608076 w 1839468"/>
              <a:gd name="connsiteY12" fmla="*/ 136143 h 240280"/>
              <a:gd name="connsiteX13" fmla="*/ 626364 w 1839468"/>
              <a:gd name="connsiteY13" fmla="*/ 130047 h 240280"/>
              <a:gd name="connsiteX14" fmla="*/ 650748 w 1839468"/>
              <a:gd name="connsiteY14" fmla="*/ 111759 h 240280"/>
              <a:gd name="connsiteX15" fmla="*/ 669036 w 1839468"/>
              <a:gd name="connsiteY15" fmla="*/ 93471 h 240280"/>
              <a:gd name="connsiteX16" fmla="*/ 717804 w 1839468"/>
              <a:gd name="connsiteY16" fmla="*/ 87375 h 240280"/>
              <a:gd name="connsiteX17" fmla="*/ 790956 w 1839468"/>
              <a:gd name="connsiteY17" fmla="*/ 111759 h 240280"/>
              <a:gd name="connsiteX18" fmla="*/ 827532 w 1839468"/>
              <a:gd name="connsiteY18" fmla="*/ 148335 h 240280"/>
              <a:gd name="connsiteX19" fmla="*/ 845820 w 1839468"/>
              <a:gd name="connsiteY19" fmla="*/ 154431 h 240280"/>
              <a:gd name="connsiteX20" fmla="*/ 888492 w 1839468"/>
              <a:gd name="connsiteY20" fmla="*/ 178815 h 240280"/>
              <a:gd name="connsiteX21" fmla="*/ 931164 w 1839468"/>
              <a:gd name="connsiteY21" fmla="*/ 191007 h 240280"/>
              <a:gd name="connsiteX22" fmla="*/ 967740 w 1839468"/>
              <a:gd name="connsiteY22" fmla="*/ 203199 h 240280"/>
              <a:gd name="connsiteX23" fmla="*/ 998220 w 1839468"/>
              <a:gd name="connsiteY23" fmla="*/ 209295 h 240280"/>
              <a:gd name="connsiteX24" fmla="*/ 1065276 w 1839468"/>
              <a:gd name="connsiteY24" fmla="*/ 221487 h 240280"/>
              <a:gd name="connsiteX25" fmla="*/ 1089660 w 1839468"/>
              <a:gd name="connsiteY25" fmla="*/ 233679 h 240280"/>
              <a:gd name="connsiteX26" fmla="*/ 1229868 w 1839468"/>
              <a:gd name="connsiteY26" fmla="*/ 233679 h 240280"/>
              <a:gd name="connsiteX27" fmla="*/ 1266444 w 1839468"/>
              <a:gd name="connsiteY27" fmla="*/ 191007 h 240280"/>
              <a:gd name="connsiteX28" fmla="*/ 1272540 w 1839468"/>
              <a:gd name="connsiteY28" fmla="*/ 172719 h 240280"/>
              <a:gd name="connsiteX29" fmla="*/ 1290828 w 1839468"/>
              <a:gd name="connsiteY29" fmla="*/ 154431 h 240280"/>
              <a:gd name="connsiteX30" fmla="*/ 1303020 w 1839468"/>
              <a:gd name="connsiteY30" fmla="*/ 136143 h 240280"/>
              <a:gd name="connsiteX31" fmla="*/ 1339596 w 1839468"/>
              <a:gd name="connsiteY31" fmla="*/ 111759 h 240280"/>
              <a:gd name="connsiteX32" fmla="*/ 1382268 w 1839468"/>
              <a:gd name="connsiteY32" fmla="*/ 81279 h 240280"/>
              <a:gd name="connsiteX33" fmla="*/ 1485900 w 1839468"/>
              <a:gd name="connsiteY33" fmla="*/ 87375 h 240280"/>
              <a:gd name="connsiteX34" fmla="*/ 1528572 w 1839468"/>
              <a:gd name="connsiteY34" fmla="*/ 99567 h 240280"/>
              <a:gd name="connsiteX35" fmla="*/ 1552956 w 1839468"/>
              <a:gd name="connsiteY35" fmla="*/ 111759 h 240280"/>
              <a:gd name="connsiteX36" fmla="*/ 1571244 w 1839468"/>
              <a:gd name="connsiteY36" fmla="*/ 117855 h 240280"/>
              <a:gd name="connsiteX37" fmla="*/ 1784604 w 1839468"/>
              <a:gd name="connsiteY37" fmla="*/ 111759 h 240280"/>
              <a:gd name="connsiteX38" fmla="*/ 1821180 w 1839468"/>
              <a:gd name="connsiteY38" fmla="*/ 93471 h 240280"/>
              <a:gd name="connsiteX39" fmla="*/ 1839468 w 1839468"/>
              <a:gd name="connsiteY39" fmla="*/ 87375 h 240280"/>
              <a:gd name="connsiteX0" fmla="*/ 0 w 1821180"/>
              <a:gd name="connsiteY0" fmla="*/ 67563 h 240280"/>
              <a:gd name="connsiteX1" fmla="*/ 224028 w 1821180"/>
              <a:gd name="connsiteY1" fmla="*/ 32511 h 240280"/>
              <a:gd name="connsiteX2" fmla="*/ 248412 w 1821180"/>
              <a:gd name="connsiteY2" fmla="*/ 26415 h 240280"/>
              <a:gd name="connsiteX3" fmla="*/ 266700 w 1821180"/>
              <a:gd name="connsiteY3" fmla="*/ 20319 h 240280"/>
              <a:gd name="connsiteX4" fmla="*/ 272796 w 1821180"/>
              <a:gd name="connsiteY4" fmla="*/ 2031 h 240280"/>
              <a:gd name="connsiteX5" fmla="*/ 297180 w 1821180"/>
              <a:gd name="connsiteY5" fmla="*/ 26415 h 240280"/>
              <a:gd name="connsiteX6" fmla="*/ 333756 w 1821180"/>
              <a:gd name="connsiteY6" fmla="*/ 93471 h 240280"/>
              <a:gd name="connsiteX7" fmla="*/ 388620 w 1821180"/>
              <a:gd name="connsiteY7" fmla="*/ 136143 h 240280"/>
              <a:gd name="connsiteX8" fmla="*/ 413004 w 1821180"/>
              <a:gd name="connsiteY8" fmla="*/ 148335 h 240280"/>
              <a:gd name="connsiteX9" fmla="*/ 480060 w 1821180"/>
              <a:gd name="connsiteY9" fmla="*/ 160527 h 240280"/>
              <a:gd name="connsiteX10" fmla="*/ 498348 w 1821180"/>
              <a:gd name="connsiteY10" fmla="*/ 166623 h 240280"/>
              <a:gd name="connsiteX11" fmla="*/ 589788 w 1821180"/>
              <a:gd name="connsiteY11" fmla="*/ 154431 h 240280"/>
              <a:gd name="connsiteX12" fmla="*/ 608076 w 1821180"/>
              <a:gd name="connsiteY12" fmla="*/ 136143 h 240280"/>
              <a:gd name="connsiteX13" fmla="*/ 626364 w 1821180"/>
              <a:gd name="connsiteY13" fmla="*/ 130047 h 240280"/>
              <a:gd name="connsiteX14" fmla="*/ 650748 w 1821180"/>
              <a:gd name="connsiteY14" fmla="*/ 111759 h 240280"/>
              <a:gd name="connsiteX15" fmla="*/ 669036 w 1821180"/>
              <a:gd name="connsiteY15" fmla="*/ 93471 h 240280"/>
              <a:gd name="connsiteX16" fmla="*/ 717804 w 1821180"/>
              <a:gd name="connsiteY16" fmla="*/ 87375 h 240280"/>
              <a:gd name="connsiteX17" fmla="*/ 790956 w 1821180"/>
              <a:gd name="connsiteY17" fmla="*/ 111759 h 240280"/>
              <a:gd name="connsiteX18" fmla="*/ 827532 w 1821180"/>
              <a:gd name="connsiteY18" fmla="*/ 148335 h 240280"/>
              <a:gd name="connsiteX19" fmla="*/ 845820 w 1821180"/>
              <a:gd name="connsiteY19" fmla="*/ 154431 h 240280"/>
              <a:gd name="connsiteX20" fmla="*/ 888492 w 1821180"/>
              <a:gd name="connsiteY20" fmla="*/ 178815 h 240280"/>
              <a:gd name="connsiteX21" fmla="*/ 931164 w 1821180"/>
              <a:gd name="connsiteY21" fmla="*/ 191007 h 240280"/>
              <a:gd name="connsiteX22" fmla="*/ 967740 w 1821180"/>
              <a:gd name="connsiteY22" fmla="*/ 203199 h 240280"/>
              <a:gd name="connsiteX23" fmla="*/ 998220 w 1821180"/>
              <a:gd name="connsiteY23" fmla="*/ 209295 h 240280"/>
              <a:gd name="connsiteX24" fmla="*/ 1065276 w 1821180"/>
              <a:gd name="connsiteY24" fmla="*/ 221487 h 240280"/>
              <a:gd name="connsiteX25" fmla="*/ 1089660 w 1821180"/>
              <a:gd name="connsiteY25" fmla="*/ 233679 h 240280"/>
              <a:gd name="connsiteX26" fmla="*/ 1229868 w 1821180"/>
              <a:gd name="connsiteY26" fmla="*/ 233679 h 240280"/>
              <a:gd name="connsiteX27" fmla="*/ 1266444 w 1821180"/>
              <a:gd name="connsiteY27" fmla="*/ 191007 h 240280"/>
              <a:gd name="connsiteX28" fmla="*/ 1272540 w 1821180"/>
              <a:gd name="connsiteY28" fmla="*/ 172719 h 240280"/>
              <a:gd name="connsiteX29" fmla="*/ 1290828 w 1821180"/>
              <a:gd name="connsiteY29" fmla="*/ 154431 h 240280"/>
              <a:gd name="connsiteX30" fmla="*/ 1303020 w 1821180"/>
              <a:gd name="connsiteY30" fmla="*/ 136143 h 240280"/>
              <a:gd name="connsiteX31" fmla="*/ 1339596 w 1821180"/>
              <a:gd name="connsiteY31" fmla="*/ 111759 h 240280"/>
              <a:gd name="connsiteX32" fmla="*/ 1382268 w 1821180"/>
              <a:gd name="connsiteY32" fmla="*/ 81279 h 240280"/>
              <a:gd name="connsiteX33" fmla="*/ 1485900 w 1821180"/>
              <a:gd name="connsiteY33" fmla="*/ 87375 h 240280"/>
              <a:gd name="connsiteX34" fmla="*/ 1528572 w 1821180"/>
              <a:gd name="connsiteY34" fmla="*/ 99567 h 240280"/>
              <a:gd name="connsiteX35" fmla="*/ 1552956 w 1821180"/>
              <a:gd name="connsiteY35" fmla="*/ 111759 h 240280"/>
              <a:gd name="connsiteX36" fmla="*/ 1571244 w 1821180"/>
              <a:gd name="connsiteY36" fmla="*/ 117855 h 240280"/>
              <a:gd name="connsiteX37" fmla="*/ 1784604 w 1821180"/>
              <a:gd name="connsiteY37" fmla="*/ 111759 h 240280"/>
              <a:gd name="connsiteX38" fmla="*/ 1821180 w 1821180"/>
              <a:gd name="connsiteY38" fmla="*/ 93471 h 240280"/>
              <a:gd name="connsiteX0" fmla="*/ 0 w 1784604"/>
              <a:gd name="connsiteY0" fmla="*/ 67563 h 240280"/>
              <a:gd name="connsiteX1" fmla="*/ 224028 w 1784604"/>
              <a:gd name="connsiteY1" fmla="*/ 32511 h 240280"/>
              <a:gd name="connsiteX2" fmla="*/ 248412 w 1784604"/>
              <a:gd name="connsiteY2" fmla="*/ 26415 h 240280"/>
              <a:gd name="connsiteX3" fmla="*/ 266700 w 1784604"/>
              <a:gd name="connsiteY3" fmla="*/ 20319 h 240280"/>
              <a:gd name="connsiteX4" fmla="*/ 272796 w 1784604"/>
              <a:gd name="connsiteY4" fmla="*/ 2031 h 240280"/>
              <a:gd name="connsiteX5" fmla="*/ 297180 w 1784604"/>
              <a:gd name="connsiteY5" fmla="*/ 26415 h 240280"/>
              <a:gd name="connsiteX6" fmla="*/ 333756 w 1784604"/>
              <a:gd name="connsiteY6" fmla="*/ 93471 h 240280"/>
              <a:gd name="connsiteX7" fmla="*/ 388620 w 1784604"/>
              <a:gd name="connsiteY7" fmla="*/ 136143 h 240280"/>
              <a:gd name="connsiteX8" fmla="*/ 413004 w 1784604"/>
              <a:gd name="connsiteY8" fmla="*/ 148335 h 240280"/>
              <a:gd name="connsiteX9" fmla="*/ 480060 w 1784604"/>
              <a:gd name="connsiteY9" fmla="*/ 160527 h 240280"/>
              <a:gd name="connsiteX10" fmla="*/ 498348 w 1784604"/>
              <a:gd name="connsiteY10" fmla="*/ 166623 h 240280"/>
              <a:gd name="connsiteX11" fmla="*/ 589788 w 1784604"/>
              <a:gd name="connsiteY11" fmla="*/ 154431 h 240280"/>
              <a:gd name="connsiteX12" fmla="*/ 608076 w 1784604"/>
              <a:gd name="connsiteY12" fmla="*/ 136143 h 240280"/>
              <a:gd name="connsiteX13" fmla="*/ 626364 w 1784604"/>
              <a:gd name="connsiteY13" fmla="*/ 130047 h 240280"/>
              <a:gd name="connsiteX14" fmla="*/ 650748 w 1784604"/>
              <a:gd name="connsiteY14" fmla="*/ 111759 h 240280"/>
              <a:gd name="connsiteX15" fmla="*/ 669036 w 1784604"/>
              <a:gd name="connsiteY15" fmla="*/ 93471 h 240280"/>
              <a:gd name="connsiteX16" fmla="*/ 717804 w 1784604"/>
              <a:gd name="connsiteY16" fmla="*/ 87375 h 240280"/>
              <a:gd name="connsiteX17" fmla="*/ 790956 w 1784604"/>
              <a:gd name="connsiteY17" fmla="*/ 111759 h 240280"/>
              <a:gd name="connsiteX18" fmla="*/ 827532 w 1784604"/>
              <a:gd name="connsiteY18" fmla="*/ 148335 h 240280"/>
              <a:gd name="connsiteX19" fmla="*/ 845820 w 1784604"/>
              <a:gd name="connsiteY19" fmla="*/ 154431 h 240280"/>
              <a:gd name="connsiteX20" fmla="*/ 888492 w 1784604"/>
              <a:gd name="connsiteY20" fmla="*/ 178815 h 240280"/>
              <a:gd name="connsiteX21" fmla="*/ 931164 w 1784604"/>
              <a:gd name="connsiteY21" fmla="*/ 191007 h 240280"/>
              <a:gd name="connsiteX22" fmla="*/ 967740 w 1784604"/>
              <a:gd name="connsiteY22" fmla="*/ 203199 h 240280"/>
              <a:gd name="connsiteX23" fmla="*/ 998220 w 1784604"/>
              <a:gd name="connsiteY23" fmla="*/ 209295 h 240280"/>
              <a:gd name="connsiteX24" fmla="*/ 1065276 w 1784604"/>
              <a:gd name="connsiteY24" fmla="*/ 221487 h 240280"/>
              <a:gd name="connsiteX25" fmla="*/ 1089660 w 1784604"/>
              <a:gd name="connsiteY25" fmla="*/ 233679 h 240280"/>
              <a:gd name="connsiteX26" fmla="*/ 1229868 w 1784604"/>
              <a:gd name="connsiteY26" fmla="*/ 233679 h 240280"/>
              <a:gd name="connsiteX27" fmla="*/ 1266444 w 1784604"/>
              <a:gd name="connsiteY27" fmla="*/ 191007 h 240280"/>
              <a:gd name="connsiteX28" fmla="*/ 1272540 w 1784604"/>
              <a:gd name="connsiteY28" fmla="*/ 172719 h 240280"/>
              <a:gd name="connsiteX29" fmla="*/ 1290828 w 1784604"/>
              <a:gd name="connsiteY29" fmla="*/ 154431 h 240280"/>
              <a:gd name="connsiteX30" fmla="*/ 1303020 w 1784604"/>
              <a:gd name="connsiteY30" fmla="*/ 136143 h 240280"/>
              <a:gd name="connsiteX31" fmla="*/ 1339596 w 1784604"/>
              <a:gd name="connsiteY31" fmla="*/ 111759 h 240280"/>
              <a:gd name="connsiteX32" fmla="*/ 1382268 w 1784604"/>
              <a:gd name="connsiteY32" fmla="*/ 81279 h 240280"/>
              <a:gd name="connsiteX33" fmla="*/ 1485900 w 1784604"/>
              <a:gd name="connsiteY33" fmla="*/ 87375 h 240280"/>
              <a:gd name="connsiteX34" fmla="*/ 1528572 w 1784604"/>
              <a:gd name="connsiteY34" fmla="*/ 99567 h 240280"/>
              <a:gd name="connsiteX35" fmla="*/ 1552956 w 1784604"/>
              <a:gd name="connsiteY35" fmla="*/ 111759 h 240280"/>
              <a:gd name="connsiteX36" fmla="*/ 1571244 w 1784604"/>
              <a:gd name="connsiteY36" fmla="*/ 117855 h 240280"/>
              <a:gd name="connsiteX37" fmla="*/ 1784604 w 1784604"/>
              <a:gd name="connsiteY37" fmla="*/ 111759 h 240280"/>
              <a:gd name="connsiteX0" fmla="*/ 0 w 1571244"/>
              <a:gd name="connsiteY0" fmla="*/ 67563 h 240280"/>
              <a:gd name="connsiteX1" fmla="*/ 224028 w 1571244"/>
              <a:gd name="connsiteY1" fmla="*/ 32511 h 240280"/>
              <a:gd name="connsiteX2" fmla="*/ 248412 w 1571244"/>
              <a:gd name="connsiteY2" fmla="*/ 26415 h 240280"/>
              <a:gd name="connsiteX3" fmla="*/ 266700 w 1571244"/>
              <a:gd name="connsiteY3" fmla="*/ 20319 h 240280"/>
              <a:gd name="connsiteX4" fmla="*/ 272796 w 1571244"/>
              <a:gd name="connsiteY4" fmla="*/ 2031 h 240280"/>
              <a:gd name="connsiteX5" fmla="*/ 297180 w 1571244"/>
              <a:gd name="connsiteY5" fmla="*/ 26415 h 240280"/>
              <a:gd name="connsiteX6" fmla="*/ 333756 w 1571244"/>
              <a:gd name="connsiteY6" fmla="*/ 93471 h 240280"/>
              <a:gd name="connsiteX7" fmla="*/ 388620 w 1571244"/>
              <a:gd name="connsiteY7" fmla="*/ 136143 h 240280"/>
              <a:gd name="connsiteX8" fmla="*/ 413004 w 1571244"/>
              <a:gd name="connsiteY8" fmla="*/ 148335 h 240280"/>
              <a:gd name="connsiteX9" fmla="*/ 480060 w 1571244"/>
              <a:gd name="connsiteY9" fmla="*/ 160527 h 240280"/>
              <a:gd name="connsiteX10" fmla="*/ 498348 w 1571244"/>
              <a:gd name="connsiteY10" fmla="*/ 166623 h 240280"/>
              <a:gd name="connsiteX11" fmla="*/ 589788 w 1571244"/>
              <a:gd name="connsiteY11" fmla="*/ 154431 h 240280"/>
              <a:gd name="connsiteX12" fmla="*/ 608076 w 1571244"/>
              <a:gd name="connsiteY12" fmla="*/ 136143 h 240280"/>
              <a:gd name="connsiteX13" fmla="*/ 626364 w 1571244"/>
              <a:gd name="connsiteY13" fmla="*/ 130047 h 240280"/>
              <a:gd name="connsiteX14" fmla="*/ 650748 w 1571244"/>
              <a:gd name="connsiteY14" fmla="*/ 111759 h 240280"/>
              <a:gd name="connsiteX15" fmla="*/ 669036 w 1571244"/>
              <a:gd name="connsiteY15" fmla="*/ 93471 h 240280"/>
              <a:gd name="connsiteX16" fmla="*/ 717804 w 1571244"/>
              <a:gd name="connsiteY16" fmla="*/ 87375 h 240280"/>
              <a:gd name="connsiteX17" fmla="*/ 790956 w 1571244"/>
              <a:gd name="connsiteY17" fmla="*/ 111759 h 240280"/>
              <a:gd name="connsiteX18" fmla="*/ 827532 w 1571244"/>
              <a:gd name="connsiteY18" fmla="*/ 148335 h 240280"/>
              <a:gd name="connsiteX19" fmla="*/ 845820 w 1571244"/>
              <a:gd name="connsiteY19" fmla="*/ 154431 h 240280"/>
              <a:gd name="connsiteX20" fmla="*/ 888492 w 1571244"/>
              <a:gd name="connsiteY20" fmla="*/ 178815 h 240280"/>
              <a:gd name="connsiteX21" fmla="*/ 931164 w 1571244"/>
              <a:gd name="connsiteY21" fmla="*/ 191007 h 240280"/>
              <a:gd name="connsiteX22" fmla="*/ 967740 w 1571244"/>
              <a:gd name="connsiteY22" fmla="*/ 203199 h 240280"/>
              <a:gd name="connsiteX23" fmla="*/ 998220 w 1571244"/>
              <a:gd name="connsiteY23" fmla="*/ 209295 h 240280"/>
              <a:gd name="connsiteX24" fmla="*/ 1065276 w 1571244"/>
              <a:gd name="connsiteY24" fmla="*/ 221487 h 240280"/>
              <a:gd name="connsiteX25" fmla="*/ 1089660 w 1571244"/>
              <a:gd name="connsiteY25" fmla="*/ 233679 h 240280"/>
              <a:gd name="connsiteX26" fmla="*/ 1229868 w 1571244"/>
              <a:gd name="connsiteY26" fmla="*/ 233679 h 240280"/>
              <a:gd name="connsiteX27" fmla="*/ 1266444 w 1571244"/>
              <a:gd name="connsiteY27" fmla="*/ 191007 h 240280"/>
              <a:gd name="connsiteX28" fmla="*/ 1272540 w 1571244"/>
              <a:gd name="connsiteY28" fmla="*/ 172719 h 240280"/>
              <a:gd name="connsiteX29" fmla="*/ 1290828 w 1571244"/>
              <a:gd name="connsiteY29" fmla="*/ 154431 h 240280"/>
              <a:gd name="connsiteX30" fmla="*/ 1303020 w 1571244"/>
              <a:gd name="connsiteY30" fmla="*/ 136143 h 240280"/>
              <a:gd name="connsiteX31" fmla="*/ 1339596 w 1571244"/>
              <a:gd name="connsiteY31" fmla="*/ 111759 h 240280"/>
              <a:gd name="connsiteX32" fmla="*/ 1382268 w 1571244"/>
              <a:gd name="connsiteY32" fmla="*/ 81279 h 240280"/>
              <a:gd name="connsiteX33" fmla="*/ 1485900 w 1571244"/>
              <a:gd name="connsiteY33" fmla="*/ 87375 h 240280"/>
              <a:gd name="connsiteX34" fmla="*/ 1528572 w 1571244"/>
              <a:gd name="connsiteY34" fmla="*/ 99567 h 240280"/>
              <a:gd name="connsiteX35" fmla="*/ 1552956 w 1571244"/>
              <a:gd name="connsiteY35" fmla="*/ 111759 h 240280"/>
              <a:gd name="connsiteX36" fmla="*/ 1571244 w 1571244"/>
              <a:gd name="connsiteY36" fmla="*/ 117855 h 240280"/>
              <a:gd name="connsiteX0" fmla="*/ 0 w 1552956"/>
              <a:gd name="connsiteY0" fmla="*/ 67563 h 240280"/>
              <a:gd name="connsiteX1" fmla="*/ 224028 w 1552956"/>
              <a:gd name="connsiteY1" fmla="*/ 32511 h 240280"/>
              <a:gd name="connsiteX2" fmla="*/ 248412 w 1552956"/>
              <a:gd name="connsiteY2" fmla="*/ 26415 h 240280"/>
              <a:gd name="connsiteX3" fmla="*/ 266700 w 1552956"/>
              <a:gd name="connsiteY3" fmla="*/ 20319 h 240280"/>
              <a:gd name="connsiteX4" fmla="*/ 272796 w 1552956"/>
              <a:gd name="connsiteY4" fmla="*/ 2031 h 240280"/>
              <a:gd name="connsiteX5" fmla="*/ 297180 w 1552956"/>
              <a:gd name="connsiteY5" fmla="*/ 26415 h 240280"/>
              <a:gd name="connsiteX6" fmla="*/ 333756 w 1552956"/>
              <a:gd name="connsiteY6" fmla="*/ 93471 h 240280"/>
              <a:gd name="connsiteX7" fmla="*/ 388620 w 1552956"/>
              <a:gd name="connsiteY7" fmla="*/ 136143 h 240280"/>
              <a:gd name="connsiteX8" fmla="*/ 413004 w 1552956"/>
              <a:gd name="connsiteY8" fmla="*/ 148335 h 240280"/>
              <a:gd name="connsiteX9" fmla="*/ 480060 w 1552956"/>
              <a:gd name="connsiteY9" fmla="*/ 160527 h 240280"/>
              <a:gd name="connsiteX10" fmla="*/ 498348 w 1552956"/>
              <a:gd name="connsiteY10" fmla="*/ 166623 h 240280"/>
              <a:gd name="connsiteX11" fmla="*/ 589788 w 1552956"/>
              <a:gd name="connsiteY11" fmla="*/ 154431 h 240280"/>
              <a:gd name="connsiteX12" fmla="*/ 608076 w 1552956"/>
              <a:gd name="connsiteY12" fmla="*/ 136143 h 240280"/>
              <a:gd name="connsiteX13" fmla="*/ 626364 w 1552956"/>
              <a:gd name="connsiteY13" fmla="*/ 130047 h 240280"/>
              <a:gd name="connsiteX14" fmla="*/ 650748 w 1552956"/>
              <a:gd name="connsiteY14" fmla="*/ 111759 h 240280"/>
              <a:gd name="connsiteX15" fmla="*/ 669036 w 1552956"/>
              <a:gd name="connsiteY15" fmla="*/ 93471 h 240280"/>
              <a:gd name="connsiteX16" fmla="*/ 717804 w 1552956"/>
              <a:gd name="connsiteY16" fmla="*/ 87375 h 240280"/>
              <a:gd name="connsiteX17" fmla="*/ 790956 w 1552956"/>
              <a:gd name="connsiteY17" fmla="*/ 111759 h 240280"/>
              <a:gd name="connsiteX18" fmla="*/ 827532 w 1552956"/>
              <a:gd name="connsiteY18" fmla="*/ 148335 h 240280"/>
              <a:gd name="connsiteX19" fmla="*/ 845820 w 1552956"/>
              <a:gd name="connsiteY19" fmla="*/ 154431 h 240280"/>
              <a:gd name="connsiteX20" fmla="*/ 888492 w 1552956"/>
              <a:gd name="connsiteY20" fmla="*/ 178815 h 240280"/>
              <a:gd name="connsiteX21" fmla="*/ 931164 w 1552956"/>
              <a:gd name="connsiteY21" fmla="*/ 191007 h 240280"/>
              <a:gd name="connsiteX22" fmla="*/ 967740 w 1552956"/>
              <a:gd name="connsiteY22" fmla="*/ 203199 h 240280"/>
              <a:gd name="connsiteX23" fmla="*/ 998220 w 1552956"/>
              <a:gd name="connsiteY23" fmla="*/ 209295 h 240280"/>
              <a:gd name="connsiteX24" fmla="*/ 1065276 w 1552956"/>
              <a:gd name="connsiteY24" fmla="*/ 221487 h 240280"/>
              <a:gd name="connsiteX25" fmla="*/ 1089660 w 1552956"/>
              <a:gd name="connsiteY25" fmla="*/ 233679 h 240280"/>
              <a:gd name="connsiteX26" fmla="*/ 1229868 w 1552956"/>
              <a:gd name="connsiteY26" fmla="*/ 233679 h 240280"/>
              <a:gd name="connsiteX27" fmla="*/ 1266444 w 1552956"/>
              <a:gd name="connsiteY27" fmla="*/ 191007 h 240280"/>
              <a:gd name="connsiteX28" fmla="*/ 1272540 w 1552956"/>
              <a:gd name="connsiteY28" fmla="*/ 172719 h 240280"/>
              <a:gd name="connsiteX29" fmla="*/ 1290828 w 1552956"/>
              <a:gd name="connsiteY29" fmla="*/ 154431 h 240280"/>
              <a:gd name="connsiteX30" fmla="*/ 1303020 w 1552956"/>
              <a:gd name="connsiteY30" fmla="*/ 136143 h 240280"/>
              <a:gd name="connsiteX31" fmla="*/ 1339596 w 1552956"/>
              <a:gd name="connsiteY31" fmla="*/ 111759 h 240280"/>
              <a:gd name="connsiteX32" fmla="*/ 1382268 w 1552956"/>
              <a:gd name="connsiteY32" fmla="*/ 81279 h 240280"/>
              <a:gd name="connsiteX33" fmla="*/ 1485900 w 1552956"/>
              <a:gd name="connsiteY33" fmla="*/ 87375 h 240280"/>
              <a:gd name="connsiteX34" fmla="*/ 1528572 w 1552956"/>
              <a:gd name="connsiteY34" fmla="*/ 99567 h 240280"/>
              <a:gd name="connsiteX35" fmla="*/ 1552956 w 1552956"/>
              <a:gd name="connsiteY35" fmla="*/ 111759 h 240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552956" h="240280">
                <a:moveTo>
                  <a:pt x="0" y="67563"/>
                </a:moveTo>
                <a:lnTo>
                  <a:pt x="224028" y="32511"/>
                </a:lnTo>
                <a:cubicBezTo>
                  <a:pt x="232287" y="31105"/>
                  <a:pt x="240356" y="28717"/>
                  <a:pt x="248412" y="26415"/>
                </a:cubicBezTo>
                <a:cubicBezTo>
                  <a:pt x="254591" y="24650"/>
                  <a:pt x="260604" y="22351"/>
                  <a:pt x="266700" y="20319"/>
                </a:cubicBezTo>
                <a:cubicBezTo>
                  <a:pt x="268732" y="14223"/>
                  <a:pt x="267049" y="4905"/>
                  <a:pt x="272796" y="2031"/>
                </a:cubicBezTo>
                <a:cubicBezTo>
                  <a:pt x="292062" y="-7602"/>
                  <a:pt x="294170" y="19792"/>
                  <a:pt x="297180" y="26415"/>
                </a:cubicBezTo>
                <a:cubicBezTo>
                  <a:pt x="302732" y="38630"/>
                  <a:pt x="320395" y="77437"/>
                  <a:pt x="333756" y="93471"/>
                </a:cubicBezTo>
                <a:cubicBezTo>
                  <a:pt x="348091" y="110673"/>
                  <a:pt x="369200" y="126433"/>
                  <a:pt x="388620" y="136143"/>
                </a:cubicBezTo>
                <a:cubicBezTo>
                  <a:pt x="396748" y="140207"/>
                  <a:pt x="404495" y="145144"/>
                  <a:pt x="413004" y="148335"/>
                </a:cubicBezTo>
                <a:cubicBezTo>
                  <a:pt x="430692" y="154968"/>
                  <a:pt x="464484" y="158302"/>
                  <a:pt x="480060" y="160527"/>
                </a:cubicBezTo>
                <a:cubicBezTo>
                  <a:pt x="486156" y="162559"/>
                  <a:pt x="491922" y="166623"/>
                  <a:pt x="498348" y="166623"/>
                </a:cubicBezTo>
                <a:cubicBezTo>
                  <a:pt x="558015" y="166623"/>
                  <a:pt x="553510" y="166524"/>
                  <a:pt x="589788" y="154431"/>
                </a:cubicBezTo>
                <a:cubicBezTo>
                  <a:pt x="595884" y="148335"/>
                  <a:pt x="600903" y="140925"/>
                  <a:pt x="608076" y="136143"/>
                </a:cubicBezTo>
                <a:cubicBezTo>
                  <a:pt x="613423" y="132579"/>
                  <a:pt x="620785" y="133235"/>
                  <a:pt x="626364" y="130047"/>
                </a:cubicBezTo>
                <a:cubicBezTo>
                  <a:pt x="635185" y="125006"/>
                  <a:pt x="643034" y="118371"/>
                  <a:pt x="650748" y="111759"/>
                </a:cubicBezTo>
                <a:cubicBezTo>
                  <a:pt x="657294" y="106148"/>
                  <a:pt x="660934" y="96417"/>
                  <a:pt x="669036" y="93471"/>
                </a:cubicBezTo>
                <a:cubicBezTo>
                  <a:pt x="684432" y="87872"/>
                  <a:pt x="701548" y="89407"/>
                  <a:pt x="717804" y="87375"/>
                </a:cubicBezTo>
                <a:cubicBezTo>
                  <a:pt x="749315" y="92627"/>
                  <a:pt x="763738" y="91346"/>
                  <a:pt x="790956" y="111759"/>
                </a:cubicBezTo>
                <a:cubicBezTo>
                  <a:pt x="804750" y="122104"/>
                  <a:pt x="811175" y="142883"/>
                  <a:pt x="827532" y="148335"/>
                </a:cubicBezTo>
                <a:cubicBezTo>
                  <a:pt x="833628" y="150367"/>
                  <a:pt x="840073" y="151557"/>
                  <a:pt x="845820" y="154431"/>
                </a:cubicBezTo>
                <a:cubicBezTo>
                  <a:pt x="907042" y="185042"/>
                  <a:pt x="813681" y="146753"/>
                  <a:pt x="888492" y="178815"/>
                </a:cubicBezTo>
                <a:cubicBezTo>
                  <a:pt x="904426" y="185644"/>
                  <a:pt x="913978" y="185851"/>
                  <a:pt x="931164" y="191007"/>
                </a:cubicBezTo>
                <a:cubicBezTo>
                  <a:pt x="943474" y="194700"/>
                  <a:pt x="955138" y="200679"/>
                  <a:pt x="967740" y="203199"/>
                </a:cubicBezTo>
                <a:lnTo>
                  <a:pt x="998220" y="209295"/>
                </a:lnTo>
                <a:cubicBezTo>
                  <a:pt x="1084013" y="224894"/>
                  <a:pt x="989986" y="206429"/>
                  <a:pt x="1065276" y="221487"/>
                </a:cubicBezTo>
                <a:cubicBezTo>
                  <a:pt x="1073404" y="225551"/>
                  <a:pt x="1080711" y="232100"/>
                  <a:pt x="1089660" y="233679"/>
                </a:cubicBezTo>
                <a:cubicBezTo>
                  <a:pt x="1153403" y="244928"/>
                  <a:pt x="1170190" y="239647"/>
                  <a:pt x="1229868" y="233679"/>
                </a:cubicBezTo>
                <a:cubicBezTo>
                  <a:pt x="1244281" y="219266"/>
                  <a:pt x="1256017" y="209254"/>
                  <a:pt x="1266444" y="191007"/>
                </a:cubicBezTo>
                <a:cubicBezTo>
                  <a:pt x="1269632" y="185428"/>
                  <a:pt x="1268976" y="178066"/>
                  <a:pt x="1272540" y="172719"/>
                </a:cubicBezTo>
                <a:cubicBezTo>
                  <a:pt x="1277322" y="165546"/>
                  <a:pt x="1285309" y="161054"/>
                  <a:pt x="1290828" y="154431"/>
                </a:cubicBezTo>
                <a:cubicBezTo>
                  <a:pt x="1295518" y="148803"/>
                  <a:pt x="1297506" y="140968"/>
                  <a:pt x="1303020" y="136143"/>
                </a:cubicBezTo>
                <a:cubicBezTo>
                  <a:pt x="1314047" y="126494"/>
                  <a:pt x="1327404" y="119887"/>
                  <a:pt x="1339596" y="111759"/>
                </a:cubicBezTo>
                <a:cubicBezTo>
                  <a:pt x="1366338" y="93931"/>
                  <a:pt x="1352023" y="103963"/>
                  <a:pt x="1382268" y="81279"/>
                </a:cubicBezTo>
                <a:cubicBezTo>
                  <a:pt x="1416812" y="83311"/>
                  <a:pt x="1451452" y="84094"/>
                  <a:pt x="1485900" y="87375"/>
                </a:cubicBezTo>
                <a:cubicBezTo>
                  <a:pt x="1492529" y="88006"/>
                  <a:pt x="1520735" y="96208"/>
                  <a:pt x="1528572" y="99567"/>
                </a:cubicBezTo>
                <a:cubicBezTo>
                  <a:pt x="1536925" y="103147"/>
                  <a:pt x="1544603" y="108179"/>
                  <a:pt x="1552956" y="111759"/>
                </a:cubicBezTo>
              </a:path>
            </a:pathLst>
          </a:cu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706515-8E2A-4CC9-948B-16D6DA9052E8}"/>
              </a:ext>
            </a:extLst>
          </p:cNvPr>
          <p:cNvSpPr/>
          <p:nvPr/>
        </p:nvSpPr>
        <p:spPr>
          <a:xfrm>
            <a:off x="9713048" y="2129946"/>
            <a:ext cx="1550289" cy="176784"/>
          </a:xfrm>
          <a:custGeom>
            <a:avLst/>
            <a:gdLst>
              <a:gd name="connsiteX0" fmla="*/ 0 w 2139696"/>
              <a:gd name="connsiteY0" fmla="*/ 121920 h 182880"/>
              <a:gd name="connsiteX1" fmla="*/ 121920 w 2139696"/>
              <a:gd name="connsiteY1" fmla="*/ 91440 h 182880"/>
              <a:gd name="connsiteX2" fmla="*/ 176784 w 2139696"/>
              <a:gd name="connsiteY2" fmla="*/ 60960 h 182880"/>
              <a:gd name="connsiteX3" fmla="*/ 225552 w 2139696"/>
              <a:gd name="connsiteY3" fmla="*/ 42672 h 182880"/>
              <a:gd name="connsiteX4" fmla="*/ 249936 w 2139696"/>
              <a:gd name="connsiteY4" fmla="*/ 30480 h 182880"/>
              <a:gd name="connsiteX5" fmla="*/ 274320 w 2139696"/>
              <a:gd name="connsiteY5" fmla="*/ 24384 h 182880"/>
              <a:gd name="connsiteX6" fmla="*/ 341376 w 2139696"/>
              <a:gd name="connsiteY6" fmla="*/ 12192 h 182880"/>
              <a:gd name="connsiteX7" fmla="*/ 408432 w 2139696"/>
              <a:gd name="connsiteY7" fmla="*/ 18288 h 182880"/>
              <a:gd name="connsiteX8" fmla="*/ 445008 w 2139696"/>
              <a:gd name="connsiteY8" fmla="*/ 42672 h 182880"/>
              <a:gd name="connsiteX9" fmla="*/ 512064 w 2139696"/>
              <a:gd name="connsiteY9" fmla="*/ 91440 h 182880"/>
              <a:gd name="connsiteX10" fmla="*/ 548640 w 2139696"/>
              <a:gd name="connsiteY10" fmla="*/ 128016 h 182880"/>
              <a:gd name="connsiteX11" fmla="*/ 566928 w 2139696"/>
              <a:gd name="connsiteY11" fmla="*/ 146304 h 182880"/>
              <a:gd name="connsiteX12" fmla="*/ 609600 w 2139696"/>
              <a:gd name="connsiteY12" fmla="*/ 164592 h 182880"/>
              <a:gd name="connsiteX13" fmla="*/ 633984 w 2139696"/>
              <a:gd name="connsiteY13" fmla="*/ 176784 h 182880"/>
              <a:gd name="connsiteX14" fmla="*/ 652272 w 2139696"/>
              <a:gd name="connsiteY14" fmla="*/ 182880 h 182880"/>
              <a:gd name="connsiteX15" fmla="*/ 737616 w 2139696"/>
              <a:gd name="connsiteY15" fmla="*/ 176784 h 182880"/>
              <a:gd name="connsiteX16" fmla="*/ 774192 w 2139696"/>
              <a:gd name="connsiteY16" fmla="*/ 152400 h 182880"/>
              <a:gd name="connsiteX17" fmla="*/ 810768 w 2139696"/>
              <a:gd name="connsiteY17" fmla="*/ 146304 h 182880"/>
              <a:gd name="connsiteX18" fmla="*/ 853440 w 2139696"/>
              <a:gd name="connsiteY18" fmla="*/ 115824 h 182880"/>
              <a:gd name="connsiteX19" fmla="*/ 902208 w 2139696"/>
              <a:gd name="connsiteY19" fmla="*/ 91440 h 182880"/>
              <a:gd name="connsiteX20" fmla="*/ 957072 w 2139696"/>
              <a:gd name="connsiteY20" fmla="*/ 60960 h 182880"/>
              <a:gd name="connsiteX21" fmla="*/ 975360 w 2139696"/>
              <a:gd name="connsiteY21" fmla="*/ 48768 h 182880"/>
              <a:gd name="connsiteX22" fmla="*/ 1011936 w 2139696"/>
              <a:gd name="connsiteY22" fmla="*/ 36576 h 182880"/>
              <a:gd name="connsiteX23" fmla="*/ 1066800 w 2139696"/>
              <a:gd name="connsiteY23" fmla="*/ 18288 h 182880"/>
              <a:gd name="connsiteX24" fmla="*/ 1115568 w 2139696"/>
              <a:gd name="connsiteY24" fmla="*/ 6096 h 182880"/>
              <a:gd name="connsiteX25" fmla="*/ 1213104 w 2139696"/>
              <a:gd name="connsiteY25" fmla="*/ 12192 h 182880"/>
              <a:gd name="connsiteX26" fmla="*/ 1243584 w 2139696"/>
              <a:gd name="connsiteY26" fmla="*/ 18288 h 182880"/>
              <a:gd name="connsiteX27" fmla="*/ 1280160 w 2139696"/>
              <a:gd name="connsiteY27" fmla="*/ 30480 h 182880"/>
              <a:gd name="connsiteX28" fmla="*/ 1322832 w 2139696"/>
              <a:gd name="connsiteY28" fmla="*/ 67056 h 182880"/>
              <a:gd name="connsiteX29" fmla="*/ 1365504 w 2139696"/>
              <a:gd name="connsiteY29" fmla="*/ 97536 h 182880"/>
              <a:gd name="connsiteX30" fmla="*/ 1402080 w 2139696"/>
              <a:gd name="connsiteY30" fmla="*/ 115824 h 182880"/>
              <a:gd name="connsiteX31" fmla="*/ 1536192 w 2139696"/>
              <a:gd name="connsiteY31" fmla="*/ 103632 h 182880"/>
              <a:gd name="connsiteX32" fmla="*/ 1584960 w 2139696"/>
              <a:gd name="connsiteY32" fmla="*/ 85344 h 182880"/>
              <a:gd name="connsiteX33" fmla="*/ 1609344 w 2139696"/>
              <a:gd name="connsiteY33" fmla="*/ 67056 h 182880"/>
              <a:gd name="connsiteX34" fmla="*/ 1639824 w 2139696"/>
              <a:gd name="connsiteY34" fmla="*/ 60960 h 182880"/>
              <a:gd name="connsiteX35" fmla="*/ 1670304 w 2139696"/>
              <a:gd name="connsiteY35" fmla="*/ 36576 h 182880"/>
              <a:gd name="connsiteX36" fmla="*/ 1706880 w 2139696"/>
              <a:gd name="connsiteY36" fmla="*/ 24384 h 182880"/>
              <a:gd name="connsiteX37" fmla="*/ 1725168 w 2139696"/>
              <a:gd name="connsiteY37" fmla="*/ 18288 h 182880"/>
              <a:gd name="connsiteX38" fmla="*/ 1749552 w 2139696"/>
              <a:gd name="connsiteY38" fmla="*/ 12192 h 182880"/>
              <a:gd name="connsiteX39" fmla="*/ 1786128 w 2139696"/>
              <a:gd name="connsiteY39" fmla="*/ 0 h 182880"/>
              <a:gd name="connsiteX40" fmla="*/ 2139696 w 2139696"/>
              <a:gd name="connsiteY40" fmla="*/ 6096 h 182880"/>
              <a:gd name="connsiteX0" fmla="*/ 0 w 2139696"/>
              <a:gd name="connsiteY0" fmla="*/ 121920 h 182880"/>
              <a:gd name="connsiteX1" fmla="*/ 114300 w 2139696"/>
              <a:gd name="connsiteY1" fmla="*/ 91440 h 182880"/>
              <a:gd name="connsiteX2" fmla="*/ 176784 w 2139696"/>
              <a:gd name="connsiteY2" fmla="*/ 60960 h 182880"/>
              <a:gd name="connsiteX3" fmla="*/ 225552 w 2139696"/>
              <a:gd name="connsiteY3" fmla="*/ 42672 h 182880"/>
              <a:gd name="connsiteX4" fmla="*/ 249936 w 2139696"/>
              <a:gd name="connsiteY4" fmla="*/ 30480 h 182880"/>
              <a:gd name="connsiteX5" fmla="*/ 274320 w 2139696"/>
              <a:gd name="connsiteY5" fmla="*/ 24384 h 182880"/>
              <a:gd name="connsiteX6" fmla="*/ 341376 w 2139696"/>
              <a:gd name="connsiteY6" fmla="*/ 12192 h 182880"/>
              <a:gd name="connsiteX7" fmla="*/ 408432 w 2139696"/>
              <a:gd name="connsiteY7" fmla="*/ 18288 h 182880"/>
              <a:gd name="connsiteX8" fmla="*/ 445008 w 2139696"/>
              <a:gd name="connsiteY8" fmla="*/ 42672 h 182880"/>
              <a:gd name="connsiteX9" fmla="*/ 512064 w 2139696"/>
              <a:gd name="connsiteY9" fmla="*/ 91440 h 182880"/>
              <a:gd name="connsiteX10" fmla="*/ 548640 w 2139696"/>
              <a:gd name="connsiteY10" fmla="*/ 128016 h 182880"/>
              <a:gd name="connsiteX11" fmla="*/ 566928 w 2139696"/>
              <a:gd name="connsiteY11" fmla="*/ 146304 h 182880"/>
              <a:gd name="connsiteX12" fmla="*/ 609600 w 2139696"/>
              <a:gd name="connsiteY12" fmla="*/ 164592 h 182880"/>
              <a:gd name="connsiteX13" fmla="*/ 633984 w 2139696"/>
              <a:gd name="connsiteY13" fmla="*/ 176784 h 182880"/>
              <a:gd name="connsiteX14" fmla="*/ 652272 w 2139696"/>
              <a:gd name="connsiteY14" fmla="*/ 182880 h 182880"/>
              <a:gd name="connsiteX15" fmla="*/ 737616 w 2139696"/>
              <a:gd name="connsiteY15" fmla="*/ 176784 h 182880"/>
              <a:gd name="connsiteX16" fmla="*/ 774192 w 2139696"/>
              <a:gd name="connsiteY16" fmla="*/ 152400 h 182880"/>
              <a:gd name="connsiteX17" fmla="*/ 810768 w 2139696"/>
              <a:gd name="connsiteY17" fmla="*/ 146304 h 182880"/>
              <a:gd name="connsiteX18" fmla="*/ 853440 w 2139696"/>
              <a:gd name="connsiteY18" fmla="*/ 115824 h 182880"/>
              <a:gd name="connsiteX19" fmla="*/ 902208 w 2139696"/>
              <a:gd name="connsiteY19" fmla="*/ 91440 h 182880"/>
              <a:gd name="connsiteX20" fmla="*/ 957072 w 2139696"/>
              <a:gd name="connsiteY20" fmla="*/ 60960 h 182880"/>
              <a:gd name="connsiteX21" fmla="*/ 975360 w 2139696"/>
              <a:gd name="connsiteY21" fmla="*/ 48768 h 182880"/>
              <a:gd name="connsiteX22" fmla="*/ 1011936 w 2139696"/>
              <a:gd name="connsiteY22" fmla="*/ 36576 h 182880"/>
              <a:gd name="connsiteX23" fmla="*/ 1066800 w 2139696"/>
              <a:gd name="connsiteY23" fmla="*/ 18288 h 182880"/>
              <a:gd name="connsiteX24" fmla="*/ 1115568 w 2139696"/>
              <a:gd name="connsiteY24" fmla="*/ 6096 h 182880"/>
              <a:gd name="connsiteX25" fmla="*/ 1213104 w 2139696"/>
              <a:gd name="connsiteY25" fmla="*/ 12192 h 182880"/>
              <a:gd name="connsiteX26" fmla="*/ 1243584 w 2139696"/>
              <a:gd name="connsiteY26" fmla="*/ 18288 h 182880"/>
              <a:gd name="connsiteX27" fmla="*/ 1280160 w 2139696"/>
              <a:gd name="connsiteY27" fmla="*/ 30480 h 182880"/>
              <a:gd name="connsiteX28" fmla="*/ 1322832 w 2139696"/>
              <a:gd name="connsiteY28" fmla="*/ 67056 h 182880"/>
              <a:gd name="connsiteX29" fmla="*/ 1365504 w 2139696"/>
              <a:gd name="connsiteY29" fmla="*/ 97536 h 182880"/>
              <a:gd name="connsiteX30" fmla="*/ 1402080 w 2139696"/>
              <a:gd name="connsiteY30" fmla="*/ 115824 h 182880"/>
              <a:gd name="connsiteX31" fmla="*/ 1536192 w 2139696"/>
              <a:gd name="connsiteY31" fmla="*/ 103632 h 182880"/>
              <a:gd name="connsiteX32" fmla="*/ 1584960 w 2139696"/>
              <a:gd name="connsiteY32" fmla="*/ 85344 h 182880"/>
              <a:gd name="connsiteX33" fmla="*/ 1609344 w 2139696"/>
              <a:gd name="connsiteY33" fmla="*/ 67056 h 182880"/>
              <a:gd name="connsiteX34" fmla="*/ 1639824 w 2139696"/>
              <a:gd name="connsiteY34" fmla="*/ 60960 h 182880"/>
              <a:gd name="connsiteX35" fmla="*/ 1670304 w 2139696"/>
              <a:gd name="connsiteY35" fmla="*/ 36576 h 182880"/>
              <a:gd name="connsiteX36" fmla="*/ 1706880 w 2139696"/>
              <a:gd name="connsiteY36" fmla="*/ 24384 h 182880"/>
              <a:gd name="connsiteX37" fmla="*/ 1725168 w 2139696"/>
              <a:gd name="connsiteY37" fmla="*/ 18288 h 182880"/>
              <a:gd name="connsiteX38" fmla="*/ 1749552 w 2139696"/>
              <a:gd name="connsiteY38" fmla="*/ 12192 h 182880"/>
              <a:gd name="connsiteX39" fmla="*/ 1786128 w 2139696"/>
              <a:gd name="connsiteY39" fmla="*/ 0 h 182880"/>
              <a:gd name="connsiteX40" fmla="*/ 2139696 w 2139696"/>
              <a:gd name="connsiteY40" fmla="*/ 6096 h 182880"/>
              <a:gd name="connsiteX0" fmla="*/ 0 w 2025396"/>
              <a:gd name="connsiteY0" fmla="*/ 91440 h 182880"/>
              <a:gd name="connsiteX1" fmla="*/ 62484 w 2025396"/>
              <a:gd name="connsiteY1" fmla="*/ 60960 h 182880"/>
              <a:gd name="connsiteX2" fmla="*/ 111252 w 2025396"/>
              <a:gd name="connsiteY2" fmla="*/ 42672 h 182880"/>
              <a:gd name="connsiteX3" fmla="*/ 135636 w 2025396"/>
              <a:gd name="connsiteY3" fmla="*/ 30480 h 182880"/>
              <a:gd name="connsiteX4" fmla="*/ 160020 w 2025396"/>
              <a:gd name="connsiteY4" fmla="*/ 24384 h 182880"/>
              <a:gd name="connsiteX5" fmla="*/ 227076 w 2025396"/>
              <a:gd name="connsiteY5" fmla="*/ 12192 h 182880"/>
              <a:gd name="connsiteX6" fmla="*/ 294132 w 2025396"/>
              <a:gd name="connsiteY6" fmla="*/ 18288 h 182880"/>
              <a:gd name="connsiteX7" fmla="*/ 330708 w 2025396"/>
              <a:gd name="connsiteY7" fmla="*/ 42672 h 182880"/>
              <a:gd name="connsiteX8" fmla="*/ 397764 w 2025396"/>
              <a:gd name="connsiteY8" fmla="*/ 91440 h 182880"/>
              <a:gd name="connsiteX9" fmla="*/ 434340 w 2025396"/>
              <a:gd name="connsiteY9" fmla="*/ 128016 h 182880"/>
              <a:gd name="connsiteX10" fmla="*/ 452628 w 2025396"/>
              <a:gd name="connsiteY10" fmla="*/ 146304 h 182880"/>
              <a:gd name="connsiteX11" fmla="*/ 495300 w 2025396"/>
              <a:gd name="connsiteY11" fmla="*/ 164592 h 182880"/>
              <a:gd name="connsiteX12" fmla="*/ 519684 w 2025396"/>
              <a:gd name="connsiteY12" fmla="*/ 176784 h 182880"/>
              <a:gd name="connsiteX13" fmla="*/ 537972 w 2025396"/>
              <a:gd name="connsiteY13" fmla="*/ 182880 h 182880"/>
              <a:gd name="connsiteX14" fmla="*/ 623316 w 2025396"/>
              <a:gd name="connsiteY14" fmla="*/ 176784 h 182880"/>
              <a:gd name="connsiteX15" fmla="*/ 659892 w 2025396"/>
              <a:gd name="connsiteY15" fmla="*/ 152400 h 182880"/>
              <a:gd name="connsiteX16" fmla="*/ 696468 w 2025396"/>
              <a:gd name="connsiteY16" fmla="*/ 146304 h 182880"/>
              <a:gd name="connsiteX17" fmla="*/ 739140 w 2025396"/>
              <a:gd name="connsiteY17" fmla="*/ 115824 h 182880"/>
              <a:gd name="connsiteX18" fmla="*/ 787908 w 2025396"/>
              <a:gd name="connsiteY18" fmla="*/ 91440 h 182880"/>
              <a:gd name="connsiteX19" fmla="*/ 842772 w 2025396"/>
              <a:gd name="connsiteY19" fmla="*/ 60960 h 182880"/>
              <a:gd name="connsiteX20" fmla="*/ 861060 w 2025396"/>
              <a:gd name="connsiteY20" fmla="*/ 48768 h 182880"/>
              <a:gd name="connsiteX21" fmla="*/ 897636 w 2025396"/>
              <a:gd name="connsiteY21" fmla="*/ 36576 h 182880"/>
              <a:gd name="connsiteX22" fmla="*/ 952500 w 2025396"/>
              <a:gd name="connsiteY22" fmla="*/ 18288 h 182880"/>
              <a:gd name="connsiteX23" fmla="*/ 1001268 w 2025396"/>
              <a:gd name="connsiteY23" fmla="*/ 6096 h 182880"/>
              <a:gd name="connsiteX24" fmla="*/ 1098804 w 2025396"/>
              <a:gd name="connsiteY24" fmla="*/ 12192 h 182880"/>
              <a:gd name="connsiteX25" fmla="*/ 1129284 w 2025396"/>
              <a:gd name="connsiteY25" fmla="*/ 18288 h 182880"/>
              <a:gd name="connsiteX26" fmla="*/ 1165860 w 2025396"/>
              <a:gd name="connsiteY26" fmla="*/ 30480 h 182880"/>
              <a:gd name="connsiteX27" fmla="*/ 1208532 w 2025396"/>
              <a:gd name="connsiteY27" fmla="*/ 67056 h 182880"/>
              <a:gd name="connsiteX28" fmla="*/ 1251204 w 2025396"/>
              <a:gd name="connsiteY28" fmla="*/ 97536 h 182880"/>
              <a:gd name="connsiteX29" fmla="*/ 1287780 w 2025396"/>
              <a:gd name="connsiteY29" fmla="*/ 115824 h 182880"/>
              <a:gd name="connsiteX30" fmla="*/ 1421892 w 2025396"/>
              <a:gd name="connsiteY30" fmla="*/ 103632 h 182880"/>
              <a:gd name="connsiteX31" fmla="*/ 1470660 w 2025396"/>
              <a:gd name="connsiteY31" fmla="*/ 85344 h 182880"/>
              <a:gd name="connsiteX32" fmla="*/ 1495044 w 2025396"/>
              <a:gd name="connsiteY32" fmla="*/ 67056 h 182880"/>
              <a:gd name="connsiteX33" fmla="*/ 1525524 w 2025396"/>
              <a:gd name="connsiteY33" fmla="*/ 60960 h 182880"/>
              <a:gd name="connsiteX34" fmla="*/ 1556004 w 2025396"/>
              <a:gd name="connsiteY34" fmla="*/ 36576 h 182880"/>
              <a:gd name="connsiteX35" fmla="*/ 1592580 w 2025396"/>
              <a:gd name="connsiteY35" fmla="*/ 24384 h 182880"/>
              <a:gd name="connsiteX36" fmla="*/ 1610868 w 2025396"/>
              <a:gd name="connsiteY36" fmla="*/ 18288 h 182880"/>
              <a:gd name="connsiteX37" fmla="*/ 1635252 w 2025396"/>
              <a:gd name="connsiteY37" fmla="*/ 12192 h 182880"/>
              <a:gd name="connsiteX38" fmla="*/ 1671828 w 2025396"/>
              <a:gd name="connsiteY38" fmla="*/ 0 h 182880"/>
              <a:gd name="connsiteX39" fmla="*/ 2025396 w 2025396"/>
              <a:gd name="connsiteY39" fmla="*/ 6096 h 182880"/>
              <a:gd name="connsiteX0" fmla="*/ 0 w 1671828"/>
              <a:gd name="connsiteY0" fmla="*/ 91440 h 182880"/>
              <a:gd name="connsiteX1" fmla="*/ 62484 w 1671828"/>
              <a:gd name="connsiteY1" fmla="*/ 60960 h 182880"/>
              <a:gd name="connsiteX2" fmla="*/ 111252 w 1671828"/>
              <a:gd name="connsiteY2" fmla="*/ 42672 h 182880"/>
              <a:gd name="connsiteX3" fmla="*/ 135636 w 1671828"/>
              <a:gd name="connsiteY3" fmla="*/ 30480 h 182880"/>
              <a:gd name="connsiteX4" fmla="*/ 160020 w 1671828"/>
              <a:gd name="connsiteY4" fmla="*/ 24384 h 182880"/>
              <a:gd name="connsiteX5" fmla="*/ 227076 w 1671828"/>
              <a:gd name="connsiteY5" fmla="*/ 12192 h 182880"/>
              <a:gd name="connsiteX6" fmla="*/ 294132 w 1671828"/>
              <a:gd name="connsiteY6" fmla="*/ 18288 h 182880"/>
              <a:gd name="connsiteX7" fmla="*/ 330708 w 1671828"/>
              <a:gd name="connsiteY7" fmla="*/ 42672 h 182880"/>
              <a:gd name="connsiteX8" fmla="*/ 397764 w 1671828"/>
              <a:gd name="connsiteY8" fmla="*/ 91440 h 182880"/>
              <a:gd name="connsiteX9" fmla="*/ 434340 w 1671828"/>
              <a:gd name="connsiteY9" fmla="*/ 128016 h 182880"/>
              <a:gd name="connsiteX10" fmla="*/ 452628 w 1671828"/>
              <a:gd name="connsiteY10" fmla="*/ 146304 h 182880"/>
              <a:gd name="connsiteX11" fmla="*/ 495300 w 1671828"/>
              <a:gd name="connsiteY11" fmla="*/ 164592 h 182880"/>
              <a:gd name="connsiteX12" fmla="*/ 519684 w 1671828"/>
              <a:gd name="connsiteY12" fmla="*/ 176784 h 182880"/>
              <a:gd name="connsiteX13" fmla="*/ 537972 w 1671828"/>
              <a:gd name="connsiteY13" fmla="*/ 182880 h 182880"/>
              <a:gd name="connsiteX14" fmla="*/ 623316 w 1671828"/>
              <a:gd name="connsiteY14" fmla="*/ 176784 h 182880"/>
              <a:gd name="connsiteX15" fmla="*/ 659892 w 1671828"/>
              <a:gd name="connsiteY15" fmla="*/ 152400 h 182880"/>
              <a:gd name="connsiteX16" fmla="*/ 696468 w 1671828"/>
              <a:gd name="connsiteY16" fmla="*/ 146304 h 182880"/>
              <a:gd name="connsiteX17" fmla="*/ 739140 w 1671828"/>
              <a:gd name="connsiteY17" fmla="*/ 115824 h 182880"/>
              <a:gd name="connsiteX18" fmla="*/ 787908 w 1671828"/>
              <a:gd name="connsiteY18" fmla="*/ 91440 h 182880"/>
              <a:gd name="connsiteX19" fmla="*/ 842772 w 1671828"/>
              <a:gd name="connsiteY19" fmla="*/ 60960 h 182880"/>
              <a:gd name="connsiteX20" fmla="*/ 861060 w 1671828"/>
              <a:gd name="connsiteY20" fmla="*/ 48768 h 182880"/>
              <a:gd name="connsiteX21" fmla="*/ 897636 w 1671828"/>
              <a:gd name="connsiteY21" fmla="*/ 36576 h 182880"/>
              <a:gd name="connsiteX22" fmla="*/ 952500 w 1671828"/>
              <a:gd name="connsiteY22" fmla="*/ 18288 h 182880"/>
              <a:gd name="connsiteX23" fmla="*/ 1001268 w 1671828"/>
              <a:gd name="connsiteY23" fmla="*/ 6096 h 182880"/>
              <a:gd name="connsiteX24" fmla="*/ 1098804 w 1671828"/>
              <a:gd name="connsiteY24" fmla="*/ 12192 h 182880"/>
              <a:gd name="connsiteX25" fmla="*/ 1129284 w 1671828"/>
              <a:gd name="connsiteY25" fmla="*/ 18288 h 182880"/>
              <a:gd name="connsiteX26" fmla="*/ 1165860 w 1671828"/>
              <a:gd name="connsiteY26" fmla="*/ 30480 h 182880"/>
              <a:gd name="connsiteX27" fmla="*/ 1208532 w 1671828"/>
              <a:gd name="connsiteY27" fmla="*/ 67056 h 182880"/>
              <a:gd name="connsiteX28" fmla="*/ 1251204 w 1671828"/>
              <a:gd name="connsiteY28" fmla="*/ 97536 h 182880"/>
              <a:gd name="connsiteX29" fmla="*/ 1287780 w 1671828"/>
              <a:gd name="connsiteY29" fmla="*/ 115824 h 182880"/>
              <a:gd name="connsiteX30" fmla="*/ 1421892 w 1671828"/>
              <a:gd name="connsiteY30" fmla="*/ 103632 h 182880"/>
              <a:gd name="connsiteX31" fmla="*/ 1470660 w 1671828"/>
              <a:gd name="connsiteY31" fmla="*/ 85344 h 182880"/>
              <a:gd name="connsiteX32" fmla="*/ 1495044 w 1671828"/>
              <a:gd name="connsiteY32" fmla="*/ 67056 h 182880"/>
              <a:gd name="connsiteX33" fmla="*/ 1525524 w 1671828"/>
              <a:gd name="connsiteY33" fmla="*/ 60960 h 182880"/>
              <a:gd name="connsiteX34" fmla="*/ 1556004 w 1671828"/>
              <a:gd name="connsiteY34" fmla="*/ 36576 h 182880"/>
              <a:gd name="connsiteX35" fmla="*/ 1592580 w 1671828"/>
              <a:gd name="connsiteY35" fmla="*/ 24384 h 182880"/>
              <a:gd name="connsiteX36" fmla="*/ 1610868 w 1671828"/>
              <a:gd name="connsiteY36" fmla="*/ 18288 h 182880"/>
              <a:gd name="connsiteX37" fmla="*/ 1635252 w 1671828"/>
              <a:gd name="connsiteY37" fmla="*/ 12192 h 182880"/>
              <a:gd name="connsiteX38" fmla="*/ 1671828 w 1671828"/>
              <a:gd name="connsiteY38" fmla="*/ 0 h 182880"/>
              <a:gd name="connsiteX0" fmla="*/ 0 w 1635252"/>
              <a:gd name="connsiteY0" fmla="*/ 85344 h 176784"/>
              <a:gd name="connsiteX1" fmla="*/ 62484 w 1635252"/>
              <a:gd name="connsiteY1" fmla="*/ 54864 h 176784"/>
              <a:gd name="connsiteX2" fmla="*/ 111252 w 1635252"/>
              <a:gd name="connsiteY2" fmla="*/ 36576 h 176784"/>
              <a:gd name="connsiteX3" fmla="*/ 135636 w 1635252"/>
              <a:gd name="connsiteY3" fmla="*/ 24384 h 176784"/>
              <a:gd name="connsiteX4" fmla="*/ 160020 w 1635252"/>
              <a:gd name="connsiteY4" fmla="*/ 18288 h 176784"/>
              <a:gd name="connsiteX5" fmla="*/ 227076 w 1635252"/>
              <a:gd name="connsiteY5" fmla="*/ 6096 h 176784"/>
              <a:gd name="connsiteX6" fmla="*/ 294132 w 1635252"/>
              <a:gd name="connsiteY6" fmla="*/ 12192 h 176784"/>
              <a:gd name="connsiteX7" fmla="*/ 330708 w 1635252"/>
              <a:gd name="connsiteY7" fmla="*/ 36576 h 176784"/>
              <a:gd name="connsiteX8" fmla="*/ 397764 w 1635252"/>
              <a:gd name="connsiteY8" fmla="*/ 85344 h 176784"/>
              <a:gd name="connsiteX9" fmla="*/ 434340 w 1635252"/>
              <a:gd name="connsiteY9" fmla="*/ 121920 h 176784"/>
              <a:gd name="connsiteX10" fmla="*/ 452628 w 1635252"/>
              <a:gd name="connsiteY10" fmla="*/ 140208 h 176784"/>
              <a:gd name="connsiteX11" fmla="*/ 495300 w 1635252"/>
              <a:gd name="connsiteY11" fmla="*/ 158496 h 176784"/>
              <a:gd name="connsiteX12" fmla="*/ 519684 w 1635252"/>
              <a:gd name="connsiteY12" fmla="*/ 170688 h 176784"/>
              <a:gd name="connsiteX13" fmla="*/ 537972 w 1635252"/>
              <a:gd name="connsiteY13" fmla="*/ 176784 h 176784"/>
              <a:gd name="connsiteX14" fmla="*/ 623316 w 1635252"/>
              <a:gd name="connsiteY14" fmla="*/ 170688 h 176784"/>
              <a:gd name="connsiteX15" fmla="*/ 659892 w 1635252"/>
              <a:gd name="connsiteY15" fmla="*/ 146304 h 176784"/>
              <a:gd name="connsiteX16" fmla="*/ 696468 w 1635252"/>
              <a:gd name="connsiteY16" fmla="*/ 140208 h 176784"/>
              <a:gd name="connsiteX17" fmla="*/ 739140 w 1635252"/>
              <a:gd name="connsiteY17" fmla="*/ 109728 h 176784"/>
              <a:gd name="connsiteX18" fmla="*/ 787908 w 1635252"/>
              <a:gd name="connsiteY18" fmla="*/ 85344 h 176784"/>
              <a:gd name="connsiteX19" fmla="*/ 842772 w 1635252"/>
              <a:gd name="connsiteY19" fmla="*/ 54864 h 176784"/>
              <a:gd name="connsiteX20" fmla="*/ 861060 w 1635252"/>
              <a:gd name="connsiteY20" fmla="*/ 42672 h 176784"/>
              <a:gd name="connsiteX21" fmla="*/ 897636 w 1635252"/>
              <a:gd name="connsiteY21" fmla="*/ 30480 h 176784"/>
              <a:gd name="connsiteX22" fmla="*/ 952500 w 1635252"/>
              <a:gd name="connsiteY22" fmla="*/ 12192 h 176784"/>
              <a:gd name="connsiteX23" fmla="*/ 1001268 w 1635252"/>
              <a:gd name="connsiteY23" fmla="*/ 0 h 176784"/>
              <a:gd name="connsiteX24" fmla="*/ 1098804 w 1635252"/>
              <a:gd name="connsiteY24" fmla="*/ 6096 h 176784"/>
              <a:gd name="connsiteX25" fmla="*/ 1129284 w 1635252"/>
              <a:gd name="connsiteY25" fmla="*/ 12192 h 176784"/>
              <a:gd name="connsiteX26" fmla="*/ 1165860 w 1635252"/>
              <a:gd name="connsiteY26" fmla="*/ 24384 h 176784"/>
              <a:gd name="connsiteX27" fmla="*/ 1208532 w 1635252"/>
              <a:gd name="connsiteY27" fmla="*/ 60960 h 176784"/>
              <a:gd name="connsiteX28" fmla="*/ 1251204 w 1635252"/>
              <a:gd name="connsiteY28" fmla="*/ 91440 h 176784"/>
              <a:gd name="connsiteX29" fmla="*/ 1287780 w 1635252"/>
              <a:gd name="connsiteY29" fmla="*/ 109728 h 176784"/>
              <a:gd name="connsiteX30" fmla="*/ 1421892 w 1635252"/>
              <a:gd name="connsiteY30" fmla="*/ 97536 h 176784"/>
              <a:gd name="connsiteX31" fmla="*/ 1470660 w 1635252"/>
              <a:gd name="connsiteY31" fmla="*/ 79248 h 176784"/>
              <a:gd name="connsiteX32" fmla="*/ 1495044 w 1635252"/>
              <a:gd name="connsiteY32" fmla="*/ 60960 h 176784"/>
              <a:gd name="connsiteX33" fmla="*/ 1525524 w 1635252"/>
              <a:gd name="connsiteY33" fmla="*/ 54864 h 176784"/>
              <a:gd name="connsiteX34" fmla="*/ 1556004 w 1635252"/>
              <a:gd name="connsiteY34" fmla="*/ 30480 h 176784"/>
              <a:gd name="connsiteX35" fmla="*/ 1592580 w 1635252"/>
              <a:gd name="connsiteY35" fmla="*/ 18288 h 176784"/>
              <a:gd name="connsiteX36" fmla="*/ 1610868 w 1635252"/>
              <a:gd name="connsiteY36" fmla="*/ 12192 h 176784"/>
              <a:gd name="connsiteX37" fmla="*/ 1635252 w 1635252"/>
              <a:gd name="connsiteY37" fmla="*/ 6096 h 176784"/>
              <a:gd name="connsiteX0" fmla="*/ 0 w 1610868"/>
              <a:gd name="connsiteY0" fmla="*/ 85344 h 176784"/>
              <a:gd name="connsiteX1" fmla="*/ 62484 w 1610868"/>
              <a:gd name="connsiteY1" fmla="*/ 54864 h 176784"/>
              <a:gd name="connsiteX2" fmla="*/ 111252 w 1610868"/>
              <a:gd name="connsiteY2" fmla="*/ 36576 h 176784"/>
              <a:gd name="connsiteX3" fmla="*/ 135636 w 1610868"/>
              <a:gd name="connsiteY3" fmla="*/ 24384 h 176784"/>
              <a:gd name="connsiteX4" fmla="*/ 160020 w 1610868"/>
              <a:gd name="connsiteY4" fmla="*/ 18288 h 176784"/>
              <a:gd name="connsiteX5" fmla="*/ 227076 w 1610868"/>
              <a:gd name="connsiteY5" fmla="*/ 6096 h 176784"/>
              <a:gd name="connsiteX6" fmla="*/ 294132 w 1610868"/>
              <a:gd name="connsiteY6" fmla="*/ 12192 h 176784"/>
              <a:gd name="connsiteX7" fmla="*/ 330708 w 1610868"/>
              <a:gd name="connsiteY7" fmla="*/ 36576 h 176784"/>
              <a:gd name="connsiteX8" fmla="*/ 397764 w 1610868"/>
              <a:gd name="connsiteY8" fmla="*/ 85344 h 176784"/>
              <a:gd name="connsiteX9" fmla="*/ 434340 w 1610868"/>
              <a:gd name="connsiteY9" fmla="*/ 121920 h 176784"/>
              <a:gd name="connsiteX10" fmla="*/ 452628 w 1610868"/>
              <a:gd name="connsiteY10" fmla="*/ 140208 h 176784"/>
              <a:gd name="connsiteX11" fmla="*/ 495300 w 1610868"/>
              <a:gd name="connsiteY11" fmla="*/ 158496 h 176784"/>
              <a:gd name="connsiteX12" fmla="*/ 519684 w 1610868"/>
              <a:gd name="connsiteY12" fmla="*/ 170688 h 176784"/>
              <a:gd name="connsiteX13" fmla="*/ 537972 w 1610868"/>
              <a:gd name="connsiteY13" fmla="*/ 176784 h 176784"/>
              <a:gd name="connsiteX14" fmla="*/ 623316 w 1610868"/>
              <a:gd name="connsiteY14" fmla="*/ 170688 h 176784"/>
              <a:gd name="connsiteX15" fmla="*/ 659892 w 1610868"/>
              <a:gd name="connsiteY15" fmla="*/ 146304 h 176784"/>
              <a:gd name="connsiteX16" fmla="*/ 696468 w 1610868"/>
              <a:gd name="connsiteY16" fmla="*/ 140208 h 176784"/>
              <a:gd name="connsiteX17" fmla="*/ 739140 w 1610868"/>
              <a:gd name="connsiteY17" fmla="*/ 109728 h 176784"/>
              <a:gd name="connsiteX18" fmla="*/ 787908 w 1610868"/>
              <a:gd name="connsiteY18" fmla="*/ 85344 h 176784"/>
              <a:gd name="connsiteX19" fmla="*/ 842772 w 1610868"/>
              <a:gd name="connsiteY19" fmla="*/ 54864 h 176784"/>
              <a:gd name="connsiteX20" fmla="*/ 861060 w 1610868"/>
              <a:gd name="connsiteY20" fmla="*/ 42672 h 176784"/>
              <a:gd name="connsiteX21" fmla="*/ 897636 w 1610868"/>
              <a:gd name="connsiteY21" fmla="*/ 30480 h 176784"/>
              <a:gd name="connsiteX22" fmla="*/ 952500 w 1610868"/>
              <a:gd name="connsiteY22" fmla="*/ 12192 h 176784"/>
              <a:gd name="connsiteX23" fmla="*/ 1001268 w 1610868"/>
              <a:gd name="connsiteY23" fmla="*/ 0 h 176784"/>
              <a:gd name="connsiteX24" fmla="*/ 1098804 w 1610868"/>
              <a:gd name="connsiteY24" fmla="*/ 6096 h 176784"/>
              <a:gd name="connsiteX25" fmla="*/ 1129284 w 1610868"/>
              <a:gd name="connsiteY25" fmla="*/ 12192 h 176784"/>
              <a:gd name="connsiteX26" fmla="*/ 1165860 w 1610868"/>
              <a:gd name="connsiteY26" fmla="*/ 24384 h 176784"/>
              <a:gd name="connsiteX27" fmla="*/ 1208532 w 1610868"/>
              <a:gd name="connsiteY27" fmla="*/ 60960 h 176784"/>
              <a:gd name="connsiteX28" fmla="*/ 1251204 w 1610868"/>
              <a:gd name="connsiteY28" fmla="*/ 91440 h 176784"/>
              <a:gd name="connsiteX29" fmla="*/ 1287780 w 1610868"/>
              <a:gd name="connsiteY29" fmla="*/ 109728 h 176784"/>
              <a:gd name="connsiteX30" fmla="*/ 1421892 w 1610868"/>
              <a:gd name="connsiteY30" fmla="*/ 97536 h 176784"/>
              <a:gd name="connsiteX31" fmla="*/ 1470660 w 1610868"/>
              <a:gd name="connsiteY31" fmla="*/ 79248 h 176784"/>
              <a:gd name="connsiteX32" fmla="*/ 1495044 w 1610868"/>
              <a:gd name="connsiteY32" fmla="*/ 60960 h 176784"/>
              <a:gd name="connsiteX33" fmla="*/ 1525524 w 1610868"/>
              <a:gd name="connsiteY33" fmla="*/ 54864 h 176784"/>
              <a:gd name="connsiteX34" fmla="*/ 1556004 w 1610868"/>
              <a:gd name="connsiteY34" fmla="*/ 30480 h 176784"/>
              <a:gd name="connsiteX35" fmla="*/ 1592580 w 1610868"/>
              <a:gd name="connsiteY35" fmla="*/ 18288 h 176784"/>
              <a:gd name="connsiteX36" fmla="*/ 1610868 w 1610868"/>
              <a:gd name="connsiteY36" fmla="*/ 12192 h 176784"/>
              <a:gd name="connsiteX0" fmla="*/ 0 w 1592580"/>
              <a:gd name="connsiteY0" fmla="*/ 85344 h 176784"/>
              <a:gd name="connsiteX1" fmla="*/ 62484 w 1592580"/>
              <a:gd name="connsiteY1" fmla="*/ 54864 h 176784"/>
              <a:gd name="connsiteX2" fmla="*/ 111252 w 1592580"/>
              <a:gd name="connsiteY2" fmla="*/ 36576 h 176784"/>
              <a:gd name="connsiteX3" fmla="*/ 135636 w 1592580"/>
              <a:gd name="connsiteY3" fmla="*/ 24384 h 176784"/>
              <a:gd name="connsiteX4" fmla="*/ 160020 w 1592580"/>
              <a:gd name="connsiteY4" fmla="*/ 18288 h 176784"/>
              <a:gd name="connsiteX5" fmla="*/ 227076 w 1592580"/>
              <a:gd name="connsiteY5" fmla="*/ 6096 h 176784"/>
              <a:gd name="connsiteX6" fmla="*/ 294132 w 1592580"/>
              <a:gd name="connsiteY6" fmla="*/ 12192 h 176784"/>
              <a:gd name="connsiteX7" fmla="*/ 330708 w 1592580"/>
              <a:gd name="connsiteY7" fmla="*/ 36576 h 176784"/>
              <a:gd name="connsiteX8" fmla="*/ 397764 w 1592580"/>
              <a:gd name="connsiteY8" fmla="*/ 85344 h 176784"/>
              <a:gd name="connsiteX9" fmla="*/ 434340 w 1592580"/>
              <a:gd name="connsiteY9" fmla="*/ 121920 h 176784"/>
              <a:gd name="connsiteX10" fmla="*/ 452628 w 1592580"/>
              <a:gd name="connsiteY10" fmla="*/ 140208 h 176784"/>
              <a:gd name="connsiteX11" fmla="*/ 495300 w 1592580"/>
              <a:gd name="connsiteY11" fmla="*/ 158496 h 176784"/>
              <a:gd name="connsiteX12" fmla="*/ 519684 w 1592580"/>
              <a:gd name="connsiteY12" fmla="*/ 170688 h 176784"/>
              <a:gd name="connsiteX13" fmla="*/ 537972 w 1592580"/>
              <a:gd name="connsiteY13" fmla="*/ 176784 h 176784"/>
              <a:gd name="connsiteX14" fmla="*/ 623316 w 1592580"/>
              <a:gd name="connsiteY14" fmla="*/ 170688 h 176784"/>
              <a:gd name="connsiteX15" fmla="*/ 659892 w 1592580"/>
              <a:gd name="connsiteY15" fmla="*/ 146304 h 176784"/>
              <a:gd name="connsiteX16" fmla="*/ 696468 w 1592580"/>
              <a:gd name="connsiteY16" fmla="*/ 140208 h 176784"/>
              <a:gd name="connsiteX17" fmla="*/ 739140 w 1592580"/>
              <a:gd name="connsiteY17" fmla="*/ 109728 h 176784"/>
              <a:gd name="connsiteX18" fmla="*/ 787908 w 1592580"/>
              <a:gd name="connsiteY18" fmla="*/ 85344 h 176784"/>
              <a:gd name="connsiteX19" fmla="*/ 842772 w 1592580"/>
              <a:gd name="connsiteY19" fmla="*/ 54864 h 176784"/>
              <a:gd name="connsiteX20" fmla="*/ 861060 w 1592580"/>
              <a:gd name="connsiteY20" fmla="*/ 42672 h 176784"/>
              <a:gd name="connsiteX21" fmla="*/ 897636 w 1592580"/>
              <a:gd name="connsiteY21" fmla="*/ 30480 h 176784"/>
              <a:gd name="connsiteX22" fmla="*/ 952500 w 1592580"/>
              <a:gd name="connsiteY22" fmla="*/ 12192 h 176784"/>
              <a:gd name="connsiteX23" fmla="*/ 1001268 w 1592580"/>
              <a:gd name="connsiteY23" fmla="*/ 0 h 176784"/>
              <a:gd name="connsiteX24" fmla="*/ 1098804 w 1592580"/>
              <a:gd name="connsiteY24" fmla="*/ 6096 h 176784"/>
              <a:gd name="connsiteX25" fmla="*/ 1129284 w 1592580"/>
              <a:gd name="connsiteY25" fmla="*/ 12192 h 176784"/>
              <a:gd name="connsiteX26" fmla="*/ 1165860 w 1592580"/>
              <a:gd name="connsiteY26" fmla="*/ 24384 h 176784"/>
              <a:gd name="connsiteX27" fmla="*/ 1208532 w 1592580"/>
              <a:gd name="connsiteY27" fmla="*/ 60960 h 176784"/>
              <a:gd name="connsiteX28" fmla="*/ 1251204 w 1592580"/>
              <a:gd name="connsiteY28" fmla="*/ 91440 h 176784"/>
              <a:gd name="connsiteX29" fmla="*/ 1287780 w 1592580"/>
              <a:gd name="connsiteY29" fmla="*/ 109728 h 176784"/>
              <a:gd name="connsiteX30" fmla="*/ 1421892 w 1592580"/>
              <a:gd name="connsiteY30" fmla="*/ 97536 h 176784"/>
              <a:gd name="connsiteX31" fmla="*/ 1470660 w 1592580"/>
              <a:gd name="connsiteY31" fmla="*/ 79248 h 176784"/>
              <a:gd name="connsiteX32" fmla="*/ 1495044 w 1592580"/>
              <a:gd name="connsiteY32" fmla="*/ 60960 h 176784"/>
              <a:gd name="connsiteX33" fmla="*/ 1525524 w 1592580"/>
              <a:gd name="connsiteY33" fmla="*/ 54864 h 176784"/>
              <a:gd name="connsiteX34" fmla="*/ 1556004 w 1592580"/>
              <a:gd name="connsiteY34" fmla="*/ 30480 h 176784"/>
              <a:gd name="connsiteX35" fmla="*/ 1592580 w 1592580"/>
              <a:gd name="connsiteY35" fmla="*/ 18288 h 176784"/>
              <a:gd name="connsiteX0" fmla="*/ 0 w 1556004"/>
              <a:gd name="connsiteY0" fmla="*/ 85344 h 176784"/>
              <a:gd name="connsiteX1" fmla="*/ 62484 w 1556004"/>
              <a:gd name="connsiteY1" fmla="*/ 54864 h 176784"/>
              <a:gd name="connsiteX2" fmla="*/ 111252 w 1556004"/>
              <a:gd name="connsiteY2" fmla="*/ 36576 h 176784"/>
              <a:gd name="connsiteX3" fmla="*/ 135636 w 1556004"/>
              <a:gd name="connsiteY3" fmla="*/ 24384 h 176784"/>
              <a:gd name="connsiteX4" fmla="*/ 160020 w 1556004"/>
              <a:gd name="connsiteY4" fmla="*/ 18288 h 176784"/>
              <a:gd name="connsiteX5" fmla="*/ 227076 w 1556004"/>
              <a:gd name="connsiteY5" fmla="*/ 6096 h 176784"/>
              <a:gd name="connsiteX6" fmla="*/ 294132 w 1556004"/>
              <a:gd name="connsiteY6" fmla="*/ 12192 h 176784"/>
              <a:gd name="connsiteX7" fmla="*/ 330708 w 1556004"/>
              <a:gd name="connsiteY7" fmla="*/ 36576 h 176784"/>
              <a:gd name="connsiteX8" fmla="*/ 397764 w 1556004"/>
              <a:gd name="connsiteY8" fmla="*/ 85344 h 176784"/>
              <a:gd name="connsiteX9" fmla="*/ 434340 w 1556004"/>
              <a:gd name="connsiteY9" fmla="*/ 121920 h 176784"/>
              <a:gd name="connsiteX10" fmla="*/ 452628 w 1556004"/>
              <a:gd name="connsiteY10" fmla="*/ 140208 h 176784"/>
              <a:gd name="connsiteX11" fmla="*/ 495300 w 1556004"/>
              <a:gd name="connsiteY11" fmla="*/ 158496 h 176784"/>
              <a:gd name="connsiteX12" fmla="*/ 519684 w 1556004"/>
              <a:gd name="connsiteY12" fmla="*/ 170688 h 176784"/>
              <a:gd name="connsiteX13" fmla="*/ 537972 w 1556004"/>
              <a:gd name="connsiteY13" fmla="*/ 176784 h 176784"/>
              <a:gd name="connsiteX14" fmla="*/ 623316 w 1556004"/>
              <a:gd name="connsiteY14" fmla="*/ 170688 h 176784"/>
              <a:gd name="connsiteX15" fmla="*/ 659892 w 1556004"/>
              <a:gd name="connsiteY15" fmla="*/ 146304 h 176784"/>
              <a:gd name="connsiteX16" fmla="*/ 696468 w 1556004"/>
              <a:gd name="connsiteY16" fmla="*/ 140208 h 176784"/>
              <a:gd name="connsiteX17" fmla="*/ 739140 w 1556004"/>
              <a:gd name="connsiteY17" fmla="*/ 109728 h 176784"/>
              <a:gd name="connsiteX18" fmla="*/ 787908 w 1556004"/>
              <a:gd name="connsiteY18" fmla="*/ 85344 h 176784"/>
              <a:gd name="connsiteX19" fmla="*/ 842772 w 1556004"/>
              <a:gd name="connsiteY19" fmla="*/ 54864 h 176784"/>
              <a:gd name="connsiteX20" fmla="*/ 861060 w 1556004"/>
              <a:gd name="connsiteY20" fmla="*/ 42672 h 176784"/>
              <a:gd name="connsiteX21" fmla="*/ 897636 w 1556004"/>
              <a:gd name="connsiteY21" fmla="*/ 30480 h 176784"/>
              <a:gd name="connsiteX22" fmla="*/ 952500 w 1556004"/>
              <a:gd name="connsiteY22" fmla="*/ 12192 h 176784"/>
              <a:gd name="connsiteX23" fmla="*/ 1001268 w 1556004"/>
              <a:gd name="connsiteY23" fmla="*/ 0 h 176784"/>
              <a:gd name="connsiteX24" fmla="*/ 1098804 w 1556004"/>
              <a:gd name="connsiteY24" fmla="*/ 6096 h 176784"/>
              <a:gd name="connsiteX25" fmla="*/ 1129284 w 1556004"/>
              <a:gd name="connsiteY25" fmla="*/ 12192 h 176784"/>
              <a:gd name="connsiteX26" fmla="*/ 1165860 w 1556004"/>
              <a:gd name="connsiteY26" fmla="*/ 24384 h 176784"/>
              <a:gd name="connsiteX27" fmla="*/ 1208532 w 1556004"/>
              <a:gd name="connsiteY27" fmla="*/ 60960 h 176784"/>
              <a:gd name="connsiteX28" fmla="*/ 1251204 w 1556004"/>
              <a:gd name="connsiteY28" fmla="*/ 91440 h 176784"/>
              <a:gd name="connsiteX29" fmla="*/ 1287780 w 1556004"/>
              <a:gd name="connsiteY29" fmla="*/ 109728 h 176784"/>
              <a:gd name="connsiteX30" fmla="*/ 1421892 w 1556004"/>
              <a:gd name="connsiteY30" fmla="*/ 97536 h 176784"/>
              <a:gd name="connsiteX31" fmla="*/ 1470660 w 1556004"/>
              <a:gd name="connsiteY31" fmla="*/ 79248 h 176784"/>
              <a:gd name="connsiteX32" fmla="*/ 1495044 w 1556004"/>
              <a:gd name="connsiteY32" fmla="*/ 60960 h 176784"/>
              <a:gd name="connsiteX33" fmla="*/ 1525524 w 1556004"/>
              <a:gd name="connsiteY33" fmla="*/ 54864 h 176784"/>
              <a:gd name="connsiteX34" fmla="*/ 1556004 w 1556004"/>
              <a:gd name="connsiteY34" fmla="*/ 30480 h 176784"/>
              <a:gd name="connsiteX0" fmla="*/ 0 w 1550289"/>
              <a:gd name="connsiteY0" fmla="*/ 85344 h 176784"/>
              <a:gd name="connsiteX1" fmla="*/ 62484 w 1550289"/>
              <a:gd name="connsiteY1" fmla="*/ 54864 h 176784"/>
              <a:gd name="connsiteX2" fmla="*/ 111252 w 1550289"/>
              <a:gd name="connsiteY2" fmla="*/ 36576 h 176784"/>
              <a:gd name="connsiteX3" fmla="*/ 135636 w 1550289"/>
              <a:gd name="connsiteY3" fmla="*/ 24384 h 176784"/>
              <a:gd name="connsiteX4" fmla="*/ 160020 w 1550289"/>
              <a:gd name="connsiteY4" fmla="*/ 18288 h 176784"/>
              <a:gd name="connsiteX5" fmla="*/ 227076 w 1550289"/>
              <a:gd name="connsiteY5" fmla="*/ 6096 h 176784"/>
              <a:gd name="connsiteX6" fmla="*/ 294132 w 1550289"/>
              <a:gd name="connsiteY6" fmla="*/ 12192 h 176784"/>
              <a:gd name="connsiteX7" fmla="*/ 330708 w 1550289"/>
              <a:gd name="connsiteY7" fmla="*/ 36576 h 176784"/>
              <a:gd name="connsiteX8" fmla="*/ 397764 w 1550289"/>
              <a:gd name="connsiteY8" fmla="*/ 85344 h 176784"/>
              <a:gd name="connsiteX9" fmla="*/ 434340 w 1550289"/>
              <a:gd name="connsiteY9" fmla="*/ 121920 h 176784"/>
              <a:gd name="connsiteX10" fmla="*/ 452628 w 1550289"/>
              <a:gd name="connsiteY10" fmla="*/ 140208 h 176784"/>
              <a:gd name="connsiteX11" fmla="*/ 495300 w 1550289"/>
              <a:gd name="connsiteY11" fmla="*/ 158496 h 176784"/>
              <a:gd name="connsiteX12" fmla="*/ 519684 w 1550289"/>
              <a:gd name="connsiteY12" fmla="*/ 170688 h 176784"/>
              <a:gd name="connsiteX13" fmla="*/ 537972 w 1550289"/>
              <a:gd name="connsiteY13" fmla="*/ 176784 h 176784"/>
              <a:gd name="connsiteX14" fmla="*/ 623316 w 1550289"/>
              <a:gd name="connsiteY14" fmla="*/ 170688 h 176784"/>
              <a:gd name="connsiteX15" fmla="*/ 659892 w 1550289"/>
              <a:gd name="connsiteY15" fmla="*/ 146304 h 176784"/>
              <a:gd name="connsiteX16" fmla="*/ 696468 w 1550289"/>
              <a:gd name="connsiteY16" fmla="*/ 140208 h 176784"/>
              <a:gd name="connsiteX17" fmla="*/ 739140 w 1550289"/>
              <a:gd name="connsiteY17" fmla="*/ 109728 h 176784"/>
              <a:gd name="connsiteX18" fmla="*/ 787908 w 1550289"/>
              <a:gd name="connsiteY18" fmla="*/ 85344 h 176784"/>
              <a:gd name="connsiteX19" fmla="*/ 842772 w 1550289"/>
              <a:gd name="connsiteY19" fmla="*/ 54864 h 176784"/>
              <a:gd name="connsiteX20" fmla="*/ 861060 w 1550289"/>
              <a:gd name="connsiteY20" fmla="*/ 42672 h 176784"/>
              <a:gd name="connsiteX21" fmla="*/ 897636 w 1550289"/>
              <a:gd name="connsiteY21" fmla="*/ 30480 h 176784"/>
              <a:gd name="connsiteX22" fmla="*/ 952500 w 1550289"/>
              <a:gd name="connsiteY22" fmla="*/ 12192 h 176784"/>
              <a:gd name="connsiteX23" fmla="*/ 1001268 w 1550289"/>
              <a:gd name="connsiteY23" fmla="*/ 0 h 176784"/>
              <a:gd name="connsiteX24" fmla="*/ 1098804 w 1550289"/>
              <a:gd name="connsiteY24" fmla="*/ 6096 h 176784"/>
              <a:gd name="connsiteX25" fmla="*/ 1129284 w 1550289"/>
              <a:gd name="connsiteY25" fmla="*/ 12192 h 176784"/>
              <a:gd name="connsiteX26" fmla="*/ 1165860 w 1550289"/>
              <a:gd name="connsiteY26" fmla="*/ 24384 h 176784"/>
              <a:gd name="connsiteX27" fmla="*/ 1208532 w 1550289"/>
              <a:gd name="connsiteY27" fmla="*/ 60960 h 176784"/>
              <a:gd name="connsiteX28" fmla="*/ 1251204 w 1550289"/>
              <a:gd name="connsiteY28" fmla="*/ 91440 h 176784"/>
              <a:gd name="connsiteX29" fmla="*/ 1287780 w 1550289"/>
              <a:gd name="connsiteY29" fmla="*/ 109728 h 176784"/>
              <a:gd name="connsiteX30" fmla="*/ 1421892 w 1550289"/>
              <a:gd name="connsiteY30" fmla="*/ 97536 h 176784"/>
              <a:gd name="connsiteX31" fmla="*/ 1470660 w 1550289"/>
              <a:gd name="connsiteY31" fmla="*/ 79248 h 176784"/>
              <a:gd name="connsiteX32" fmla="*/ 1495044 w 1550289"/>
              <a:gd name="connsiteY32" fmla="*/ 60960 h 176784"/>
              <a:gd name="connsiteX33" fmla="*/ 1525524 w 1550289"/>
              <a:gd name="connsiteY33" fmla="*/ 54864 h 176784"/>
              <a:gd name="connsiteX34" fmla="*/ 1550289 w 1550289"/>
              <a:gd name="connsiteY34" fmla="*/ 32385 h 17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550289" h="176784">
                <a:moveTo>
                  <a:pt x="0" y="85344"/>
                </a:moveTo>
                <a:cubicBezTo>
                  <a:pt x="72823" y="58035"/>
                  <a:pt x="43942" y="62992"/>
                  <a:pt x="62484" y="54864"/>
                </a:cubicBezTo>
                <a:cubicBezTo>
                  <a:pt x="81026" y="46736"/>
                  <a:pt x="87298" y="46842"/>
                  <a:pt x="111252" y="36576"/>
                </a:cubicBezTo>
                <a:cubicBezTo>
                  <a:pt x="119605" y="32996"/>
                  <a:pt x="127127" y="27575"/>
                  <a:pt x="135636" y="24384"/>
                </a:cubicBezTo>
                <a:cubicBezTo>
                  <a:pt x="143481" y="21442"/>
                  <a:pt x="151964" y="20590"/>
                  <a:pt x="160020" y="18288"/>
                </a:cubicBezTo>
                <a:cubicBezTo>
                  <a:pt x="203873" y="5758"/>
                  <a:pt x="146376" y="16183"/>
                  <a:pt x="227076" y="6096"/>
                </a:cubicBezTo>
                <a:cubicBezTo>
                  <a:pt x="249428" y="8128"/>
                  <a:pt x="272600" y="5859"/>
                  <a:pt x="294132" y="12192"/>
                </a:cubicBezTo>
                <a:cubicBezTo>
                  <a:pt x="308190" y="16327"/>
                  <a:pt x="318346" y="28709"/>
                  <a:pt x="330708" y="36576"/>
                </a:cubicBezTo>
                <a:cubicBezTo>
                  <a:pt x="370378" y="61820"/>
                  <a:pt x="358005" y="48898"/>
                  <a:pt x="397764" y="85344"/>
                </a:cubicBezTo>
                <a:cubicBezTo>
                  <a:pt x="410474" y="96995"/>
                  <a:pt x="422148" y="109728"/>
                  <a:pt x="434340" y="121920"/>
                </a:cubicBezTo>
                <a:cubicBezTo>
                  <a:pt x="440436" y="128016"/>
                  <a:pt x="445455" y="135426"/>
                  <a:pt x="452628" y="140208"/>
                </a:cubicBezTo>
                <a:cubicBezTo>
                  <a:pt x="489689" y="164916"/>
                  <a:pt x="450312" y="141625"/>
                  <a:pt x="495300" y="158496"/>
                </a:cubicBezTo>
                <a:cubicBezTo>
                  <a:pt x="503809" y="161687"/>
                  <a:pt x="511331" y="167108"/>
                  <a:pt x="519684" y="170688"/>
                </a:cubicBezTo>
                <a:cubicBezTo>
                  <a:pt x="525590" y="173219"/>
                  <a:pt x="531876" y="174752"/>
                  <a:pt x="537972" y="176784"/>
                </a:cubicBezTo>
                <a:cubicBezTo>
                  <a:pt x="566420" y="174752"/>
                  <a:pt x="594991" y="174020"/>
                  <a:pt x="623316" y="170688"/>
                </a:cubicBezTo>
                <a:cubicBezTo>
                  <a:pt x="661245" y="166226"/>
                  <a:pt x="621682" y="163286"/>
                  <a:pt x="659892" y="146304"/>
                </a:cubicBezTo>
                <a:cubicBezTo>
                  <a:pt x="671187" y="141284"/>
                  <a:pt x="684276" y="142240"/>
                  <a:pt x="696468" y="140208"/>
                </a:cubicBezTo>
                <a:cubicBezTo>
                  <a:pt x="704737" y="134006"/>
                  <a:pt x="728245" y="115671"/>
                  <a:pt x="739140" y="109728"/>
                </a:cubicBezTo>
                <a:cubicBezTo>
                  <a:pt x="755096" y="101025"/>
                  <a:pt x="772786" y="95426"/>
                  <a:pt x="787908" y="85344"/>
                </a:cubicBezTo>
                <a:cubicBezTo>
                  <a:pt x="829128" y="57864"/>
                  <a:pt x="778078" y="90805"/>
                  <a:pt x="842772" y="54864"/>
                </a:cubicBezTo>
                <a:cubicBezTo>
                  <a:pt x="849176" y="51306"/>
                  <a:pt x="854365" y="45648"/>
                  <a:pt x="861060" y="42672"/>
                </a:cubicBezTo>
                <a:cubicBezTo>
                  <a:pt x="872804" y="37453"/>
                  <a:pt x="885444" y="34544"/>
                  <a:pt x="897636" y="30480"/>
                </a:cubicBezTo>
                <a:lnTo>
                  <a:pt x="952500" y="12192"/>
                </a:lnTo>
                <a:lnTo>
                  <a:pt x="1001268" y="0"/>
                </a:lnTo>
                <a:cubicBezTo>
                  <a:pt x="1033780" y="2032"/>
                  <a:pt x="1066375" y="3008"/>
                  <a:pt x="1098804" y="6096"/>
                </a:cubicBezTo>
                <a:cubicBezTo>
                  <a:pt x="1109119" y="7078"/>
                  <a:pt x="1119288" y="9466"/>
                  <a:pt x="1129284" y="12192"/>
                </a:cubicBezTo>
                <a:cubicBezTo>
                  <a:pt x="1141683" y="15573"/>
                  <a:pt x="1165860" y="24384"/>
                  <a:pt x="1165860" y="24384"/>
                </a:cubicBezTo>
                <a:cubicBezTo>
                  <a:pt x="1202708" y="61232"/>
                  <a:pt x="1176038" y="37750"/>
                  <a:pt x="1208532" y="60960"/>
                </a:cubicBezTo>
                <a:cubicBezTo>
                  <a:pt x="1214975" y="65562"/>
                  <a:pt x="1241626" y="86651"/>
                  <a:pt x="1251204" y="91440"/>
                </a:cubicBezTo>
                <a:cubicBezTo>
                  <a:pt x="1301681" y="116679"/>
                  <a:pt x="1235369" y="74787"/>
                  <a:pt x="1287780" y="109728"/>
                </a:cubicBezTo>
                <a:cubicBezTo>
                  <a:pt x="1365217" y="105426"/>
                  <a:pt x="1371268" y="112000"/>
                  <a:pt x="1421892" y="97536"/>
                </a:cubicBezTo>
                <a:cubicBezTo>
                  <a:pt x="1433164" y="94315"/>
                  <a:pt x="1463840" y="83037"/>
                  <a:pt x="1470660" y="79248"/>
                </a:cubicBezTo>
                <a:cubicBezTo>
                  <a:pt x="1479541" y="74314"/>
                  <a:pt x="1485760" y="65086"/>
                  <a:pt x="1495044" y="60960"/>
                </a:cubicBezTo>
                <a:cubicBezTo>
                  <a:pt x="1504512" y="56752"/>
                  <a:pt x="1515364" y="56896"/>
                  <a:pt x="1525524" y="54864"/>
                </a:cubicBezTo>
                <a:cubicBezTo>
                  <a:pt x="1535684" y="46736"/>
                  <a:pt x="1538867" y="38615"/>
                  <a:pt x="1550289" y="32385"/>
                </a:cubicBezTo>
              </a:path>
            </a:pathLst>
          </a:cu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3A52B73-1671-4FE8-AD55-E09F55DBFD4B}"/>
              </a:ext>
            </a:extLst>
          </p:cNvPr>
          <p:cNvSpPr/>
          <p:nvPr/>
        </p:nvSpPr>
        <p:spPr>
          <a:xfrm>
            <a:off x="9708096" y="2075082"/>
            <a:ext cx="1554861" cy="213360"/>
          </a:xfrm>
          <a:custGeom>
            <a:avLst/>
            <a:gdLst>
              <a:gd name="connsiteX0" fmla="*/ 0 w 2054352"/>
              <a:gd name="connsiteY0" fmla="*/ 12192 h 213360"/>
              <a:gd name="connsiteX1" fmla="*/ 158496 w 2054352"/>
              <a:gd name="connsiteY1" fmla="*/ 158496 h 213360"/>
              <a:gd name="connsiteX2" fmla="*/ 176784 w 2054352"/>
              <a:gd name="connsiteY2" fmla="*/ 170688 h 213360"/>
              <a:gd name="connsiteX3" fmla="*/ 195072 w 2054352"/>
              <a:gd name="connsiteY3" fmla="*/ 188976 h 213360"/>
              <a:gd name="connsiteX4" fmla="*/ 219456 w 2054352"/>
              <a:gd name="connsiteY4" fmla="*/ 201168 h 213360"/>
              <a:gd name="connsiteX5" fmla="*/ 237744 w 2054352"/>
              <a:gd name="connsiteY5" fmla="*/ 213360 h 213360"/>
              <a:gd name="connsiteX6" fmla="*/ 316992 w 2054352"/>
              <a:gd name="connsiteY6" fmla="*/ 201168 h 213360"/>
              <a:gd name="connsiteX7" fmla="*/ 353568 w 2054352"/>
              <a:gd name="connsiteY7" fmla="*/ 188976 h 213360"/>
              <a:gd name="connsiteX8" fmla="*/ 396240 w 2054352"/>
              <a:gd name="connsiteY8" fmla="*/ 152400 h 213360"/>
              <a:gd name="connsiteX9" fmla="*/ 445008 w 2054352"/>
              <a:gd name="connsiteY9" fmla="*/ 140208 h 213360"/>
              <a:gd name="connsiteX10" fmla="*/ 463296 w 2054352"/>
              <a:gd name="connsiteY10" fmla="*/ 134112 h 213360"/>
              <a:gd name="connsiteX11" fmla="*/ 487680 w 2054352"/>
              <a:gd name="connsiteY11" fmla="*/ 128016 h 213360"/>
              <a:gd name="connsiteX12" fmla="*/ 505968 w 2054352"/>
              <a:gd name="connsiteY12" fmla="*/ 121920 h 213360"/>
              <a:gd name="connsiteX13" fmla="*/ 597408 w 2054352"/>
              <a:gd name="connsiteY13" fmla="*/ 115824 h 213360"/>
              <a:gd name="connsiteX14" fmla="*/ 615696 w 2054352"/>
              <a:gd name="connsiteY14" fmla="*/ 109728 h 213360"/>
              <a:gd name="connsiteX15" fmla="*/ 652272 w 2054352"/>
              <a:gd name="connsiteY15" fmla="*/ 85344 h 213360"/>
              <a:gd name="connsiteX16" fmla="*/ 670560 w 2054352"/>
              <a:gd name="connsiteY16" fmla="*/ 79248 h 213360"/>
              <a:gd name="connsiteX17" fmla="*/ 713232 w 2054352"/>
              <a:gd name="connsiteY17" fmla="*/ 48768 h 213360"/>
              <a:gd name="connsiteX18" fmla="*/ 743712 w 2054352"/>
              <a:gd name="connsiteY18" fmla="*/ 42672 h 213360"/>
              <a:gd name="connsiteX19" fmla="*/ 798576 w 2054352"/>
              <a:gd name="connsiteY19" fmla="*/ 24384 h 213360"/>
              <a:gd name="connsiteX20" fmla="*/ 847344 w 2054352"/>
              <a:gd name="connsiteY20" fmla="*/ 30480 h 213360"/>
              <a:gd name="connsiteX21" fmla="*/ 865632 w 2054352"/>
              <a:gd name="connsiteY21" fmla="*/ 42672 h 213360"/>
              <a:gd name="connsiteX22" fmla="*/ 920496 w 2054352"/>
              <a:gd name="connsiteY22" fmla="*/ 85344 h 213360"/>
              <a:gd name="connsiteX23" fmla="*/ 950976 w 2054352"/>
              <a:gd name="connsiteY23" fmla="*/ 121920 h 213360"/>
              <a:gd name="connsiteX24" fmla="*/ 975360 w 2054352"/>
              <a:gd name="connsiteY24" fmla="*/ 158496 h 213360"/>
              <a:gd name="connsiteX25" fmla="*/ 987552 w 2054352"/>
              <a:gd name="connsiteY25" fmla="*/ 176784 h 213360"/>
              <a:gd name="connsiteX26" fmla="*/ 1152144 w 2054352"/>
              <a:gd name="connsiteY26" fmla="*/ 170688 h 213360"/>
              <a:gd name="connsiteX27" fmla="*/ 1176528 w 2054352"/>
              <a:gd name="connsiteY27" fmla="*/ 158496 h 213360"/>
              <a:gd name="connsiteX28" fmla="*/ 1194816 w 2054352"/>
              <a:gd name="connsiteY28" fmla="*/ 152400 h 213360"/>
              <a:gd name="connsiteX29" fmla="*/ 1255776 w 2054352"/>
              <a:gd name="connsiteY29" fmla="*/ 134112 h 213360"/>
              <a:gd name="connsiteX30" fmla="*/ 1274064 w 2054352"/>
              <a:gd name="connsiteY30" fmla="*/ 128016 h 213360"/>
              <a:gd name="connsiteX31" fmla="*/ 1292352 w 2054352"/>
              <a:gd name="connsiteY31" fmla="*/ 115824 h 213360"/>
              <a:gd name="connsiteX32" fmla="*/ 1316736 w 2054352"/>
              <a:gd name="connsiteY32" fmla="*/ 103632 h 213360"/>
              <a:gd name="connsiteX33" fmla="*/ 1335024 w 2054352"/>
              <a:gd name="connsiteY33" fmla="*/ 85344 h 213360"/>
              <a:gd name="connsiteX34" fmla="*/ 1438656 w 2054352"/>
              <a:gd name="connsiteY34" fmla="*/ 18288 h 213360"/>
              <a:gd name="connsiteX35" fmla="*/ 1475232 w 2054352"/>
              <a:gd name="connsiteY35" fmla="*/ 0 h 213360"/>
              <a:gd name="connsiteX36" fmla="*/ 1530096 w 2054352"/>
              <a:gd name="connsiteY36" fmla="*/ 6096 h 213360"/>
              <a:gd name="connsiteX37" fmla="*/ 1554480 w 2054352"/>
              <a:gd name="connsiteY37" fmla="*/ 18288 h 213360"/>
              <a:gd name="connsiteX38" fmla="*/ 1578864 w 2054352"/>
              <a:gd name="connsiteY38" fmla="*/ 24384 h 213360"/>
              <a:gd name="connsiteX39" fmla="*/ 1621536 w 2054352"/>
              <a:gd name="connsiteY39" fmla="*/ 42672 h 213360"/>
              <a:gd name="connsiteX40" fmla="*/ 1676400 w 2054352"/>
              <a:gd name="connsiteY40" fmla="*/ 60960 h 213360"/>
              <a:gd name="connsiteX41" fmla="*/ 1719072 w 2054352"/>
              <a:gd name="connsiteY41" fmla="*/ 91440 h 213360"/>
              <a:gd name="connsiteX42" fmla="*/ 1737360 w 2054352"/>
              <a:gd name="connsiteY42" fmla="*/ 97536 h 213360"/>
              <a:gd name="connsiteX43" fmla="*/ 1853184 w 2054352"/>
              <a:gd name="connsiteY43" fmla="*/ 85344 h 213360"/>
              <a:gd name="connsiteX44" fmla="*/ 1883664 w 2054352"/>
              <a:gd name="connsiteY44" fmla="*/ 73152 h 213360"/>
              <a:gd name="connsiteX45" fmla="*/ 1901952 w 2054352"/>
              <a:gd name="connsiteY45" fmla="*/ 67056 h 213360"/>
              <a:gd name="connsiteX46" fmla="*/ 1956816 w 2054352"/>
              <a:gd name="connsiteY46" fmla="*/ 48768 h 213360"/>
              <a:gd name="connsiteX47" fmla="*/ 1975104 w 2054352"/>
              <a:gd name="connsiteY47" fmla="*/ 36576 h 213360"/>
              <a:gd name="connsiteX48" fmla="*/ 2017776 w 2054352"/>
              <a:gd name="connsiteY48" fmla="*/ 24384 h 213360"/>
              <a:gd name="connsiteX49" fmla="*/ 2054352 w 2054352"/>
              <a:gd name="connsiteY49" fmla="*/ 12192 h 213360"/>
              <a:gd name="connsiteX0" fmla="*/ 0 w 1987677"/>
              <a:gd name="connsiteY0" fmla="*/ 78867 h 213360"/>
              <a:gd name="connsiteX1" fmla="*/ 91821 w 1987677"/>
              <a:gd name="connsiteY1" fmla="*/ 158496 h 213360"/>
              <a:gd name="connsiteX2" fmla="*/ 110109 w 1987677"/>
              <a:gd name="connsiteY2" fmla="*/ 170688 h 213360"/>
              <a:gd name="connsiteX3" fmla="*/ 128397 w 1987677"/>
              <a:gd name="connsiteY3" fmla="*/ 188976 h 213360"/>
              <a:gd name="connsiteX4" fmla="*/ 152781 w 1987677"/>
              <a:gd name="connsiteY4" fmla="*/ 201168 h 213360"/>
              <a:gd name="connsiteX5" fmla="*/ 171069 w 1987677"/>
              <a:gd name="connsiteY5" fmla="*/ 213360 h 213360"/>
              <a:gd name="connsiteX6" fmla="*/ 250317 w 1987677"/>
              <a:gd name="connsiteY6" fmla="*/ 201168 h 213360"/>
              <a:gd name="connsiteX7" fmla="*/ 286893 w 1987677"/>
              <a:gd name="connsiteY7" fmla="*/ 188976 h 213360"/>
              <a:gd name="connsiteX8" fmla="*/ 329565 w 1987677"/>
              <a:gd name="connsiteY8" fmla="*/ 152400 h 213360"/>
              <a:gd name="connsiteX9" fmla="*/ 378333 w 1987677"/>
              <a:gd name="connsiteY9" fmla="*/ 140208 h 213360"/>
              <a:gd name="connsiteX10" fmla="*/ 396621 w 1987677"/>
              <a:gd name="connsiteY10" fmla="*/ 134112 h 213360"/>
              <a:gd name="connsiteX11" fmla="*/ 421005 w 1987677"/>
              <a:gd name="connsiteY11" fmla="*/ 128016 h 213360"/>
              <a:gd name="connsiteX12" fmla="*/ 439293 w 1987677"/>
              <a:gd name="connsiteY12" fmla="*/ 121920 h 213360"/>
              <a:gd name="connsiteX13" fmla="*/ 530733 w 1987677"/>
              <a:gd name="connsiteY13" fmla="*/ 115824 h 213360"/>
              <a:gd name="connsiteX14" fmla="*/ 549021 w 1987677"/>
              <a:gd name="connsiteY14" fmla="*/ 109728 h 213360"/>
              <a:gd name="connsiteX15" fmla="*/ 585597 w 1987677"/>
              <a:gd name="connsiteY15" fmla="*/ 85344 h 213360"/>
              <a:gd name="connsiteX16" fmla="*/ 603885 w 1987677"/>
              <a:gd name="connsiteY16" fmla="*/ 79248 h 213360"/>
              <a:gd name="connsiteX17" fmla="*/ 646557 w 1987677"/>
              <a:gd name="connsiteY17" fmla="*/ 48768 h 213360"/>
              <a:gd name="connsiteX18" fmla="*/ 677037 w 1987677"/>
              <a:gd name="connsiteY18" fmla="*/ 42672 h 213360"/>
              <a:gd name="connsiteX19" fmla="*/ 731901 w 1987677"/>
              <a:gd name="connsiteY19" fmla="*/ 24384 h 213360"/>
              <a:gd name="connsiteX20" fmla="*/ 780669 w 1987677"/>
              <a:gd name="connsiteY20" fmla="*/ 30480 h 213360"/>
              <a:gd name="connsiteX21" fmla="*/ 798957 w 1987677"/>
              <a:gd name="connsiteY21" fmla="*/ 42672 h 213360"/>
              <a:gd name="connsiteX22" fmla="*/ 853821 w 1987677"/>
              <a:gd name="connsiteY22" fmla="*/ 85344 h 213360"/>
              <a:gd name="connsiteX23" fmla="*/ 884301 w 1987677"/>
              <a:gd name="connsiteY23" fmla="*/ 121920 h 213360"/>
              <a:gd name="connsiteX24" fmla="*/ 908685 w 1987677"/>
              <a:gd name="connsiteY24" fmla="*/ 158496 h 213360"/>
              <a:gd name="connsiteX25" fmla="*/ 920877 w 1987677"/>
              <a:gd name="connsiteY25" fmla="*/ 176784 h 213360"/>
              <a:gd name="connsiteX26" fmla="*/ 1085469 w 1987677"/>
              <a:gd name="connsiteY26" fmla="*/ 170688 h 213360"/>
              <a:gd name="connsiteX27" fmla="*/ 1109853 w 1987677"/>
              <a:gd name="connsiteY27" fmla="*/ 158496 h 213360"/>
              <a:gd name="connsiteX28" fmla="*/ 1128141 w 1987677"/>
              <a:gd name="connsiteY28" fmla="*/ 152400 h 213360"/>
              <a:gd name="connsiteX29" fmla="*/ 1189101 w 1987677"/>
              <a:gd name="connsiteY29" fmla="*/ 134112 h 213360"/>
              <a:gd name="connsiteX30" fmla="*/ 1207389 w 1987677"/>
              <a:gd name="connsiteY30" fmla="*/ 128016 h 213360"/>
              <a:gd name="connsiteX31" fmla="*/ 1225677 w 1987677"/>
              <a:gd name="connsiteY31" fmla="*/ 115824 h 213360"/>
              <a:gd name="connsiteX32" fmla="*/ 1250061 w 1987677"/>
              <a:gd name="connsiteY32" fmla="*/ 103632 h 213360"/>
              <a:gd name="connsiteX33" fmla="*/ 1268349 w 1987677"/>
              <a:gd name="connsiteY33" fmla="*/ 85344 h 213360"/>
              <a:gd name="connsiteX34" fmla="*/ 1371981 w 1987677"/>
              <a:gd name="connsiteY34" fmla="*/ 18288 h 213360"/>
              <a:gd name="connsiteX35" fmla="*/ 1408557 w 1987677"/>
              <a:gd name="connsiteY35" fmla="*/ 0 h 213360"/>
              <a:gd name="connsiteX36" fmla="*/ 1463421 w 1987677"/>
              <a:gd name="connsiteY36" fmla="*/ 6096 h 213360"/>
              <a:gd name="connsiteX37" fmla="*/ 1487805 w 1987677"/>
              <a:gd name="connsiteY37" fmla="*/ 18288 h 213360"/>
              <a:gd name="connsiteX38" fmla="*/ 1512189 w 1987677"/>
              <a:gd name="connsiteY38" fmla="*/ 24384 h 213360"/>
              <a:gd name="connsiteX39" fmla="*/ 1554861 w 1987677"/>
              <a:gd name="connsiteY39" fmla="*/ 42672 h 213360"/>
              <a:gd name="connsiteX40" fmla="*/ 1609725 w 1987677"/>
              <a:gd name="connsiteY40" fmla="*/ 60960 h 213360"/>
              <a:gd name="connsiteX41" fmla="*/ 1652397 w 1987677"/>
              <a:gd name="connsiteY41" fmla="*/ 91440 h 213360"/>
              <a:gd name="connsiteX42" fmla="*/ 1670685 w 1987677"/>
              <a:gd name="connsiteY42" fmla="*/ 97536 h 213360"/>
              <a:gd name="connsiteX43" fmla="*/ 1786509 w 1987677"/>
              <a:gd name="connsiteY43" fmla="*/ 85344 h 213360"/>
              <a:gd name="connsiteX44" fmla="*/ 1816989 w 1987677"/>
              <a:gd name="connsiteY44" fmla="*/ 73152 h 213360"/>
              <a:gd name="connsiteX45" fmla="*/ 1835277 w 1987677"/>
              <a:gd name="connsiteY45" fmla="*/ 67056 h 213360"/>
              <a:gd name="connsiteX46" fmla="*/ 1890141 w 1987677"/>
              <a:gd name="connsiteY46" fmla="*/ 48768 h 213360"/>
              <a:gd name="connsiteX47" fmla="*/ 1908429 w 1987677"/>
              <a:gd name="connsiteY47" fmla="*/ 36576 h 213360"/>
              <a:gd name="connsiteX48" fmla="*/ 1951101 w 1987677"/>
              <a:gd name="connsiteY48" fmla="*/ 24384 h 213360"/>
              <a:gd name="connsiteX49" fmla="*/ 1987677 w 1987677"/>
              <a:gd name="connsiteY49" fmla="*/ 12192 h 213360"/>
              <a:gd name="connsiteX0" fmla="*/ 0 w 1951101"/>
              <a:gd name="connsiteY0" fmla="*/ 78867 h 213360"/>
              <a:gd name="connsiteX1" fmla="*/ 91821 w 1951101"/>
              <a:gd name="connsiteY1" fmla="*/ 158496 h 213360"/>
              <a:gd name="connsiteX2" fmla="*/ 110109 w 1951101"/>
              <a:gd name="connsiteY2" fmla="*/ 170688 h 213360"/>
              <a:gd name="connsiteX3" fmla="*/ 128397 w 1951101"/>
              <a:gd name="connsiteY3" fmla="*/ 188976 h 213360"/>
              <a:gd name="connsiteX4" fmla="*/ 152781 w 1951101"/>
              <a:gd name="connsiteY4" fmla="*/ 201168 h 213360"/>
              <a:gd name="connsiteX5" fmla="*/ 171069 w 1951101"/>
              <a:gd name="connsiteY5" fmla="*/ 213360 h 213360"/>
              <a:gd name="connsiteX6" fmla="*/ 250317 w 1951101"/>
              <a:gd name="connsiteY6" fmla="*/ 201168 h 213360"/>
              <a:gd name="connsiteX7" fmla="*/ 286893 w 1951101"/>
              <a:gd name="connsiteY7" fmla="*/ 188976 h 213360"/>
              <a:gd name="connsiteX8" fmla="*/ 329565 w 1951101"/>
              <a:gd name="connsiteY8" fmla="*/ 152400 h 213360"/>
              <a:gd name="connsiteX9" fmla="*/ 378333 w 1951101"/>
              <a:gd name="connsiteY9" fmla="*/ 140208 h 213360"/>
              <a:gd name="connsiteX10" fmla="*/ 396621 w 1951101"/>
              <a:gd name="connsiteY10" fmla="*/ 134112 h 213360"/>
              <a:gd name="connsiteX11" fmla="*/ 421005 w 1951101"/>
              <a:gd name="connsiteY11" fmla="*/ 128016 h 213360"/>
              <a:gd name="connsiteX12" fmla="*/ 439293 w 1951101"/>
              <a:gd name="connsiteY12" fmla="*/ 121920 h 213360"/>
              <a:gd name="connsiteX13" fmla="*/ 530733 w 1951101"/>
              <a:gd name="connsiteY13" fmla="*/ 115824 h 213360"/>
              <a:gd name="connsiteX14" fmla="*/ 549021 w 1951101"/>
              <a:gd name="connsiteY14" fmla="*/ 109728 h 213360"/>
              <a:gd name="connsiteX15" fmla="*/ 585597 w 1951101"/>
              <a:gd name="connsiteY15" fmla="*/ 85344 h 213360"/>
              <a:gd name="connsiteX16" fmla="*/ 603885 w 1951101"/>
              <a:gd name="connsiteY16" fmla="*/ 79248 h 213360"/>
              <a:gd name="connsiteX17" fmla="*/ 646557 w 1951101"/>
              <a:gd name="connsiteY17" fmla="*/ 48768 h 213360"/>
              <a:gd name="connsiteX18" fmla="*/ 677037 w 1951101"/>
              <a:gd name="connsiteY18" fmla="*/ 42672 h 213360"/>
              <a:gd name="connsiteX19" fmla="*/ 731901 w 1951101"/>
              <a:gd name="connsiteY19" fmla="*/ 24384 h 213360"/>
              <a:gd name="connsiteX20" fmla="*/ 780669 w 1951101"/>
              <a:gd name="connsiteY20" fmla="*/ 30480 h 213360"/>
              <a:gd name="connsiteX21" fmla="*/ 798957 w 1951101"/>
              <a:gd name="connsiteY21" fmla="*/ 42672 h 213360"/>
              <a:gd name="connsiteX22" fmla="*/ 853821 w 1951101"/>
              <a:gd name="connsiteY22" fmla="*/ 85344 h 213360"/>
              <a:gd name="connsiteX23" fmla="*/ 884301 w 1951101"/>
              <a:gd name="connsiteY23" fmla="*/ 121920 h 213360"/>
              <a:gd name="connsiteX24" fmla="*/ 908685 w 1951101"/>
              <a:gd name="connsiteY24" fmla="*/ 158496 h 213360"/>
              <a:gd name="connsiteX25" fmla="*/ 920877 w 1951101"/>
              <a:gd name="connsiteY25" fmla="*/ 176784 h 213360"/>
              <a:gd name="connsiteX26" fmla="*/ 1085469 w 1951101"/>
              <a:gd name="connsiteY26" fmla="*/ 170688 h 213360"/>
              <a:gd name="connsiteX27" fmla="*/ 1109853 w 1951101"/>
              <a:gd name="connsiteY27" fmla="*/ 158496 h 213360"/>
              <a:gd name="connsiteX28" fmla="*/ 1128141 w 1951101"/>
              <a:gd name="connsiteY28" fmla="*/ 152400 h 213360"/>
              <a:gd name="connsiteX29" fmla="*/ 1189101 w 1951101"/>
              <a:gd name="connsiteY29" fmla="*/ 134112 h 213360"/>
              <a:gd name="connsiteX30" fmla="*/ 1207389 w 1951101"/>
              <a:gd name="connsiteY30" fmla="*/ 128016 h 213360"/>
              <a:gd name="connsiteX31" fmla="*/ 1225677 w 1951101"/>
              <a:gd name="connsiteY31" fmla="*/ 115824 h 213360"/>
              <a:gd name="connsiteX32" fmla="*/ 1250061 w 1951101"/>
              <a:gd name="connsiteY32" fmla="*/ 103632 h 213360"/>
              <a:gd name="connsiteX33" fmla="*/ 1268349 w 1951101"/>
              <a:gd name="connsiteY33" fmla="*/ 85344 h 213360"/>
              <a:gd name="connsiteX34" fmla="*/ 1371981 w 1951101"/>
              <a:gd name="connsiteY34" fmla="*/ 18288 h 213360"/>
              <a:gd name="connsiteX35" fmla="*/ 1408557 w 1951101"/>
              <a:gd name="connsiteY35" fmla="*/ 0 h 213360"/>
              <a:gd name="connsiteX36" fmla="*/ 1463421 w 1951101"/>
              <a:gd name="connsiteY36" fmla="*/ 6096 h 213360"/>
              <a:gd name="connsiteX37" fmla="*/ 1487805 w 1951101"/>
              <a:gd name="connsiteY37" fmla="*/ 18288 h 213360"/>
              <a:gd name="connsiteX38" fmla="*/ 1512189 w 1951101"/>
              <a:gd name="connsiteY38" fmla="*/ 24384 h 213360"/>
              <a:gd name="connsiteX39" fmla="*/ 1554861 w 1951101"/>
              <a:gd name="connsiteY39" fmla="*/ 42672 h 213360"/>
              <a:gd name="connsiteX40" fmla="*/ 1609725 w 1951101"/>
              <a:gd name="connsiteY40" fmla="*/ 60960 h 213360"/>
              <a:gd name="connsiteX41" fmla="*/ 1652397 w 1951101"/>
              <a:gd name="connsiteY41" fmla="*/ 91440 h 213360"/>
              <a:gd name="connsiteX42" fmla="*/ 1670685 w 1951101"/>
              <a:gd name="connsiteY42" fmla="*/ 97536 h 213360"/>
              <a:gd name="connsiteX43" fmla="*/ 1786509 w 1951101"/>
              <a:gd name="connsiteY43" fmla="*/ 85344 h 213360"/>
              <a:gd name="connsiteX44" fmla="*/ 1816989 w 1951101"/>
              <a:gd name="connsiteY44" fmla="*/ 73152 h 213360"/>
              <a:gd name="connsiteX45" fmla="*/ 1835277 w 1951101"/>
              <a:gd name="connsiteY45" fmla="*/ 67056 h 213360"/>
              <a:gd name="connsiteX46" fmla="*/ 1890141 w 1951101"/>
              <a:gd name="connsiteY46" fmla="*/ 48768 h 213360"/>
              <a:gd name="connsiteX47" fmla="*/ 1908429 w 1951101"/>
              <a:gd name="connsiteY47" fmla="*/ 36576 h 213360"/>
              <a:gd name="connsiteX48" fmla="*/ 1951101 w 1951101"/>
              <a:gd name="connsiteY48" fmla="*/ 24384 h 213360"/>
              <a:gd name="connsiteX0" fmla="*/ 0 w 1908429"/>
              <a:gd name="connsiteY0" fmla="*/ 78867 h 213360"/>
              <a:gd name="connsiteX1" fmla="*/ 91821 w 1908429"/>
              <a:gd name="connsiteY1" fmla="*/ 158496 h 213360"/>
              <a:gd name="connsiteX2" fmla="*/ 110109 w 1908429"/>
              <a:gd name="connsiteY2" fmla="*/ 170688 h 213360"/>
              <a:gd name="connsiteX3" fmla="*/ 128397 w 1908429"/>
              <a:gd name="connsiteY3" fmla="*/ 188976 h 213360"/>
              <a:gd name="connsiteX4" fmla="*/ 152781 w 1908429"/>
              <a:gd name="connsiteY4" fmla="*/ 201168 h 213360"/>
              <a:gd name="connsiteX5" fmla="*/ 171069 w 1908429"/>
              <a:gd name="connsiteY5" fmla="*/ 213360 h 213360"/>
              <a:gd name="connsiteX6" fmla="*/ 250317 w 1908429"/>
              <a:gd name="connsiteY6" fmla="*/ 201168 h 213360"/>
              <a:gd name="connsiteX7" fmla="*/ 286893 w 1908429"/>
              <a:gd name="connsiteY7" fmla="*/ 188976 h 213360"/>
              <a:gd name="connsiteX8" fmla="*/ 329565 w 1908429"/>
              <a:gd name="connsiteY8" fmla="*/ 152400 h 213360"/>
              <a:gd name="connsiteX9" fmla="*/ 378333 w 1908429"/>
              <a:gd name="connsiteY9" fmla="*/ 140208 h 213360"/>
              <a:gd name="connsiteX10" fmla="*/ 396621 w 1908429"/>
              <a:gd name="connsiteY10" fmla="*/ 134112 h 213360"/>
              <a:gd name="connsiteX11" fmla="*/ 421005 w 1908429"/>
              <a:gd name="connsiteY11" fmla="*/ 128016 h 213360"/>
              <a:gd name="connsiteX12" fmla="*/ 439293 w 1908429"/>
              <a:gd name="connsiteY12" fmla="*/ 121920 h 213360"/>
              <a:gd name="connsiteX13" fmla="*/ 530733 w 1908429"/>
              <a:gd name="connsiteY13" fmla="*/ 115824 h 213360"/>
              <a:gd name="connsiteX14" fmla="*/ 549021 w 1908429"/>
              <a:gd name="connsiteY14" fmla="*/ 109728 h 213360"/>
              <a:gd name="connsiteX15" fmla="*/ 585597 w 1908429"/>
              <a:gd name="connsiteY15" fmla="*/ 85344 h 213360"/>
              <a:gd name="connsiteX16" fmla="*/ 603885 w 1908429"/>
              <a:gd name="connsiteY16" fmla="*/ 79248 h 213360"/>
              <a:gd name="connsiteX17" fmla="*/ 646557 w 1908429"/>
              <a:gd name="connsiteY17" fmla="*/ 48768 h 213360"/>
              <a:gd name="connsiteX18" fmla="*/ 677037 w 1908429"/>
              <a:gd name="connsiteY18" fmla="*/ 42672 h 213360"/>
              <a:gd name="connsiteX19" fmla="*/ 731901 w 1908429"/>
              <a:gd name="connsiteY19" fmla="*/ 24384 h 213360"/>
              <a:gd name="connsiteX20" fmla="*/ 780669 w 1908429"/>
              <a:gd name="connsiteY20" fmla="*/ 30480 h 213360"/>
              <a:gd name="connsiteX21" fmla="*/ 798957 w 1908429"/>
              <a:gd name="connsiteY21" fmla="*/ 42672 h 213360"/>
              <a:gd name="connsiteX22" fmla="*/ 853821 w 1908429"/>
              <a:gd name="connsiteY22" fmla="*/ 85344 h 213360"/>
              <a:gd name="connsiteX23" fmla="*/ 884301 w 1908429"/>
              <a:gd name="connsiteY23" fmla="*/ 121920 h 213360"/>
              <a:gd name="connsiteX24" fmla="*/ 908685 w 1908429"/>
              <a:gd name="connsiteY24" fmla="*/ 158496 h 213360"/>
              <a:gd name="connsiteX25" fmla="*/ 920877 w 1908429"/>
              <a:gd name="connsiteY25" fmla="*/ 176784 h 213360"/>
              <a:gd name="connsiteX26" fmla="*/ 1085469 w 1908429"/>
              <a:gd name="connsiteY26" fmla="*/ 170688 h 213360"/>
              <a:gd name="connsiteX27" fmla="*/ 1109853 w 1908429"/>
              <a:gd name="connsiteY27" fmla="*/ 158496 h 213360"/>
              <a:gd name="connsiteX28" fmla="*/ 1128141 w 1908429"/>
              <a:gd name="connsiteY28" fmla="*/ 152400 h 213360"/>
              <a:gd name="connsiteX29" fmla="*/ 1189101 w 1908429"/>
              <a:gd name="connsiteY29" fmla="*/ 134112 h 213360"/>
              <a:gd name="connsiteX30" fmla="*/ 1207389 w 1908429"/>
              <a:gd name="connsiteY30" fmla="*/ 128016 h 213360"/>
              <a:gd name="connsiteX31" fmla="*/ 1225677 w 1908429"/>
              <a:gd name="connsiteY31" fmla="*/ 115824 h 213360"/>
              <a:gd name="connsiteX32" fmla="*/ 1250061 w 1908429"/>
              <a:gd name="connsiteY32" fmla="*/ 103632 h 213360"/>
              <a:gd name="connsiteX33" fmla="*/ 1268349 w 1908429"/>
              <a:gd name="connsiteY33" fmla="*/ 85344 h 213360"/>
              <a:gd name="connsiteX34" fmla="*/ 1371981 w 1908429"/>
              <a:gd name="connsiteY34" fmla="*/ 18288 h 213360"/>
              <a:gd name="connsiteX35" fmla="*/ 1408557 w 1908429"/>
              <a:gd name="connsiteY35" fmla="*/ 0 h 213360"/>
              <a:gd name="connsiteX36" fmla="*/ 1463421 w 1908429"/>
              <a:gd name="connsiteY36" fmla="*/ 6096 h 213360"/>
              <a:gd name="connsiteX37" fmla="*/ 1487805 w 1908429"/>
              <a:gd name="connsiteY37" fmla="*/ 18288 h 213360"/>
              <a:gd name="connsiteX38" fmla="*/ 1512189 w 1908429"/>
              <a:gd name="connsiteY38" fmla="*/ 24384 h 213360"/>
              <a:gd name="connsiteX39" fmla="*/ 1554861 w 1908429"/>
              <a:gd name="connsiteY39" fmla="*/ 42672 h 213360"/>
              <a:gd name="connsiteX40" fmla="*/ 1609725 w 1908429"/>
              <a:gd name="connsiteY40" fmla="*/ 60960 h 213360"/>
              <a:gd name="connsiteX41" fmla="*/ 1652397 w 1908429"/>
              <a:gd name="connsiteY41" fmla="*/ 91440 h 213360"/>
              <a:gd name="connsiteX42" fmla="*/ 1670685 w 1908429"/>
              <a:gd name="connsiteY42" fmla="*/ 97536 h 213360"/>
              <a:gd name="connsiteX43" fmla="*/ 1786509 w 1908429"/>
              <a:gd name="connsiteY43" fmla="*/ 85344 h 213360"/>
              <a:gd name="connsiteX44" fmla="*/ 1816989 w 1908429"/>
              <a:gd name="connsiteY44" fmla="*/ 73152 h 213360"/>
              <a:gd name="connsiteX45" fmla="*/ 1835277 w 1908429"/>
              <a:gd name="connsiteY45" fmla="*/ 67056 h 213360"/>
              <a:gd name="connsiteX46" fmla="*/ 1890141 w 1908429"/>
              <a:gd name="connsiteY46" fmla="*/ 48768 h 213360"/>
              <a:gd name="connsiteX47" fmla="*/ 1908429 w 1908429"/>
              <a:gd name="connsiteY47" fmla="*/ 36576 h 213360"/>
              <a:gd name="connsiteX0" fmla="*/ 0 w 1890141"/>
              <a:gd name="connsiteY0" fmla="*/ 78867 h 213360"/>
              <a:gd name="connsiteX1" fmla="*/ 91821 w 1890141"/>
              <a:gd name="connsiteY1" fmla="*/ 158496 h 213360"/>
              <a:gd name="connsiteX2" fmla="*/ 110109 w 1890141"/>
              <a:gd name="connsiteY2" fmla="*/ 170688 h 213360"/>
              <a:gd name="connsiteX3" fmla="*/ 128397 w 1890141"/>
              <a:gd name="connsiteY3" fmla="*/ 188976 h 213360"/>
              <a:gd name="connsiteX4" fmla="*/ 152781 w 1890141"/>
              <a:gd name="connsiteY4" fmla="*/ 201168 h 213360"/>
              <a:gd name="connsiteX5" fmla="*/ 171069 w 1890141"/>
              <a:gd name="connsiteY5" fmla="*/ 213360 h 213360"/>
              <a:gd name="connsiteX6" fmla="*/ 250317 w 1890141"/>
              <a:gd name="connsiteY6" fmla="*/ 201168 h 213360"/>
              <a:gd name="connsiteX7" fmla="*/ 286893 w 1890141"/>
              <a:gd name="connsiteY7" fmla="*/ 188976 h 213360"/>
              <a:gd name="connsiteX8" fmla="*/ 329565 w 1890141"/>
              <a:gd name="connsiteY8" fmla="*/ 152400 h 213360"/>
              <a:gd name="connsiteX9" fmla="*/ 378333 w 1890141"/>
              <a:gd name="connsiteY9" fmla="*/ 140208 h 213360"/>
              <a:gd name="connsiteX10" fmla="*/ 396621 w 1890141"/>
              <a:gd name="connsiteY10" fmla="*/ 134112 h 213360"/>
              <a:gd name="connsiteX11" fmla="*/ 421005 w 1890141"/>
              <a:gd name="connsiteY11" fmla="*/ 128016 h 213360"/>
              <a:gd name="connsiteX12" fmla="*/ 439293 w 1890141"/>
              <a:gd name="connsiteY12" fmla="*/ 121920 h 213360"/>
              <a:gd name="connsiteX13" fmla="*/ 530733 w 1890141"/>
              <a:gd name="connsiteY13" fmla="*/ 115824 h 213360"/>
              <a:gd name="connsiteX14" fmla="*/ 549021 w 1890141"/>
              <a:gd name="connsiteY14" fmla="*/ 109728 h 213360"/>
              <a:gd name="connsiteX15" fmla="*/ 585597 w 1890141"/>
              <a:gd name="connsiteY15" fmla="*/ 85344 h 213360"/>
              <a:gd name="connsiteX16" fmla="*/ 603885 w 1890141"/>
              <a:gd name="connsiteY16" fmla="*/ 79248 h 213360"/>
              <a:gd name="connsiteX17" fmla="*/ 646557 w 1890141"/>
              <a:gd name="connsiteY17" fmla="*/ 48768 h 213360"/>
              <a:gd name="connsiteX18" fmla="*/ 677037 w 1890141"/>
              <a:gd name="connsiteY18" fmla="*/ 42672 h 213360"/>
              <a:gd name="connsiteX19" fmla="*/ 731901 w 1890141"/>
              <a:gd name="connsiteY19" fmla="*/ 24384 h 213360"/>
              <a:gd name="connsiteX20" fmla="*/ 780669 w 1890141"/>
              <a:gd name="connsiteY20" fmla="*/ 30480 h 213360"/>
              <a:gd name="connsiteX21" fmla="*/ 798957 w 1890141"/>
              <a:gd name="connsiteY21" fmla="*/ 42672 h 213360"/>
              <a:gd name="connsiteX22" fmla="*/ 853821 w 1890141"/>
              <a:gd name="connsiteY22" fmla="*/ 85344 h 213360"/>
              <a:gd name="connsiteX23" fmla="*/ 884301 w 1890141"/>
              <a:gd name="connsiteY23" fmla="*/ 121920 h 213360"/>
              <a:gd name="connsiteX24" fmla="*/ 908685 w 1890141"/>
              <a:gd name="connsiteY24" fmla="*/ 158496 h 213360"/>
              <a:gd name="connsiteX25" fmla="*/ 920877 w 1890141"/>
              <a:gd name="connsiteY25" fmla="*/ 176784 h 213360"/>
              <a:gd name="connsiteX26" fmla="*/ 1085469 w 1890141"/>
              <a:gd name="connsiteY26" fmla="*/ 170688 h 213360"/>
              <a:gd name="connsiteX27" fmla="*/ 1109853 w 1890141"/>
              <a:gd name="connsiteY27" fmla="*/ 158496 h 213360"/>
              <a:gd name="connsiteX28" fmla="*/ 1128141 w 1890141"/>
              <a:gd name="connsiteY28" fmla="*/ 152400 h 213360"/>
              <a:gd name="connsiteX29" fmla="*/ 1189101 w 1890141"/>
              <a:gd name="connsiteY29" fmla="*/ 134112 h 213360"/>
              <a:gd name="connsiteX30" fmla="*/ 1207389 w 1890141"/>
              <a:gd name="connsiteY30" fmla="*/ 128016 h 213360"/>
              <a:gd name="connsiteX31" fmla="*/ 1225677 w 1890141"/>
              <a:gd name="connsiteY31" fmla="*/ 115824 h 213360"/>
              <a:gd name="connsiteX32" fmla="*/ 1250061 w 1890141"/>
              <a:gd name="connsiteY32" fmla="*/ 103632 h 213360"/>
              <a:gd name="connsiteX33" fmla="*/ 1268349 w 1890141"/>
              <a:gd name="connsiteY33" fmla="*/ 85344 h 213360"/>
              <a:gd name="connsiteX34" fmla="*/ 1371981 w 1890141"/>
              <a:gd name="connsiteY34" fmla="*/ 18288 h 213360"/>
              <a:gd name="connsiteX35" fmla="*/ 1408557 w 1890141"/>
              <a:gd name="connsiteY35" fmla="*/ 0 h 213360"/>
              <a:gd name="connsiteX36" fmla="*/ 1463421 w 1890141"/>
              <a:gd name="connsiteY36" fmla="*/ 6096 h 213360"/>
              <a:gd name="connsiteX37" fmla="*/ 1487805 w 1890141"/>
              <a:gd name="connsiteY37" fmla="*/ 18288 h 213360"/>
              <a:gd name="connsiteX38" fmla="*/ 1512189 w 1890141"/>
              <a:gd name="connsiteY38" fmla="*/ 24384 h 213360"/>
              <a:gd name="connsiteX39" fmla="*/ 1554861 w 1890141"/>
              <a:gd name="connsiteY39" fmla="*/ 42672 h 213360"/>
              <a:gd name="connsiteX40" fmla="*/ 1609725 w 1890141"/>
              <a:gd name="connsiteY40" fmla="*/ 60960 h 213360"/>
              <a:gd name="connsiteX41" fmla="*/ 1652397 w 1890141"/>
              <a:gd name="connsiteY41" fmla="*/ 91440 h 213360"/>
              <a:gd name="connsiteX42" fmla="*/ 1670685 w 1890141"/>
              <a:gd name="connsiteY42" fmla="*/ 97536 h 213360"/>
              <a:gd name="connsiteX43" fmla="*/ 1786509 w 1890141"/>
              <a:gd name="connsiteY43" fmla="*/ 85344 h 213360"/>
              <a:gd name="connsiteX44" fmla="*/ 1816989 w 1890141"/>
              <a:gd name="connsiteY44" fmla="*/ 73152 h 213360"/>
              <a:gd name="connsiteX45" fmla="*/ 1835277 w 1890141"/>
              <a:gd name="connsiteY45" fmla="*/ 67056 h 213360"/>
              <a:gd name="connsiteX46" fmla="*/ 1890141 w 1890141"/>
              <a:gd name="connsiteY46" fmla="*/ 48768 h 213360"/>
              <a:gd name="connsiteX0" fmla="*/ 0 w 1835277"/>
              <a:gd name="connsiteY0" fmla="*/ 78867 h 213360"/>
              <a:gd name="connsiteX1" fmla="*/ 91821 w 1835277"/>
              <a:gd name="connsiteY1" fmla="*/ 158496 h 213360"/>
              <a:gd name="connsiteX2" fmla="*/ 110109 w 1835277"/>
              <a:gd name="connsiteY2" fmla="*/ 170688 h 213360"/>
              <a:gd name="connsiteX3" fmla="*/ 128397 w 1835277"/>
              <a:gd name="connsiteY3" fmla="*/ 188976 h 213360"/>
              <a:gd name="connsiteX4" fmla="*/ 152781 w 1835277"/>
              <a:gd name="connsiteY4" fmla="*/ 201168 h 213360"/>
              <a:gd name="connsiteX5" fmla="*/ 171069 w 1835277"/>
              <a:gd name="connsiteY5" fmla="*/ 213360 h 213360"/>
              <a:gd name="connsiteX6" fmla="*/ 250317 w 1835277"/>
              <a:gd name="connsiteY6" fmla="*/ 201168 h 213360"/>
              <a:gd name="connsiteX7" fmla="*/ 286893 w 1835277"/>
              <a:gd name="connsiteY7" fmla="*/ 188976 h 213360"/>
              <a:gd name="connsiteX8" fmla="*/ 329565 w 1835277"/>
              <a:gd name="connsiteY8" fmla="*/ 152400 h 213360"/>
              <a:gd name="connsiteX9" fmla="*/ 378333 w 1835277"/>
              <a:gd name="connsiteY9" fmla="*/ 140208 h 213360"/>
              <a:gd name="connsiteX10" fmla="*/ 396621 w 1835277"/>
              <a:gd name="connsiteY10" fmla="*/ 134112 h 213360"/>
              <a:gd name="connsiteX11" fmla="*/ 421005 w 1835277"/>
              <a:gd name="connsiteY11" fmla="*/ 128016 h 213360"/>
              <a:gd name="connsiteX12" fmla="*/ 439293 w 1835277"/>
              <a:gd name="connsiteY12" fmla="*/ 121920 h 213360"/>
              <a:gd name="connsiteX13" fmla="*/ 530733 w 1835277"/>
              <a:gd name="connsiteY13" fmla="*/ 115824 h 213360"/>
              <a:gd name="connsiteX14" fmla="*/ 549021 w 1835277"/>
              <a:gd name="connsiteY14" fmla="*/ 109728 h 213360"/>
              <a:gd name="connsiteX15" fmla="*/ 585597 w 1835277"/>
              <a:gd name="connsiteY15" fmla="*/ 85344 h 213360"/>
              <a:gd name="connsiteX16" fmla="*/ 603885 w 1835277"/>
              <a:gd name="connsiteY16" fmla="*/ 79248 h 213360"/>
              <a:gd name="connsiteX17" fmla="*/ 646557 w 1835277"/>
              <a:gd name="connsiteY17" fmla="*/ 48768 h 213360"/>
              <a:gd name="connsiteX18" fmla="*/ 677037 w 1835277"/>
              <a:gd name="connsiteY18" fmla="*/ 42672 h 213360"/>
              <a:gd name="connsiteX19" fmla="*/ 731901 w 1835277"/>
              <a:gd name="connsiteY19" fmla="*/ 24384 h 213360"/>
              <a:gd name="connsiteX20" fmla="*/ 780669 w 1835277"/>
              <a:gd name="connsiteY20" fmla="*/ 30480 h 213360"/>
              <a:gd name="connsiteX21" fmla="*/ 798957 w 1835277"/>
              <a:gd name="connsiteY21" fmla="*/ 42672 h 213360"/>
              <a:gd name="connsiteX22" fmla="*/ 853821 w 1835277"/>
              <a:gd name="connsiteY22" fmla="*/ 85344 h 213360"/>
              <a:gd name="connsiteX23" fmla="*/ 884301 w 1835277"/>
              <a:gd name="connsiteY23" fmla="*/ 121920 h 213360"/>
              <a:gd name="connsiteX24" fmla="*/ 908685 w 1835277"/>
              <a:gd name="connsiteY24" fmla="*/ 158496 h 213360"/>
              <a:gd name="connsiteX25" fmla="*/ 920877 w 1835277"/>
              <a:gd name="connsiteY25" fmla="*/ 176784 h 213360"/>
              <a:gd name="connsiteX26" fmla="*/ 1085469 w 1835277"/>
              <a:gd name="connsiteY26" fmla="*/ 170688 h 213360"/>
              <a:gd name="connsiteX27" fmla="*/ 1109853 w 1835277"/>
              <a:gd name="connsiteY27" fmla="*/ 158496 h 213360"/>
              <a:gd name="connsiteX28" fmla="*/ 1128141 w 1835277"/>
              <a:gd name="connsiteY28" fmla="*/ 152400 h 213360"/>
              <a:gd name="connsiteX29" fmla="*/ 1189101 w 1835277"/>
              <a:gd name="connsiteY29" fmla="*/ 134112 h 213360"/>
              <a:gd name="connsiteX30" fmla="*/ 1207389 w 1835277"/>
              <a:gd name="connsiteY30" fmla="*/ 128016 h 213360"/>
              <a:gd name="connsiteX31" fmla="*/ 1225677 w 1835277"/>
              <a:gd name="connsiteY31" fmla="*/ 115824 h 213360"/>
              <a:gd name="connsiteX32" fmla="*/ 1250061 w 1835277"/>
              <a:gd name="connsiteY32" fmla="*/ 103632 h 213360"/>
              <a:gd name="connsiteX33" fmla="*/ 1268349 w 1835277"/>
              <a:gd name="connsiteY33" fmla="*/ 85344 h 213360"/>
              <a:gd name="connsiteX34" fmla="*/ 1371981 w 1835277"/>
              <a:gd name="connsiteY34" fmla="*/ 18288 h 213360"/>
              <a:gd name="connsiteX35" fmla="*/ 1408557 w 1835277"/>
              <a:gd name="connsiteY35" fmla="*/ 0 h 213360"/>
              <a:gd name="connsiteX36" fmla="*/ 1463421 w 1835277"/>
              <a:gd name="connsiteY36" fmla="*/ 6096 h 213360"/>
              <a:gd name="connsiteX37" fmla="*/ 1487805 w 1835277"/>
              <a:gd name="connsiteY37" fmla="*/ 18288 h 213360"/>
              <a:gd name="connsiteX38" fmla="*/ 1512189 w 1835277"/>
              <a:gd name="connsiteY38" fmla="*/ 24384 h 213360"/>
              <a:gd name="connsiteX39" fmla="*/ 1554861 w 1835277"/>
              <a:gd name="connsiteY39" fmla="*/ 42672 h 213360"/>
              <a:gd name="connsiteX40" fmla="*/ 1609725 w 1835277"/>
              <a:gd name="connsiteY40" fmla="*/ 60960 h 213360"/>
              <a:gd name="connsiteX41" fmla="*/ 1652397 w 1835277"/>
              <a:gd name="connsiteY41" fmla="*/ 91440 h 213360"/>
              <a:gd name="connsiteX42" fmla="*/ 1670685 w 1835277"/>
              <a:gd name="connsiteY42" fmla="*/ 97536 h 213360"/>
              <a:gd name="connsiteX43" fmla="*/ 1786509 w 1835277"/>
              <a:gd name="connsiteY43" fmla="*/ 85344 h 213360"/>
              <a:gd name="connsiteX44" fmla="*/ 1816989 w 1835277"/>
              <a:gd name="connsiteY44" fmla="*/ 73152 h 213360"/>
              <a:gd name="connsiteX45" fmla="*/ 1835277 w 1835277"/>
              <a:gd name="connsiteY45" fmla="*/ 67056 h 213360"/>
              <a:gd name="connsiteX0" fmla="*/ 0 w 1816989"/>
              <a:gd name="connsiteY0" fmla="*/ 78867 h 213360"/>
              <a:gd name="connsiteX1" fmla="*/ 91821 w 1816989"/>
              <a:gd name="connsiteY1" fmla="*/ 158496 h 213360"/>
              <a:gd name="connsiteX2" fmla="*/ 110109 w 1816989"/>
              <a:gd name="connsiteY2" fmla="*/ 170688 h 213360"/>
              <a:gd name="connsiteX3" fmla="*/ 128397 w 1816989"/>
              <a:gd name="connsiteY3" fmla="*/ 188976 h 213360"/>
              <a:gd name="connsiteX4" fmla="*/ 152781 w 1816989"/>
              <a:gd name="connsiteY4" fmla="*/ 201168 h 213360"/>
              <a:gd name="connsiteX5" fmla="*/ 171069 w 1816989"/>
              <a:gd name="connsiteY5" fmla="*/ 213360 h 213360"/>
              <a:gd name="connsiteX6" fmla="*/ 250317 w 1816989"/>
              <a:gd name="connsiteY6" fmla="*/ 201168 h 213360"/>
              <a:gd name="connsiteX7" fmla="*/ 286893 w 1816989"/>
              <a:gd name="connsiteY7" fmla="*/ 188976 h 213360"/>
              <a:gd name="connsiteX8" fmla="*/ 329565 w 1816989"/>
              <a:gd name="connsiteY8" fmla="*/ 152400 h 213360"/>
              <a:gd name="connsiteX9" fmla="*/ 378333 w 1816989"/>
              <a:gd name="connsiteY9" fmla="*/ 140208 h 213360"/>
              <a:gd name="connsiteX10" fmla="*/ 396621 w 1816989"/>
              <a:gd name="connsiteY10" fmla="*/ 134112 h 213360"/>
              <a:gd name="connsiteX11" fmla="*/ 421005 w 1816989"/>
              <a:gd name="connsiteY11" fmla="*/ 128016 h 213360"/>
              <a:gd name="connsiteX12" fmla="*/ 439293 w 1816989"/>
              <a:gd name="connsiteY12" fmla="*/ 121920 h 213360"/>
              <a:gd name="connsiteX13" fmla="*/ 530733 w 1816989"/>
              <a:gd name="connsiteY13" fmla="*/ 115824 h 213360"/>
              <a:gd name="connsiteX14" fmla="*/ 549021 w 1816989"/>
              <a:gd name="connsiteY14" fmla="*/ 109728 h 213360"/>
              <a:gd name="connsiteX15" fmla="*/ 585597 w 1816989"/>
              <a:gd name="connsiteY15" fmla="*/ 85344 h 213360"/>
              <a:gd name="connsiteX16" fmla="*/ 603885 w 1816989"/>
              <a:gd name="connsiteY16" fmla="*/ 79248 h 213360"/>
              <a:gd name="connsiteX17" fmla="*/ 646557 w 1816989"/>
              <a:gd name="connsiteY17" fmla="*/ 48768 h 213360"/>
              <a:gd name="connsiteX18" fmla="*/ 677037 w 1816989"/>
              <a:gd name="connsiteY18" fmla="*/ 42672 h 213360"/>
              <a:gd name="connsiteX19" fmla="*/ 731901 w 1816989"/>
              <a:gd name="connsiteY19" fmla="*/ 24384 h 213360"/>
              <a:gd name="connsiteX20" fmla="*/ 780669 w 1816989"/>
              <a:gd name="connsiteY20" fmla="*/ 30480 h 213360"/>
              <a:gd name="connsiteX21" fmla="*/ 798957 w 1816989"/>
              <a:gd name="connsiteY21" fmla="*/ 42672 h 213360"/>
              <a:gd name="connsiteX22" fmla="*/ 853821 w 1816989"/>
              <a:gd name="connsiteY22" fmla="*/ 85344 h 213360"/>
              <a:gd name="connsiteX23" fmla="*/ 884301 w 1816989"/>
              <a:gd name="connsiteY23" fmla="*/ 121920 h 213360"/>
              <a:gd name="connsiteX24" fmla="*/ 908685 w 1816989"/>
              <a:gd name="connsiteY24" fmla="*/ 158496 h 213360"/>
              <a:gd name="connsiteX25" fmla="*/ 920877 w 1816989"/>
              <a:gd name="connsiteY25" fmla="*/ 176784 h 213360"/>
              <a:gd name="connsiteX26" fmla="*/ 1085469 w 1816989"/>
              <a:gd name="connsiteY26" fmla="*/ 170688 h 213360"/>
              <a:gd name="connsiteX27" fmla="*/ 1109853 w 1816989"/>
              <a:gd name="connsiteY27" fmla="*/ 158496 h 213360"/>
              <a:gd name="connsiteX28" fmla="*/ 1128141 w 1816989"/>
              <a:gd name="connsiteY28" fmla="*/ 152400 h 213360"/>
              <a:gd name="connsiteX29" fmla="*/ 1189101 w 1816989"/>
              <a:gd name="connsiteY29" fmla="*/ 134112 h 213360"/>
              <a:gd name="connsiteX30" fmla="*/ 1207389 w 1816989"/>
              <a:gd name="connsiteY30" fmla="*/ 128016 h 213360"/>
              <a:gd name="connsiteX31" fmla="*/ 1225677 w 1816989"/>
              <a:gd name="connsiteY31" fmla="*/ 115824 h 213360"/>
              <a:gd name="connsiteX32" fmla="*/ 1250061 w 1816989"/>
              <a:gd name="connsiteY32" fmla="*/ 103632 h 213360"/>
              <a:gd name="connsiteX33" fmla="*/ 1268349 w 1816989"/>
              <a:gd name="connsiteY33" fmla="*/ 85344 h 213360"/>
              <a:gd name="connsiteX34" fmla="*/ 1371981 w 1816989"/>
              <a:gd name="connsiteY34" fmla="*/ 18288 h 213360"/>
              <a:gd name="connsiteX35" fmla="*/ 1408557 w 1816989"/>
              <a:gd name="connsiteY35" fmla="*/ 0 h 213360"/>
              <a:gd name="connsiteX36" fmla="*/ 1463421 w 1816989"/>
              <a:gd name="connsiteY36" fmla="*/ 6096 h 213360"/>
              <a:gd name="connsiteX37" fmla="*/ 1487805 w 1816989"/>
              <a:gd name="connsiteY37" fmla="*/ 18288 h 213360"/>
              <a:gd name="connsiteX38" fmla="*/ 1512189 w 1816989"/>
              <a:gd name="connsiteY38" fmla="*/ 24384 h 213360"/>
              <a:gd name="connsiteX39" fmla="*/ 1554861 w 1816989"/>
              <a:gd name="connsiteY39" fmla="*/ 42672 h 213360"/>
              <a:gd name="connsiteX40" fmla="*/ 1609725 w 1816989"/>
              <a:gd name="connsiteY40" fmla="*/ 60960 h 213360"/>
              <a:gd name="connsiteX41" fmla="*/ 1652397 w 1816989"/>
              <a:gd name="connsiteY41" fmla="*/ 91440 h 213360"/>
              <a:gd name="connsiteX42" fmla="*/ 1670685 w 1816989"/>
              <a:gd name="connsiteY42" fmla="*/ 97536 h 213360"/>
              <a:gd name="connsiteX43" fmla="*/ 1786509 w 1816989"/>
              <a:gd name="connsiteY43" fmla="*/ 85344 h 213360"/>
              <a:gd name="connsiteX44" fmla="*/ 1816989 w 1816989"/>
              <a:gd name="connsiteY44" fmla="*/ 73152 h 213360"/>
              <a:gd name="connsiteX0" fmla="*/ 0 w 1786509"/>
              <a:gd name="connsiteY0" fmla="*/ 78867 h 213360"/>
              <a:gd name="connsiteX1" fmla="*/ 91821 w 1786509"/>
              <a:gd name="connsiteY1" fmla="*/ 158496 h 213360"/>
              <a:gd name="connsiteX2" fmla="*/ 110109 w 1786509"/>
              <a:gd name="connsiteY2" fmla="*/ 170688 h 213360"/>
              <a:gd name="connsiteX3" fmla="*/ 128397 w 1786509"/>
              <a:gd name="connsiteY3" fmla="*/ 188976 h 213360"/>
              <a:gd name="connsiteX4" fmla="*/ 152781 w 1786509"/>
              <a:gd name="connsiteY4" fmla="*/ 201168 h 213360"/>
              <a:gd name="connsiteX5" fmla="*/ 171069 w 1786509"/>
              <a:gd name="connsiteY5" fmla="*/ 213360 h 213360"/>
              <a:gd name="connsiteX6" fmla="*/ 250317 w 1786509"/>
              <a:gd name="connsiteY6" fmla="*/ 201168 h 213360"/>
              <a:gd name="connsiteX7" fmla="*/ 286893 w 1786509"/>
              <a:gd name="connsiteY7" fmla="*/ 188976 h 213360"/>
              <a:gd name="connsiteX8" fmla="*/ 329565 w 1786509"/>
              <a:gd name="connsiteY8" fmla="*/ 152400 h 213360"/>
              <a:gd name="connsiteX9" fmla="*/ 378333 w 1786509"/>
              <a:gd name="connsiteY9" fmla="*/ 140208 h 213360"/>
              <a:gd name="connsiteX10" fmla="*/ 396621 w 1786509"/>
              <a:gd name="connsiteY10" fmla="*/ 134112 h 213360"/>
              <a:gd name="connsiteX11" fmla="*/ 421005 w 1786509"/>
              <a:gd name="connsiteY11" fmla="*/ 128016 h 213360"/>
              <a:gd name="connsiteX12" fmla="*/ 439293 w 1786509"/>
              <a:gd name="connsiteY12" fmla="*/ 121920 h 213360"/>
              <a:gd name="connsiteX13" fmla="*/ 530733 w 1786509"/>
              <a:gd name="connsiteY13" fmla="*/ 115824 h 213360"/>
              <a:gd name="connsiteX14" fmla="*/ 549021 w 1786509"/>
              <a:gd name="connsiteY14" fmla="*/ 109728 h 213360"/>
              <a:gd name="connsiteX15" fmla="*/ 585597 w 1786509"/>
              <a:gd name="connsiteY15" fmla="*/ 85344 h 213360"/>
              <a:gd name="connsiteX16" fmla="*/ 603885 w 1786509"/>
              <a:gd name="connsiteY16" fmla="*/ 79248 h 213360"/>
              <a:gd name="connsiteX17" fmla="*/ 646557 w 1786509"/>
              <a:gd name="connsiteY17" fmla="*/ 48768 h 213360"/>
              <a:gd name="connsiteX18" fmla="*/ 677037 w 1786509"/>
              <a:gd name="connsiteY18" fmla="*/ 42672 h 213360"/>
              <a:gd name="connsiteX19" fmla="*/ 731901 w 1786509"/>
              <a:gd name="connsiteY19" fmla="*/ 24384 h 213360"/>
              <a:gd name="connsiteX20" fmla="*/ 780669 w 1786509"/>
              <a:gd name="connsiteY20" fmla="*/ 30480 h 213360"/>
              <a:gd name="connsiteX21" fmla="*/ 798957 w 1786509"/>
              <a:gd name="connsiteY21" fmla="*/ 42672 h 213360"/>
              <a:gd name="connsiteX22" fmla="*/ 853821 w 1786509"/>
              <a:gd name="connsiteY22" fmla="*/ 85344 h 213360"/>
              <a:gd name="connsiteX23" fmla="*/ 884301 w 1786509"/>
              <a:gd name="connsiteY23" fmla="*/ 121920 h 213360"/>
              <a:gd name="connsiteX24" fmla="*/ 908685 w 1786509"/>
              <a:gd name="connsiteY24" fmla="*/ 158496 h 213360"/>
              <a:gd name="connsiteX25" fmla="*/ 920877 w 1786509"/>
              <a:gd name="connsiteY25" fmla="*/ 176784 h 213360"/>
              <a:gd name="connsiteX26" fmla="*/ 1085469 w 1786509"/>
              <a:gd name="connsiteY26" fmla="*/ 170688 h 213360"/>
              <a:gd name="connsiteX27" fmla="*/ 1109853 w 1786509"/>
              <a:gd name="connsiteY27" fmla="*/ 158496 h 213360"/>
              <a:gd name="connsiteX28" fmla="*/ 1128141 w 1786509"/>
              <a:gd name="connsiteY28" fmla="*/ 152400 h 213360"/>
              <a:gd name="connsiteX29" fmla="*/ 1189101 w 1786509"/>
              <a:gd name="connsiteY29" fmla="*/ 134112 h 213360"/>
              <a:gd name="connsiteX30" fmla="*/ 1207389 w 1786509"/>
              <a:gd name="connsiteY30" fmla="*/ 128016 h 213360"/>
              <a:gd name="connsiteX31" fmla="*/ 1225677 w 1786509"/>
              <a:gd name="connsiteY31" fmla="*/ 115824 h 213360"/>
              <a:gd name="connsiteX32" fmla="*/ 1250061 w 1786509"/>
              <a:gd name="connsiteY32" fmla="*/ 103632 h 213360"/>
              <a:gd name="connsiteX33" fmla="*/ 1268349 w 1786509"/>
              <a:gd name="connsiteY33" fmla="*/ 85344 h 213360"/>
              <a:gd name="connsiteX34" fmla="*/ 1371981 w 1786509"/>
              <a:gd name="connsiteY34" fmla="*/ 18288 h 213360"/>
              <a:gd name="connsiteX35" fmla="*/ 1408557 w 1786509"/>
              <a:gd name="connsiteY35" fmla="*/ 0 h 213360"/>
              <a:gd name="connsiteX36" fmla="*/ 1463421 w 1786509"/>
              <a:gd name="connsiteY36" fmla="*/ 6096 h 213360"/>
              <a:gd name="connsiteX37" fmla="*/ 1487805 w 1786509"/>
              <a:gd name="connsiteY37" fmla="*/ 18288 h 213360"/>
              <a:gd name="connsiteX38" fmla="*/ 1512189 w 1786509"/>
              <a:gd name="connsiteY38" fmla="*/ 24384 h 213360"/>
              <a:gd name="connsiteX39" fmla="*/ 1554861 w 1786509"/>
              <a:gd name="connsiteY39" fmla="*/ 42672 h 213360"/>
              <a:gd name="connsiteX40" fmla="*/ 1609725 w 1786509"/>
              <a:gd name="connsiteY40" fmla="*/ 60960 h 213360"/>
              <a:gd name="connsiteX41" fmla="*/ 1652397 w 1786509"/>
              <a:gd name="connsiteY41" fmla="*/ 91440 h 213360"/>
              <a:gd name="connsiteX42" fmla="*/ 1670685 w 1786509"/>
              <a:gd name="connsiteY42" fmla="*/ 97536 h 213360"/>
              <a:gd name="connsiteX43" fmla="*/ 1786509 w 1786509"/>
              <a:gd name="connsiteY43" fmla="*/ 85344 h 213360"/>
              <a:gd name="connsiteX0" fmla="*/ 0 w 1670685"/>
              <a:gd name="connsiteY0" fmla="*/ 78867 h 213360"/>
              <a:gd name="connsiteX1" fmla="*/ 91821 w 1670685"/>
              <a:gd name="connsiteY1" fmla="*/ 158496 h 213360"/>
              <a:gd name="connsiteX2" fmla="*/ 110109 w 1670685"/>
              <a:gd name="connsiteY2" fmla="*/ 170688 h 213360"/>
              <a:gd name="connsiteX3" fmla="*/ 128397 w 1670685"/>
              <a:gd name="connsiteY3" fmla="*/ 188976 h 213360"/>
              <a:gd name="connsiteX4" fmla="*/ 152781 w 1670685"/>
              <a:gd name="connsiteY4" fmla="*/ 201168 h 213360"/>
              <a:gd name="connsiteX5" fmla="*/ 171069 w 1670685"/>
              <a:gd name="connsiteY5" fmla="*/ 213360 h 213360"/>
              <a:gd name="connsiteX6" fmla="*/ 250317 w 1670685"/>
              <a:gd name="connsiteY6" fmla="*/ 201168 h 213360"/>
              <a:gd name="connsiteX7" fmla="*/ 286893 w 1670685"/>
              <a:gd name="connsiteY7" fmla="*/ 188976 h 213360"/>
              <a:gd name="connsiteX8" fmla="*/ 329565 w 1670685"/>
              <a:gd name="connsiteY8" fmla="*/ 152400 h 213360"/>
              <a:gd name="connsiteX9" fmla="*/ 378333 w 1670685"/>
              <a:gd name="connsiteY9" fmla="*/ 140208 h 213360"/>
              <a:gd name="connsiteX10" fmla="*/ 396621 w 1670685"/>
              <a:gd name="connsiteY10" fmla="*/ 134112 h 213360"/>
              <a:gd name="connsiteX11" fmla="*/ 421005 w 1670685"/>
              <a:gd name="connsiteY11" fmla="*/ 128016 h 213360"/>
              <a:gd name="connsiteX12" fmla="*/ 439293 w 1670685"/>
              <a:gd name="connsiteY12" fmla="*/ 121920 h 213360"/>
              <a:gd name="connsiteX13" fmla="*/ 530733 w 1670685"/>
              <a:gd name="connsiteY13" fmla="*/ 115824 h 213360"/>
              <a:gd name="connsiteX14" fmla="*/ 549021 w 1670685"/>
              <a:gd name="connsiteY14" fmla="*/ 109728 h 213360"/>
              <a:gd name="connsiteX15" fmla="*/ 585597 w 1670685"/>
              <a:gd name="connsiteY15" fmla="*/ 85344 h 213360"/>
              <a:gd name="connsiteX16" fmla="*/ 603885 w 1670685"/>
              <a:gd name="connsiteY16" fmla="*/ 79248 h 213360"/>
              <a:gd name="connsiteX17" fmla="*/ 646557 w 1670685"/>
              <a:gd name="connsiteY17" fmla="*/ 48768 h 213360"/>
              <a:gd name="connsiteX18" fmla="*/ 677037 w 1670685"/>
              <a:gd name="connsiteY18" fmla="*/ 42672 h 213360"/>
              <a:gd name="connsiteX19" fmla="*/ 731901 w 1670685"/>
              <a:gd name="connsiteY19" fmla="*/ 24384 h 213360"/>
              <a:gd name="connsiteX20" fmla="*/ 780669 w 1670685"/>
              <a:gd name="connsiteY20" fmla="*/ 30480 h 213360"/>
              <a:gd name="connsiteX21" fmla="*/ 798957 w 1670685"/>
              <a:gd name="connsiteY21" fmla="*/ 42672 h 213360"/>
              <a:gd name="connsiteX22" fmla="*/ 853821 w 1670685"/>
              <a:gd name="connsiteY22" fmla="*/ 85344 h 213360"/>
              <a:gd name="connsiteX23" fmla="*/ 884301 w 1670685"/>
              <a:gd name="connsiteY23" fmla="*/ 121920 h 213360"/>
              <a:gd name="connsiteX24" fmla="*/ 908685 w 1670685"/>
              <a:gd name="connsiteY24" fmla="*/ 158496 h 213360"/>
              <a:gd name="connsiteX25" fmla="*/ 920877 w 1670685"/>
              <a:gd name="connsiteY25" fmla="*/ 176784 h 213360"/>
              <a:gd name="connsiteX26" fmla="*/ 1085469 w 1670685"/>
              <a:gd name="connsiteY26" fmla="*/ 170688 h 213360"/>
              <a:gd name="connsiteX27" fmla="*/ 1109853 w 1670685"/>
              <a:gd name="connsiteY27" fmla="*/ 158496 h 213360"/>
              <a:gd name="connsiteX28" fmla="*/ 1128141 w 1670685"/>
              <a:gd name="connsiteY28" fmla="*/ 152400 h 213360"/>
              <a:gd name="connsiteX29" fmla="*/ 1189101 w 1670685"/>
              <a:gd name="connsiteY29" fmla="*/ 134112 h 213360"/>
              <a:gd name="connsiteX30" fmla="*/ 1207389 w 1670685"/>
              <a:gd name="connsiteY30" fmla="*/ 128016 h 213360"/>
              <a:gd name="connsiteX31" fmla="*/ 1225677 w 1670685"/>
              <a:gd name="connsiteY31" fmla="*/ 115824 h 213360"/>
              <a:gd name="connsiteX32" fmla="*/ 1250061 w 1670685"/>
              <a:gd name="connsiteY32" fmla="*/ 103632 h 213360"/>
              <a:gd name="connsiteX33" fmla="*/ 1268349 w 1670685"/>
              <a:gd name="connsiteY33" fmla="*/ 85344 h 213360"/>
              <a:gd name="connsiteX34" fmla="*/ 1371981 w 1670685"/>
              <a:gd name="connsiteY34" fmla="*/ 18288 h 213360"/>
              <a:gd name="connsiteX35" fmla="*/ 1408557 w 1670685"/>
              <a:gd name="connsiteY35" fmla="*/ 0 h 213360"/>
              <a:gd name="connsiteX36" fmla="*/ 1463421 w 1670685"/>
              <a:gd name="connsiteY36" fmla="*/ 6096 h 213360"/>
              <a:gd name="connsiteX37" fmla="*/ 1487805 w 1670685"/>
              <a:gd name="connsiteY37" fmla="*/ 18288 h 213360"/>
              <a:gd name="connsiteX38" fmla="*/ 1512189 w 1670685"/>
              <a:gd name="connsiteY38" fmla="*/ 24384 h 213360"/>
              <a:gd name="connsiteX39" fmla="*/ 1554861 w 1670685"/>
              <a:gd name="connsiteY39" fmla="*/ 42672 h 213360"/>
              <a:gd name="connsiteX40" fmla="*/ 1609725 w 1670685"/>
              <a:gd name="connsiteY40" fmla="*/ 60960 h 213360"/>
              <a:gd name="connsiteX41" fmla="*/ 1652397 w 1670685"/>
              <a:gd name="connsiteY41" fmla="*/ 91440 h 213360"/>
              <a:gd name="connsiteX42" fmla="*/ 1670685 w 1670685"/>
              <a:gd name="connsiteY42" fmla="*/ 97536 h 213360"/>
              <a:gd name="connsiteX0" fmla="*/ 0 w 1652397"/>
              <a:gd name="connsiteY0" fmla="*/ 78867 h 213360"/>
              <a:gd name="connsiteX1" fmla="*/ 91821 w 1652397"/>
              <a:gd name="connsiteY1" fmla="*/ 158496 h 213360"/>
              <a:gd name="connsiteX2" fmla="*/ 110109 w 1652397"/>
              <a:gd name="connsiteY2" fmla="*/ 170688 h 213360"/>
              <a:gd name="connsiteX3" fmla="*/ 128397 w 1652397"/>
              <a:gd name="connsiteY3" fmla="*/ 188976 h 213360"/>
              <a:gd name="connsiteX4" fmla="*/ 152781 w 1652397"/>
              <a:gd name="connsiteY4" fmla="*/ 201168 h 213360"/>
              <a:gd name="connsiteX5" fmla="*/ 171069 w 1652397"/>
              <a:gd name="connsiteY5" fmla="*/ 213360 h 213360"/>
              <a:gd name="connsiteX6" fmla="*/ 250317 w 1652397"/>
              <a:gd name="connsiteY6" fmla="*/ 201168 h 213360"/>
              <a:gd name="connsiteX7" fmla="*/ 286893 w 1652397"/>
              <a:gd name="connsiteY7" fmla="*/ 188976 h 213360"/>
              <a:gd name="connsiteX8" fmla="*/ 329565 w 1652397"/>
              <a:gd name="connsiteY8" fmla="*/ 152400 h 213360"/>
              <a:gd name="connsiteX9" fmla="*/ 378333 w 1652397"/>
              <a:gd name="connsiteY9" fmla="*/ 140208 h 213360"/>
              <a:gd name="connsiteX10" fmla="*/ 396621 w 1652397"/>
              <a:gd name="connsiteY10" fmla="*/ 134112 h 213360"/>
              <a:gd name="connsiteX11" fmla="*/ 421005 w 1652397"/>
              <a:gd name="connsiteY11" fmla="*/ 128016 h 213360"/>
              <a:gd name="connsiteX12" fmla="*/ 439293 w 1652397"/>
              <a:gd name="connsiteY12" fmla="*/ 121920 h 213360"/>
              <a:gd name="connsiteX13" fmla="*/ 530733 w 1652397"/>
              <a:gd name="connsiteY13" fmla="*/ 115824 h 213360"/>
              <a:gd name="connsiteX14" fmla="*/ 549021 w 1652397"/>
              <a:gd name="connsiteY14" fmla="*/ 109728 h 213360"/>
              <a:gd name="connsiteX15" fmla="*/ 585597 w 1652397"/>
              <a:gd name="connsiteY15" fmla="*/ 85344 h 213360"/>
              <a:gd name="connsiteX16" fmla="*/ 603885 w 1652397"/>
              <a:gd name="connsiteY16" fmla="*/ 79248 h 213360"/>
              <a:gd name="connsiteX17" fmla="*/ 646557 w 1652397"/>
              <a:gd name="connsiteY17" fmla="*/ 48768 h 213360"/>
              <a:gd name="connsiteX18" fmla="*/ 677037 w 1652397"/>
              <a:gd name="connsiteY18" fmla="*/ 42672 h 213360"/>
              <a:gd name="connsiteX19" fmla="*/ 731901 w 1652397"/>
              <a:gd name="connsiteY19" fmla="*/ 24384 h 213360"/>
              <a:gd name="connsiteX20" fmla="*/ 780669 w 1652397"/>
              <a:gd name="connsiteY20" fmla="*/ 30480 h 213360"/>
              <a:gd name="connsiteX21" fmla="*/ 798957 w 1652397"/>
              <a:gd name="connsiteY21" fmla="*/ 42672 h 213360"/>
              <a:gd name="connsiteX22" fmla="*/ 853821 w 1652397"/>
              <a:gd name="connsiteY22" fmla="*/ 85344 h 213360"/>
              <a:gd name="connsiteX23" fmla="*/ 884301 w 1652397"/>
              <a:gd name="connsiteY23" fmla="*/ 121920 h 213360"/>
              <a:gd name="connsiteX24" fmla="*/ 908685 w 1652397"/>
              <a:gd name="connsiteY24" fmla="*/ 158496 h 213360"/>
              <a:gd name="connsiteX25" fmla="*/ 920877 w 1652397"/>
              <a:gd name="connsiteY25" fmla="*/ 176784 h 213360"/>
              <a:gd name="connsiteX26" fmla="*/ 1085469 w 1652397"/>
              <a:gd name="connsiteY26" fmla="*/ 170688 h 213360"/>
              <a:gd name="connsiteX27" fmla="*/ 1109853 w 1652397"/>
              <a:gd name="connsiteY27" fmla="*/ 158496 h 213360"/>
              <a:gd name="connsiteX28" fmla="*/ 1128141 w 1652397"/>
              <a:gd name="connsiteY28" fmla="*/ 152400 h 213360"/>
              <a:gd name="connsiteX29" fmla="*/ 1189101 w 1652397"/>
              <a:gd name="connsiteY29" fmla="*/ 134112 h 213360"/>
              <a:gd name="connsiteX30" fmla="*/ 1207389 w 1652397"/>
              <a:gd name="connsiteY30" fmla="*/ 128016 h 213360"/>
              <a:gd name="connsiteX31" fmla="*/ 1225677 w 1652397"/>
              <a:gd name="connsiteY31" fmla="*/ 115824 h 213360"/>
              <a:gd name="connsiteX32" fmla="*/ 1250061 w 1652397"/>
              <a:gd name="connsiteY32" fmla="*/ 103632 h 213360"/>
              <a:gd name="connsiteX33" fmla="*/ 1268349 w 1652397"/>
              <a:gd name="connsiteY33" fmla="*/ 85344 h 213360"/>
              <a:gd name="connsiteX34" fmla="*/ 1371981 w 1652397"/>
              <a:gd name="connsiteY34" fmla="*/ 18288 h 213360"/>
              <a:gd name="connsiteX35" fmla="*/ 1408557 w 1652397"/>
              <a:gd name="connsiteY35" fmla="*/ 0 h 213360"/>
              <a:gd name="connsiteX36" fmla="*/ 1463421 w 1652397"/>
              <a:gd name="connsiteY36" fmla="*/ 6096 h 213360"/>
              <a:gd name="connsiteX37" fmla="*/ 1487805 w 1652397"/>
              <a:gd name="connsiteY37" fmla="*/ 18288 h 213360"/>
              <a:gd name="connsiteX38" fmla="*/ 1512189 w 1652397"/>
              <a:gd name="connsiteY38" fmla="*/ 24384 h 213360"/>
              <a:gd name="connsiteX39" fmla="*/ 1554861 w 1652397"/>
              <a:gd name="connsiteY39" fmla="*/ 42672 h 213360"/>
              <a:gd name="connsiteX40" fmla="*/ 1609725 w 1652397"/>
              <a:gd name="connsiteY40" fmla="*/ 60960 h 213360"/>
              <a:gd name="connsiteX41" fmla="*/ 1652397 w 1652397"/>
              <a:gd name="connsiteY41" fmla="*/ 91440 h 213360"/>
              <a:gd name="connsiteX0" fmla="*/ 0 w 1609725"/>
              <a:gd name="connsiteY0" fmla="*/ 78867 h 213360"/>
              <a:gd name="connsiteX1" fmla="*/ 91821 w 1609725"/>
              <a:gd name="connsiteY1" fmla="*/ 158496 h 213360"/>
              <a:gd name="connsiteX2" fmla="*/ 110109 w 1609725"/>
              <a:gd name="connsiteY2" fmla="*/ 170688 h 213360"/>
              <a:gd name="connsiteX3" fmla="*/ 128397 w 1609725"/>
              <a:gd name="connsiteY3" fmla="*/ 188976 h 213360"/>
              <a:gd name="connsiteX4" fmla="*/ 152781 w 1609725"/>
              <a:gd name="connsiteY4" fmla="*/ 201168 h 213360"/>
              <a:gd name="connsiteX5" fmla="*/ 171069 w 1609725"/>
              <a:gd name="connsiteY5" fmla="*/ 213360 h 213360"/>
              <a:gd name="connsiteX6" fmla="*/ 250317 w 1609725"/>
              <a:gd name="connsiteY6" fmla="*/ 201168 h 213360"/>
              <a:gd name="connsiteX7" fmla="*/ 286893 w 1609725"/>
              <a:gd name="connsiteY7" fmla="*/ 188976 h 213360"/>
              <a:gd name="connsiteX8" fmla="*/ 329565 w 1609725"/>
              <a:gd name="connsiteY8" fmla="*/ 152400 h 213360"/>
              <a:gd name="connsiteX9" fmla="*/ 378333 w 1609725"/>
              <a:gd name="connsiteY9" fmla="*/ 140208 h 213360"/>
              <a:gd name="connsiteX10" fmla="*/ 396621 w 1609725"/>
              <a:gd name="connsiteY10" fmla="*/ 134112 h 213360"/>
              <a:gd name="connsiteX11" fmla="*/ 421005 w 1609725"/>
              <a:gd name="connsiteY11" fmla="*/ 128016 h 213360"/>
              <a:gd name="connsiteX12" fmla="*/ 439293 w 1609725"/>
              <a:gd name="connsiteY12" fmla="*/ 121920 h 213360"/>
              <a:gd name="connsiteX13" fmla="*/ 530733 w 1609725"/>
              <a:gd name="connsiteY13" fmla="*/ 115824 h 213360"/>
              <a:gd name="connsiteX14" fmla="*/ 549021 w 1609725"/>
              <a:gd name="connsiteY14" fmla="*/ 109728 h 213360"/>
              <a:gd name="connsiteX15" fmla="*/ 585597 w 1609725"/>
              <a:gd name="connsiteY15" fmla="*/ 85344 h 213360"/>
              <a:gd name="connsiteX16" fmla="*/ 603885 w 1609725"/>
              <a:gd name="connsiteY16" fmla="*/ 79248 h 213360"/>
              <a:gd name="connsiteX17" fmla="*/ 646557 w 1609725"/>
              <a:gd name="connsiteY17" fmla="*/ 48768 h 213360"/>
              <a:gd name="connsiteX18" fmla="*/ 677037 w 1609725"/>
              <a:gd name="connsiteY18" fmla="*/ 42672 h 213360"/>
              <a:gd name="connsiteX19" fmla="*/ 731901 w 1609725"/>
              <a:gd name="connsiteY19" fmla="*/ 24384 h 213360"/>
              <a:gd name="connsiteX20" fmla="*/ 780669 w 1609725"/>
              <a:gd name="connsiteY20" fmla="*/ 30480 h 213360"/>
              <a:gd name="connsiteX21" fmla="*/ 798957 w 1609725"/>
              <a:gd name="connsiteY21" fmla="*/ 42672 h 213360"/>
              <a:gd name="connsiteX22" fmla="*/ 853821 w 1609725"/>
              <a:gd name="connsiteY22" fmla="*/ 85344 h 213360"/>
              <a:gd name="connsiteX23" fmla="*/ 884301 w 1609725"/>
              <a:gd name="connsiteY23" fmla="*/ 121920 h 213360"/>
              <a:gd name="connsiteX24" fmla="*/ 908685 w 1609725"/>
              <a:gd name="connsiteY24" fmla="*/ 158496 h 213360"/>
              <a:gd name="connsiteX25" fmla="*/ 920877 w 1609725"/>
              <a:gd name="connsiteY25" fmla="*/ 176784 h 213360"/>
              <a:gd name="connsiteX26" fmla="*/ 1085469 w 1609725"/>
              <a:gd name="connsiteY26" fmla="*/ 170688 h 213360"/>
              <a:gd name="connsiteX27" fmla="*/ 1109853 w 1609725"/>
              <a:gd name="connsiteY27" fmla="*/ 158496 h 213360"/>
              <a:gd name="connsiteX28" fmla="*/ 1128141 w 1609725"/>
              <a:gd name="connsiteY28" fmla="*/ 152400 h 213360"/>
              <a:gd name="connsiteX29" fmla="*/ 1189101 w 1609725"/>
              <a:gd name="connsiteY29" fmla="*/ 134112 h 213360"/>
              <a:gd name="connsiteX30" fmla="*/ 1207389 w 1609725"/>
              <a:gd name="connsiteY30" fmla="*/ 128016 h 213360"/>
              <a:gd name="connsiteX31" fmla="*/ 1225677 w 1609725"/>
              <a:gd name="connsiteY31" fmla="*/ 115824 h 213360"/>
              <a:gd name="connsiteX32" fmla="*/ 1250061 w 1609725"/>
              <a:gd name="connsiteY32" fmla="*/ 103632 h 213360"/>
              <a:gd name="connsiteX33" fmla="*/ 1268349 w 1609725"/>
              <a:gd name="connsiteY33" fmla="*/ 85344 h 213360"/>
              <a:gd name="connsiteX34" fmla="*/ 1371981 w 1609725"/>
              <a:gd name="connsiteY34" fmla="*/ 18288 h 213360"/>
              <a:gd name="connsiteX35" fmla="*/ 1408557 w 1609725"/>
              <a:gd name="connsiteY35" fmla="*/ 0 h 213360"/>
              <a:gd name="connsiteX36" fmla="*/ 1463421 w 1609725"/>
              <a:gd name="connsiteY36" fmla="*/ 6096 h 213360"/>
              <a:gd name="connsiteX37" fmla="*/ 1487805 w 1609725"/>
              <a:gd name="connsiteY37" fmla="*/ 18288 h 213360"/>
              <a:gd name="connsiteX38" fmla="*/ 1512189 w 1609725"/>
              <a:gd name="connsiteY38" fmla="*/ 24384 h 213360"/>
              <a:gd name="connsiteX39" fmla="*/ 1554861 w 1609725"/>
              <a:gd name="connsiteY39" fmla="*/ 42672 h 213360"/>
              <a:gd name="connsiteX40" fmla="*/ 1609725 w 1609725"/>
              <a:gd name="connsiteY40" fmla="*/ 60960 h 213360"/>
              <a:gd name="connsiteX0" fmla="*/ 0 w 1554861"/>
              <a:gd name="connsiteY0" fmla="*/ 78867 h 213360"/>
              <a:gd name="connsiteX1" fmla="*/ 91821 w 1554861"/>
              <a:gd name="connsiteY1" fmla="*/ 158496 h 213360"/>
              <a:gd name="connsiteX2" fmla="*/ 110109 w 1554861"/>
              <a:gd name="connsiteY2" fmla="*/ 170688 h 213360"/>
              <a:gd name="connsiteX3" fmla="*/ 128397 w 1554861"/>
              <a:gd name="connsiteY3" fmla="*/ 188976 h 213360"/>
              <a:gd name="connsiteX4" fmla="*/ 152781 w 1554861"/>
              <a:gd name="connsiteY4" fmla="*/ 201168 h 213360"/>
              <a:gd name="connsiteX5" fmla="*/ 171069 w 1554861"/>
              <a:gd name="connsiteY5" fmla="*/ 213360 h 213360"/>
              <a:gd name="connsiteX6" fmla="*/ 250317 w 1554861"/>
              <a:gd name="connsiteY6" fmla="*/ 201168 h 213360"/>
              <a:gd name="connsiteX7" fmla="*/ 286893 w 1554861"/>
              <a:gd name="connsiteY7" fmla="*/ 188976 h 213360"/>
              <a:gd name="connsiteX8" fmla="*/ 329565 w 1554861"/>
              <a:gd name="connsiteY8" fmla="*/ 152400 h 213360"/>
              <a:gd name="connsiteX9" fmla="*/ 378333 w 1554861"/>
              <a:gd name="connsiteY9" fmla="*/ 140208 h 213360"/>
              <a:gd name="connsiteX10" fmla="*/ 396621 w 1554861"/>
              <a:gd name="connsiteY10" fmla="*/ 134112 h 213360"/>
              <a:gd name="connsiteX11" fmla="*/ 421005 w 1554861"/>
              <a:gd name="connsiteY11" fmla="*/ 128016 h 213360"/>
              <a:gd name="connsiteX12" fmla="*/ 439293 w 1554861"/>
              <a:gd name="connsiteY12" fmla="*/ 121920 h 213360"/>
              <a:gd name="connsiteX13" fmla="*/ 530733 w 1554861"/>
              <a:gd name="connsiteY13" fmla="*/ 115824 h 213360"/>
              <a:gd name="connsiteX14" fmla="*/ 549021 w 1554861"/>
              <a:gd name="connsiteY14" fmla="*/ 109728 h 213360"/>
              <a:gd name="connsiteX15" fmla="*/ 585597 w 1554861"/>
              <a:gd name="connsiteY15" fmla="*/ 85344 h 213360"/>
              <a:gd name="connsiteX16" fmla="*/ 603885 w 1554861"/>
              <a:gd name="connsiteY16" fmla="*/ 79248 h 213360"/>
              <a:gd name="connsiteX17" fmla="*/ 646557 w 1554861"/>
              <a:gd name="connsiteY17" fmla="*/ 48768 h 213360"/>
              <a:gd name="connsiteX18" fmla="*/ 677037 w 1554861"/>
              <a:gd name="connsiteY18" fmla="*/ 42672 h 213360"/>
              <a:gd name="connsiteX19" fmla="*/ 731901 w 1554861"/>
              <a:gd name="connsiteY19" fmla="*/ 24384 h 213360"/>
              <a:gd name="connsiteX20" fmla="*/ 780669 w 1554861"/>
              <a:gd name="connsiteY20" fmla="*/ 30480 h 213360"/>
              <a:gd name="connsiteX21" fmla="*/ 798957 w 1554861"/>
              <a:gd name="connsiteY21" fmla="*/ 42672 h 213360"/>
              <a:gd name="connsiteX22" fmla="*/ 853821 w 1554861"/>
              <a:gd name="connsiteY22" fmla="*/ 85344 h 213360"/>
              <a:gd name="connsiteX23" fmla="*/ 884301 w 1554861"/>
              <a:gd name="connsiteY23" fmla="*/ 121920 h 213360"/>
              <a:gd name="connsiteX24" fmla="*/ 908685 w 1554861"/>
              <a:gd name="connsiteY24" fmla="*/ 158496 h 213360"/>
              <a:gd name="connsiteX25" fmla="*/ 920877 w 1554861"/>
              <a:gd name="connsiteY25" fmla="*/ 176784 h 213360"/>
              <a:gd name="connsiteX26" fmla="*/ 1085469 w 1554861"/>
              <a:gd name="connsiteY26" fmla="*/ 170688 h 213360"/>
              <a:gd name="connsiteX27" fmla="*/ 1109853 w 1554861"/>
              <a:gd name="connsiteY27" fmla="*/ 158496 h 213360"/>
              <a:gd name="connsiteX28" fmla="*/ 1128141 w 1554861"/>
              <a:gd name="connsiteY28" fmla="*/ 152400 h 213360"/>
              <a:gd name="connsiteX29" fmla="*/ 1189101 w 1554861"/>
              <a:gd name="connsiteY29" fmla="*/ 134112 h 213360"/>
              <a:gd name="connsiteX30" fmla="*/ 1207389 w 1554861"/>
              <a:gd name="connsiteY30" fmla="*/ 128016 h 213360"/>
              <a:gd name="connsiteX31" fmla="*/ 1225677 w 1554861"/>
              <a:gd name="connsiteY31" fmla="*/ 115824 h 213360"/>
              <a:gd name="connsiteX32" fmla="*/ 1250061 w 1554861"/>
              <a:gd name="connsiteY32" fmla="*/ 103632 h 213360"/>
              <a:gd name="connsiteX33" fmla="*/ 1268349 w 1554861"/>
              <a:gd name="connsiteY33" fmla="*/ 85344 h 213360"/>
              <a:gd name="connsiteX34" fmla="*/ 1371981 w 1554861"/>
              <a:gd name="connsiteY34" fmla="*/ 18288 h 213360"/>
              <a:gd name="connsiteX35" fmla="*/ 1408557 w 1554861"/>
              <a:gd name="connsiteY35" fmla="*/ 0 h 213360"/>
              <a:gd name="connsiteX36" fmla="*/ 1463421 w 1554861"/>
              <a:gd name="connsiteY36" fmla="*/ 6096 h 213360"/>
              <a:gd name="connsiteX37" fmla="*/ 1487805 w 1554861"/>
              <a:gd name="connsiteY37" fmla="*/ 18288 h 213360"/>
              <a:gd name="connsiteX38" fmla="*/ 1512189 w 1554861"/>
              <a:gd name="connsiteY38" fmla="*/ 24384 h 213360"/>
              <a:gd name="connsiteX39" fmla="*/ 1554861 w 1554861"/>
              <a:gd name="connsiteY39" fmla="*/ 42672 h 213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554861" h="213360">
                <a:moveTo>
                  <a:pt x="0" y="78867"/>
                </a:moveTo>
                <a:cubicBezTo>
                  <a:pt x="52832" y="127635"/>
                  <a:pt x="73470" y="143193"/>
                  <a:pt x="91821" y="158496"/>
                </a:cubicBezTo>
                <a:cubicBezTo>
                  <a:pt x="110173" y="173800"/>
                  <a:pt x="104481" y="165998"/>
                  <a:pt x="110109" y="170688"/>
                </a:cubicBezTo>
                <a:cubicBezTo>
                  <a:pt x="116732" y="176207"/>
                  <a:pt x="121382" y="183965"/>
                  <a:pt x="128397" y="188976"/>
                </a:cubicBezTo>
                <a:cubicBezTo>
                  <a:pt x="135792" y="194258"/>
                  <a:pt x="144891" y="196659"/>
                  <a:pt x="152781" y="201168"/>
                </a:cubicBezTo>
                <a:cubicBezTo>
                  <a:pt x="159142" y="204803"/>
                  <a:pt x="164973" y="209296"/>
                  <a:pt x="171069" y="213360"/>
                </a:cubicBezTo>
                <a:cubicBezTo>
                  <a:pt x="180092" y="212071"/>
                  <a:pt x="239039" y="203987"/>
                  <a:pt x="250317" y="201168"/>
                </a:cubicBezTo>
                <a:cubicBezTo>
                  <a:pt x="262785" y="198051"/>
                  <a:pt x="286893" y="188976"/>
                  <a:pt x="286893" y="188976"/>
                </a:cubicBezTo>
                <a:cubicBezTo>
                  <a:pt x="301306" y="174563"/>
                  <a:pt x="311318" y="162827"/>
                  <a:pt x="329565" y="152400"/>
                </a:cubicBezTo>
                <a:cubicBezTo>
                  <a:pt x="340403" y="146207"/>
                  <a:pt x="369414" y="142438"/>
                  <a:pt x="378333" y="140208"/>
                </a:cubicBezTo>
                <a:cubicBezTo>
                  <a:pt x="384567" y="138650"/>
                  <a:pt x="390442" y="135877"/>
                  <a:pt x="396621" y="134112"/>
                </a:cubicBezTo>
                <a:cubicBezTo>
                  <a:pt x="404677" y="131810"/>
                  <a:pt x="412949" y="130318"/>
                  <a:pt x="421005" y="128016"/>
                </a:cubicBezTo>
                <a:cubicBezTo>
                  <a:pt x="427184" y="126251"/>
                  <a:pt x="432907" y="122630"/>
                  <a:pt x="439293" y="121920"/>
                </a:cubicBezTo>
                <a:cubicBezTo>
                  <a:pt x="469654" y="118547"/>
                  <a:pt x="500253" y="117856"/>
                  <a:pt x="530733" y="115824"/>
                </a:cubicBezTo>
                <a:cubicBezTo>
                  <a:pt x="536829" y="113792"/>
                  <a:pt x="543404" y="112849"/>
                  <a:pt x="549021" y="109728"/>
                </a:cubicBezTo>
                <a:cubicBezTo>
                  <a:pt x="561830" y="102612"/>
                  <a:pt x="571696" y="89978"/>
                  <a:pt x="585597" y="85344"/>
                </a:cubicBezTo>
                <a:lnTo>
                  <a:pt x="603885" y="79248"/>
                </a:lnTo>
                <a:cubicBezTo>
                  <a:pt x="605287" y="78196"/>
                  <a:pt x="640614" y="50996"/>
                  <a:pt x="646557" y="48768"/>
                </a:cubicBezTo>
                <a:cubicBezTo>
                  <a:pt x="656259" y="45130"/>
                  <a:pt x="666877" y="44704"/>
                  <a:pt x="677037" y="42672"/>
                </a:cubicBezTo>
                <a:cubicBezTo>
                  <a:pt x="696869" y="32756"/>
                  <a:pt x="708266" y="24384"/>
                  <a:pt x="731901" y="24384"/>
                </a:cubicBezTo>
                <a:cubicBezTo>
                  <a:pt x="748284" y="24384"/>
                  <a:pt x="764413" y="28448"/>
                  <a:pt x="780669" y="30480"/>
                </a:cubicBezTo>
                <a:cubicBezTo>
                  <a:pt x="786765" y="34544"/>
                  <a:pt x="793096" y="38276"/>
                  <a:pt x="798957" y="42672"/>
                </a:cubicBezTo>
                <a:cubicBezTo>
                  <a:pt x="817492" y="56573"/>
                  <a:pt x="853821" y="85344"/>
                  <a:pt x="853821" y="85344"/>
                </a:cubicBezTo>
                <a:cubicBezTo>
                  <a:pt x="887102" y="151905"/>
                  <a:pt x="844091" y="75966"/>
                  <a:pt x="884301" y="121920"/>
                </a:cubicBezTo>
                <a:cubicBezTo>
                  <a:pt x="893950" y="132947"/>
                  <a:pt x="900557" y="146304"/>
                  <a:pt x="908685" y="158496"/>
                </a:cubicBezTo>
                <a:lnTo>
                  <a:pt x="920877" y="176784"/>
                </a:lnTo>
                <a:cubicBezTo>
                  <a:pt x="975741" y="174752"/>
                  <a:pt x="1030823" y="175976"/>
                  <a:pt x="1085469" y="170688"/>
                </a:cubicBezTo>
                <a:cubicBezTo>
                  <a:pt x="1094514" y="169813"/>
                  <a:pt x="1101500" y="162076"/>
                  <a:pt x="1109853" y="158496"/>
                </a:cubicBezTo>
                <a:cubicBezTo>
                  <a:pt x="1115759" y="155965"/>
                  <a:pt x="1121962" y="154165"/>
                  <a:pt x="1128141" y="152400"/>
                </a:cubicBezTo>
                <a:cubicBezTo>
                  <a:pt x="1192632" y="133974"/>
                  <a:pt x="1102181" y="163085"/>
                  <a:pt x="1189101" y="134112"/>
                </a:cubicBezTo>
                <a:cubicBezTo>
                  <a:pt x="1195197" y="132080"/>
                  <a:pt x="1202042" y="131580"/>
                  <a:pt x="1207389" y="128016"/>
                </a:cubicBezTo>
                <a:cubicBezTo>
                  <a:pt x="1213485" y="123952"/>
                  <a:pt x="1219316" y="119459"/>
                  <a:pt x="1225677" y="115824"/>
                </a:cubicBezTo>
                <a:cubicBezTo>
                  <a:pt x="1233567" y="111315"/>
                  <a:pt x="1242666" y="108914"/>
                  <a:pt x="1250061" y="103632"/>
                </a:cubicBezTo>
                <a:cubicBezTo>
                  <a:pt x="1257076" y="98621"/>
                  <a:pt x="1261286" y="90288"/>
                  <a:pt x="1268349" y="85344"/>
                </a:cubicBezTo>
                <a:cubicBezTo>
                  <a:pt x="1302056" y="61749"/>
                  <a:pt x="1337483" y="40711"/>
                  <a:pt x="1371981" y="18288"/>
                </a:cubicBezTo>
                <a:cubicBezTo>
                  <a:pt x="1396859" y="2117"/>
                  <a:pt x="1382227" y="8777"/>
                  <a:pt x="1408557" y="0"/>
                </a:cubicBezTo>
                <a:cubicBezTo>
                  <a:pt x="1426845" y="2032"/>
                  <a:pt x="1445492" y="1958"/>
                  <a:pt x="1463421" y="6096"/>
                </a:cubicBezTo>
                <a:cubicBezTo>
                  <a:pt x="1472276" y="8139"/>
                  <a:pt x="1479296" y="15097"/>
                  <a:pt x="1487805" y="18288"/>
                </a:cubicBezTo>
                <a:cubicBezTo>
                  <a:pt x="1495650" y="21230"/>
                  <a:pt x="1504061" y="22352"/>
                  <a:pt x="1512189" y="24384"/>
                </a:cubicBezTo>
                <a:cubicBezTo>
                  <a:pt x="1544333" y="45813"/>
                  <a:pt x="1515496" y="29550"/>
                  <a:pt x="1554861" y="42672"/>
                </a:cubicBezTo>
              </a:path>
            </a:pathLst>
          </a:cu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A729AB-F62F-43B8-8565-0F71F85AEFDF}"/>
                  </a:ext>
                </a:extLst>
              </p:cNvPr>
              <p:cNvSpPr txBox="1"/>
              <p:nvPr/>
            </p:nvSpPr>
            <p:spPr>
              <a:xfrm>
                <a:off x="10242810" y="2165723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A729AB-F62F-43B8-8565-0F71F85AE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2810" y="2165723"/>
                <a:ext cx="3679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BD27306F-45D6-4556-8D6E-6A2814DCABA0}"/>
              </a:ext>
            </a:extLst>
          </p:cNvPr>
          <p:cNvSpPr/>
          <p:nvPr/>
        </p:nvSpPr>
        <p:spPr>
          <a:xfrm>
            <a:off x="10297317" y="2287310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CE2CA9-58AA-2933-64E1-589F697E2AA6}"/>
              </a:ext>
            </a:extLst>
          </p:cNvPr>
          <p:cNvSpPr txBox="1"/>
          <p:nvPr/>
        </p:nvSpPr>
        <p:spPr>
          <a:xfrm>
            <a:off x="318425" y="156606"/>
            <a:ext cx="87637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Macrostate</a:t>
            </a:r>
            <a:r>
              <a:rPr lang="en-US" sz="4000" dirty="0"/>
              <a:t>/equilibrium is a “tube” of evolutions at the lower level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28D049-7429-2475-9271-A4876450B62B}"/>
              </a:ext>
            </a:extLst>
          </p:cNvPr>
          <p:cNvSpPr txBox="1"/>
          <p:nvPr/>
        </p:nvSpPr>
        <p:spPr>
          <a:xfrm>
            <a:off x="318425" y="1770199"/>
            <a:ext cx="943934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Equilibrium means that no evolution enters or exits the “tube” (i.e. external agents have equilibrated)</a:t>
            </a:r>
          </a:p>
          <a:p>
            <a:endParaRPr lang="en-US" sz="1400" dirty="0"/>
          </a:p>
          <a:p>
            <a:r>
              <a:rPr lang="en-US" sz="2800" dirty="0"/>
              <a:t>The variables describing the </a:t>
            </a:r>
            <a:r>
              <a:rPr lang="en-US" sz="2800" dirty="0" err="1"/>
              <a:t>macrostate</a:t>
            </a:r>
            <a:r>
              <a:rPr lang="en-US" sz="2800" dirty="0"/>
              <a:t> can still change</a:t>
            </a:r>
          </a:p>
          <a:p>
            <a:r>
              <a:rPr lang="en-US" sz="2800" dirty="0"/>
              <a:t>(i.e. the “tube” moves around in state space)</a:t>
            </a:r>
          </a:p>
          <a:p>
            <a:endParaRPr lang="en-US" sz="1400" dirty="0"/>
          </a:p>
          <a:p>
            <a:r>
              <a:rPr lang="en-US" sz="2800" dirty="0"/>
              <a:t>We can now study the “tube” as if it were single line</a:t>
            </a:r>
          </a:p>
          <a:p>
            <a:r>
              <a:rPr lang="en-US" sz="2800" dirty="0"/>
              <a:t>(i.e. internal dynamics and environment are decoupled)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E82F96-E0BA-5305-7660-CF1A414B9C56}"/>
              </a:ext>
            </a:extLst>
          </p:cNvPr>
          <p:cNvSpPr txBox="1"/>
          <p:nvPr/>
        </p:nvSpPr>
        <p:spPr>
          <a:xfrm>
            <a:off x="881127" y="5296726"/>
            <a:ext cx="7770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Equilibrium = evolution decoupled from environment and from internal dynamics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7D9BCF-134D-E5CD-B9BD-E3EF9B658CD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157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2E3EC-40C2-46C7-B974-1C051D8DD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entropy explained?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A6A0D-4AF7-4FC4-92D9-A21713468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55" y="1075037"/>
            <a:ext cx="11984090" cy="5698183"/>
          </a:xfrm>
        </p:spPr>
        <p:txBody>
          <a:bodyPr>
            <a:normAutofit/>
          </a:bodyPr>
          <a:lstStyle/>
          <a:p>
            <a:r>
              <a:rPr lang="en-US" dirty="0"/>
              <a:t>We have not mentioned uncertainty, disorder, statistical distributions, information, lack of information, …</a:t>
            </a:r>
          </a:p>
          <a:p>
            <a:pPr lvl="1"/>
            <a:r>
              <a:rPr lang="en-US" dirty="0"/>
              <a:t>Therefore those concepts are not fundamental in this context</a:t>
            </a:r>
          </a:p>
          <a:p>
            <a:r>
              <a:rPr lang="en-US" dirty="0"/>
              <a:t>We have not discussed what type of state or system we have (classical, quantum, biological, economic, …)</a:t>
            </a:r>
          </a:p>
          <a:p>
            <a:pPr lvl="1"/>
            <a:r>
              <a:rPr lang="en-US" dirty="0"/>
              <a:t>Therefore everything we said is valid independently of the type of system, which would explain the success of thermodynamic ideas outside the realm of physics</a:t>
            </a:r>
          </a:p>
          <a:p>
            <a:r>
              <a:rPr lang="en-US" dirty="0"/>
              <a:t>The process entropy increase is explained by the definitions and</a:t>
            </a:r>
            <a:br>
              <a:rPr lang="en-US" dirty="0"/>
            </a:br>
            <a:r>
              <a:rPr lang="en-US" dirty="0"/>
              <a:t>the settings (processes with equilibria that depend</a:t>
            </a:r>
            <a:br>
              <a:rPr lang="en-US" dirty="0"/>
            </a:br>
            <a:r>
              <a:rPr lang="en-US" dirty="0"/>
              <a:t>on the initial state)</a:t>
            </a:r>
          </a:p>
          <a:p>
            <a:pPr lvl="1"/>
            <a:r>
              <a:rPr lang="en-US" dirty="0"/>
              <a:t>The explanation is straightforward</a:t>
            </a:r>
            <a:br>
              <a:rPr lang="en-US" dirty="0"/>
            </a:br>
            <a:r>
              <a:rPr lang="en-US" dirty="0"/>
              <a:t>(i.e. does not require a complicated discussion)</a:t>
            </a:r>
          </a:p>
          <a:p>
            <a:pPr lvl="1"/>
            <a:r>
              <a:rPr lang="en-US" dirty="0"/>
              <a:t>The explanation is not mechanical</a:t>
            </a:r>
            <a:br>
              <a:rPr lang="en-US" dirty="0"/>
            </a:br>
            <a:r>
              <a:rPr lang="en-US" dirty="0"/>
              <a:t>(i.e. given by a particular mechanism)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078E3-0A81-4CA4-7B4E-76F6AD7C6C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90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8F721-A9C0-AE39-899A-949F1DE4B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6C896-0FC9-4518-7184-2BF1DD6BE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“Reversing” thermodynamics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BCADAC-E4C9-7ED2-FEDE-626063FC413F}"/>
                  </a:ext>
                </a:extLst>
              </p:cNvPr>
              <p:cNvSpPr txBox="1"/>
              <p:nvPr/>
            </p:nvSpPr>
            <p:spPr>
              <a:xfrm>
                <a:off x="3342257" y="2442443"/>
                <a:ext cx="1016689" cy="37824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BCADAC-E4C9-7ED2-FEDE-626063FC4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257" y="2442443"/>
                <a:ext cx="1016689" cy="378245"/>
              </a:xfrm>
              <a:prstGeom prst="rect">
                <a:avLst/>
              </a:prstGeom>
              <a:blipFill>
                <a:blip r:embed="rId2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944133-4A99-C440-6D66-10457C701621}"/>
                  </a:ext>
                </a:extLst>
              </p:cNvPr>
              <p:cNvSpPr txBox="1"/>
              <p:nvPr/>
            </p:nvSpPr>
            <p:spPr>
              <a:xfrm>
                <a:off x="4386140" y="1047850"/>
                <a:ext cx="4884007" cy="19100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den>
                    </m:f>
                  </m:oMath>
                </a14:m>
                <a:r>
                  <a:rPr lang="en-US" dirty="0"/>
                  <a:t>    and    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𝑇𝑑𝑆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𝑑𝑈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𝑑𝑈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944133-4A99-C440-6D66-10457C701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140" y="1047850"/>
                <a:ext cx="4884007" cy="19100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D12311-A25E-4191-5563-674F02D3648B}"/>
                  </a:ext>
                </a:extLst>
              </p:cNvPr>
              <p:cNvSpPr txBox="1"/>
              <p:nvPr/>
            </p:nvSpPr>
            <p:spPr>
              <a:xfrm>
                <a:off x="130672" y="2442443"/>
                <a:ext cx="32115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Existence of equation of state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D12311-A25E-4191-5563-674F02D36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72" y="2442443"/>
                <a:ext cx="3211585" cy="369332"/>
              </a:xfrm>
              <a:prstGeom prst="rect">
                <a:avLst/>
              </a:prstGeom>
              <a:blipFill>
                <a:blip r:embed="rId4"/>
                <a:stretch>
                  <a:fillRect t="-10000" r="-132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72B8F33-48E6-3567-58EA-3A27EB0EB11D}"/>
              </a:ext>
            </a:extLst>
          </p:cNvPr>
          <p:cNvSpPr txBox="1"/>
          <p:nvPr/>
        </p:nvSpPr>
        <p:spPr>
          <a:xfrm>
            <a:off x="85667" y="3322090"/>
            <a:ext cx="4794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Study interplay of changes of energy and entropy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5E021C3-BFB3-DE87-FAE6-4BF7B4E35083}"/>
              </a:ext>
            </a:extLst>
          </p:cNvPr>
          <p:cNvGrpSpPr/>
          <p:nvPr/>
        </p:nvGrpSpPr>
        <p:grpSpPr>
          <a:xfrm>
            <a:off x="417474" y="3957298"/>
            <a:ext cx="2827507" cy="2172662"/>
            <a:chOff x="8897564" y="2172358"/>
            <a:chExt cx="2827507" cy="21726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858F9727-C006-F65B-8B06-E70925F605C8}"/>
                    </a:ext>
                  </a:extLst>
                </p:cNvPr>
                <p:cNvSpPr/>
                <p:nvPr/>
              </p:nvSpPr>
              <p:spPr>
                <a:xfrm>
                  <a:off x="9043480" y="3339829"/>
                  <a:ext cx="1005191" cy="100519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EC950F24-DE77-59CB-924F-35C7D1BB65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3480" y="3339829"/>
                  <a:ext cx="1005191" cy="1005191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9E023CF6-EEFF-2B30-1049-23843905A4C8}"/>
                    </a:ext>
                  </a:extLst>
                </p:cNvPr>
                <p:cNvSpPr/>
                <p:nvPr/>
              </p:nvSpPr>
              <p:spPr>
                <a:xfrm>
                  <a:off x="8897564" y="2172358"/>
                  <a:ext cx="1297021" cy="6858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AC5961EF-0F71-1337-2620-8EE8DC9EB3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7564" y="2172358"/>
                  <a:ext cx="1297021" cy="6858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Diamond 13">
                  <a:extLst>
                    <a:ext uri="{FF2B5EF4-FFF2-40B4-BE49-F238E27FC236}">
                      <a16:creationId xmlns:a16="http://schemas.microsoft.com/office/drawing/2014/main" id="{AA475946-40BC-CA54-13B4-C14F064D9F62}"/>
                    </a:ext>
                  </a:extLst>
                </p:cNvPr>
                <p:cNvSpPr/>
                <p:nvPr/>
              </p:nvSpPr>
              <p:spPr>
                <a:xfrm>
                  <a:off x="10719880" y="3474073"/>
                  <a:ext cx="1005191" cy="736701"/>
                </a:xfrm>
                <a:prstGeom prst="diamond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Diamond 13">
                  <a:extLst>
                    <a:ext uri="{FF2B5EF4-FFF2-40B4-BE49-F238E27FC236}">
                      <a16:creationId xmlns:a16="http://schemas.microsoft.com/office/drawing/2014/main" id="{DE3D7B55-BD8F-4E32-8FF9-68FF08CB8A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19880" y="3474073"/>
                  <a:ext cx="1005191" cy="736701"/>
                </a:xfrm>
                <a:prstGeom prst="diamond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02C92F0-7F7F-34EF-4784-0A9709D7851E}"/>
                </a:ext>
              </a:extLst>
            </p:cNvPr>
            <p:cNvCxnSpPr/>
            <p:nvPr/>
          </p:nvCxnSpPr>
          <p:spPr>
            <a:xfrm>
              <a:off x="9546075" y="2950723"/>
              <a:ext cx="0" cy="317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996EC18-4379-8F67-08E1-C1837EED6342}"/>
                </a:ext>
              </a:extLst>
            </p:cNvPr>
            <p:cNvCxnSpPr/>
            <p:nvPr/>
          </p:nvCxnSpPr>
          <p:spPr>
            <a:xfrm>
              <a:off x="10129736" y="3842423"/>
              <a:ext cx="49286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CF5965A-6ACB-F3E4-EB97-2689CA257FC6}"/>
                    </a:ext>
                  </a:extLst>
                </p:cNvPr>
                <p:cNvSpPr txBox="1"/>
                <p:nvPr/>
              </p:nvSpPr>
              <p:spPr>
                <a:xfrm>
                  <a:off x="9484467" y="2887084"/>
                  <a:ext cx="3997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E593CD8-A8E6-950D-A141-54D2FC6AEB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4467" y="2887084"/>
                  <a:ext cx="399789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98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C636E08-7A3C-289A-9143-F740F153D744}"/>
                    </a:ext>
                  </a:extLst>
                </p:cNvPr>
                <p:cNvSpPr txBox="1"/>
                <p:nvPr/>
              </p:nvSpPr>
              <p:spPr>
                <a:xfrm>
                  <a:off x="10156386" y="3815177"/>
                  <a:ext cx="466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D79DAAC-EF8A-F04C-9BCA-5860F7F30B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6386" y="3815177"/>
                  <a:ext cx="46621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195B210-6F81-906E-0B90-C020952CF26F}"/>
              </a:ext>
            </a:extLst>
          </p:cNvPr>
          <p:cNvSpPr txBox="1"/>
          <p:nvPr/>
        </p:nvSpPr>
        <p:spPr>
          <a:xfrm>
            <a:off x="1803689" y="3822595"/>
            <a:ext cx="2882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Reservoir: energy only state variable,</a:t>
            </a:r>
            <a:br>
              <a:rPr lang="en-US" sz="1400" dirty="0"/>
            </a:br>
            <a:r>
              <a:rPr lang="en-US" sz="1400" dirty="0"/>
              <a:t>entropy linear function of energy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BBE00A-AD18-6212-2243-BBEB0B7C3C67}"/>
              </a:ext>
            </a:extLst>
          </p:cNvPr>
          <p:cNvSpPr txBox="1"/>
          <p:nvPr/>
        </p:nvSpPr>
        <p:spPr>
          <a:xfrm>
            <a:off x="3085483" y="4962179"/>
            <a:ext cx="2601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Mechanical system: same entropy for all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ACB93A-FFDF-FE59-40D9-615691765CE5}"/>
                  </a:ext>
                </a:extLst>
              </p:cNvPr>
              <p:cNvSpPr txBox="1"/>
              <p:nvPr/>
            </p:nvSpPr>
            <p:spPr>
              <a:xfrm>
                <a:off x="3211568" y="5837890"/>
                <a:ext cx="1217321" cy="5322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5DD2896-E7C3-10F7-C183-2581985E9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568" y="5837890"/>
                <a:ext cx="1217321" cy="5322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EE50770-DF31-9D20-E2DC-C29BF865D600}"/>
              </a:ext>
            </a:extLst>
          </p:cNvPr>
          <p:cNvSpPr txBox="1"/>
          <p:nvPr/>
        </p:nvSpPr>
        <p:spPr>
          <a:xfrm>
            <a:off x="103955" y="915782"/>
            <a:ext cx="4038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Assume states are equilibria of faster scale processes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59F123-3E40-01DA-706B-414E444C45B7}"/>
              </a:ext>
            </a:extLst>
          </p:cNvPr>
          <p:cNvSpPr txBox="1"/>
          <p:nvPr/>
        </p:nvSpPr>
        <p:spPr>
          <a:xfrm>
            <a:off x="103955" y="1294026"/>
            <a:ext cx="3716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Assume states identified by extensive properties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7F9CEC8-8C90-9959-215B-25E9D533E4BC}"/>
                  </a:ext>
                </a:extLst>
              </p:cNvPr>
              <p:cNvSpPr txBox="1"/>
              <p:nvPr/>
            </p:nvSpPr>
            <p:spPr>
              <a:xfrm>
                <a:off x="103955" y="1695938"/>
                <a:ext cx="33452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Assume one of these quantities is energy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br>
                  <a:rPr lang="en-US" sz="1400" b="0" dirty="0"/>
                </a:br>
                <a:r>
                  <a:rPr lang="en-US" sz="1400" dirty="0"/>
                  <a:t>(conserved by closed system)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7F9CEC8-8C90-9959-215B-25E9D533E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55" y="1695938"/>
                <a:ext cx="3345211" cy="523220"/>
              </a:xfrm>
              <a:prstGeom prst="rect">
                <a:avLst/>
              </a:prstGeom>
              <a:blipFill>
                <a:blip r:embed="rId11"/>
                <a:stretch>
                  <a:fillRect l="-546" t="-232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34BA6A0E-B1BD-1A76-0014-1AFB2D23A765}"/>
              </a:ext>
            </a:extLst>
          </p:cNvPr>
          <p:cNvSpPr txBox="1"/>
          <p:nvPr/>
        </p:nvSpPr>
        <p:spPr>
          <a:xfrm>
            <a:off x="9068748" y="1109360"/>
            <a:ext cx="269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Define intensive quantities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6CF29A-D159-46A9-A066-4D0502C0E26C}"/>
              </a:ext>
            </a:extLst>
          </p:cNvPr>
          <p:cNvSpPr txBox="1"/>
          <p:nvPr/>
        </p:nvSpPr>
        <p:spPr>
          <a:xfrm>
            <a:off x="8965068" y="2543722"/>
            <a:ext cx="274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Recover usual relationships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DE2BFE-2DBD-F365-053D-871F03BF354E}"/>
              </a:ext>
            </a:extLst>
          </p:cNvPr>
          <p:cNvSpPr txBox="1"/>
          <p:nvPr/>
        </p:nvSpPr>
        <p:spPr>
          <a:xfrm>
            <a:off x="1944324" y="4315836"/>
            <a:ext cx="2601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All energy stored in entropy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5F85CC-AC4F-B90B-563B-289AE54F2067}"/>
              </a:ext>
            </a:extLst>
          </p:cNvPr>
          <p:cNvSpPr txBox="1"/>
          <p:nvPr/>
        </p:nvSpPr>
        <p:spPr>
          <a:xfrm>
            <a:off x="3342257" y="5500793"/>
            <a:ext cx="2601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 energy stored in 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ECCF111-B5F3-75F5-F9C4-0791922954F4}"/>
                  </a:ext>
                </a:extLst>
              </p:cNvPr>
              <p:cNvSpPr txBox="1"/>
              <p:nvPr/>
            </p:nvSpPr>
            <p:spPr>
              <a:xfrm>
                <a:off x="4590901" y="3393390"/>
                <a:ext cx="356207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C789814-1B13-F502-0889-1E4E20A00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901" y="3393390"/>
                <a:ext cx="3562073" cy="646331"/>
              </a:xfrm>
              <a:prstGeom prst="rect">
                <a:avLst/>
              </a:prstGeom>
              <a:blipFill>
                <a:blip r:embed="rId12"/>
                <a:stretch>
                  <a:fillRect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458E12A1-CF01-FB7C-6E33-D4FBC64B4EEF}"/>
              </a:ext>
            </a:extLst>
          </p:cNvPr>
          <p:cNvSpPr txBox="1"/>
          <p:nvPr/>
        </p:nvSpPr>
        <p:spPr>
          <a:xfrm>
            <a:off x="6090248" y="4039721"/>
            <a:ext cx="1731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Recover first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A82E67A-E837-FF0B-EAD5-076EB1532DF3}"/>
                  </a:ext>
                </a:extLst>
              </p:cNvPr>
              <p:cNvSpPr txBox="1"/>
              <p:nvPr/>
            </p:nvSpPr>
            <p:spPr>
              <a:xfrm>
                <a:off x="5051959" y="4671320"/>
                <a:ext cx="3807955" cy="9287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+0=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EB5B16B-CBF0-0E1A-3D46-9E3E31ABF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959" y="4671320"/>
                <a:ext cx="3807955" cy="92871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19314BF6-8C13-9125-D267-24FBAE4FDD0A}"/>
              </a:ext>
            </a:extLst>
          </p:cNvPr>
          <p:cNvSpPr txBox="1"/>
          <p:nvPr/>
        </p:nvSpPr>
        <p:spPr>
          <a:xfrm>
            <a:off x="5962231" y="5509961"/>
            <a:ext cx="2087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Recover second law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18ACB9-7528-1718-3542-74D737C4B451}"/>
              </a:ext>
            </a:extLst>
          </p:cNvPr>
          <p:cNvSpPr txBox="1"/>
          <p:nvPr/>
        </p:nvSpPr>
        <p:spPr>
          <a:xfrm>
            <a:off x="8212453" y="3382661"/>
            <a:ext cx="3562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First law recovered from existence and conservation of energy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97E0EA-ED8A-AF09-2A31-C3394D6E9BB4}"/>
              </a:ext>
            </a:extLst>
          </p:cNvPr>
          <p:cNvSpPr txBox="1"/>
          <p:nvPr/>
        </p:nvSpPr>
        <p:spPr>
          <a:xfrm>
            <a:off x="5257901" y="6055219"/>
            <a:ext cx="3807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Second law recovered from definition of entropy as count of evolutions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39D079-F7BE-E19F-6854-DB240C52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718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8DBF7-12C1-70D6-2D23-525EB59F3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32328-2D9A-492B-D9F1-DBF2984B1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mechanics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46FD1-0A00-E143-0328-21FCCB989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1A462-53BE-7F99-DFA4-C90EF9FC2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825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CA4BE-C3E0-2874-797F-EE389ABE7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699B1-2B94-48FF-2570-1D800CEE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823C1-AAF3-0694-71CC-B0CAD4700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Clear that irreducibility/lower bound on the entropy is the only ingredient that makes quantum mechanics different from classical mechanics</a:t>
            </a:r>
          </a:p>
          <a:p>
            <a:r>
              <a:rPr lang="en-US" dirty="0"/>
              <a:t>Found the right way to disentangle the math</a:t>
            </a:r>
          </a:p>
          <a:p>
            <a:pPr lvl="1"/>
            <a:r>
              <a:rPr lang="en-US" dirty="0"/>
              <a:t>States are ensembles (pure or mixed) at equilibrium (internal dynamics and environment can be ignored)</a:t>
            </a:r>
          </a:p>
          <a:p>
            <a:pPr lvl="1"/>
            <a:r>
              <a:rPr lang="en-US" dirty="0"/>
              <a:t>Projections are processes of equilibration</a:t>
            </a:r>
          </a:p>
          <a:p>
            <a:pPr lvl="2"/>
            <a:r>
              <a:rPr lang="en-US" dirty="0"/>
              <a:t>Every state is the output of an equilibration process</a:t>
            </a:r>
          </a:p>
          <a:p>
            <a:pPr lvl="2"/>
            <a:r>
              <a:rPr lang="en-US" dirty="0"/>
              <a:t>Measurements are special cases</a:t>
            </a:r>
          </a:p>
          <a:p>
            <a:pPr lvl="1"/>
            <a:r>
              <a:rPr lang="en-US" dirty="0"/>
              <a:t>Unitary evolution is deterministic and reversible dynamics</a:t>
            </a:r>
          </a:p>
          <a:p>
            <a:pPr lvl="2"/>
            <a:r>
              <a:rPr lang="en-US" dirty="0"/>
              <a:t>Can also be recovered as quasi-static evolution</a:t>
            </a:r>
            <a:br>
              <a:rPr lang="en-US" dirty="0"/>
            </a:br>
            <a:r>
              <a:rPr lang="en-US" dirty="0"/>
              <a:t>(i.e. series of infinitesimal projections)</a:t>
            </a:r>
          </a:p>
          <a:p>
            <a:r>
              <a:rPr lang="en-US" dirty="0"/>
              <a:t>Need to</a:t>
            </a:r>
          </a:p>
          <a:p>
            <a:pPr lvl="1"/>
            <a:r>
              <a:rPr lang="en-US" dirty="0"/>
              <a:t>Write it all 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379AD-5F7B-8D4E-EEB7-5CB4A00059D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988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10165-3BA5-2776-E0A7-85DA0A563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23433-CA57-91A0-9036-CE8C9DE3B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Quantum mechanics as irreducibility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06F165E-FB07-F93D-C347-5453592D3E69}"/>
              </a:ext>
            </a:extLst>
          </p:cNvPr>
          <p:cNvGrpSpPr/>
          <p:nvPr/>
        </p:nvGrpSpPr>
        <p:grpSpPr>
          <a:xfrm>
            <a:off x="5013216" y="1760440"/>
            <a:ext cx="3284859" cy="916207"/>
            <a:chOff x="7093758" y="5122425"/>
            <a:chExt cx="4379811" cy="122161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130B5CC-6F0A-A8BB-9351-415904941E0A}"/>
                </a:ext>
              </a:extLst>
            </p:cNvPr>
            <p:cNvGrpSpPr/>
            <p:nvPr/>
          </p:nvGrpSpPr>
          <p:grpSpPr>
            <a:xfrm>
              <a:off x="7517416" y="5122425"/>
              <a:ext cx="3079535" cy="839764"/>
              <a:chOff x="2758985" y="3636747"/>
              <a:chExt cx="7518499" cy="2050233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10AF2F1-025B-40FB-F081-0B1B206650C0}"/>
                  </a:ext>
                </a:extLst>
              </p:cNvPr>
              <p:cNvGrpSpPr/>
              <p:nvPr/>
            </p:nvGrpSpPr>
            <p:grpSpPr>
              <a:xfrm>
                <a:off x="2758985" y="4061287"/>
                <a:ext cx="1727299" cy="1625693"/>
                <a:chOff x="2743126" y="2971800"/>
                <a:chExt cx="1295474" cy="1219270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98F9C693-62DD-445E-8E68-6E4BFAF14294}"/>
                    </a:ext>
                  </a:extLst>
                </p:cNvPr>
                <p:cNvSpPr/>
                <p:nvPr/>
              </p:nvSpPr>
              <p:spPr>
                <a:xfrm>
                  <a:off x="2743200" y="2971800"/>
                  <a:ext cx="1295400" cy="1219200"/>
                </a:xfrm>
                <a:prstGeom prst="ellipse">
                  <a:avLst/>
                </a:prstGeom>
                <a:solidFill>
                  <a:schemeClr val="accent1"/>
                </a:solidFill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Chord 5">
                  <a:extLst>
                    <a:ext uri="{FF2B5EF4-FFF2-40B4-BE49-F238E27FC236}">
                      <a16:creationId xmlns:a16="http://schemas.microsoft.com/office/drawing/2014/main" id="{BA72C762-9553-C7AB-BB8B-5A95283B1CEB}"/>
                    </a:ext>
                  </a:extLst>
                </p:cNvPr>
                <p:cNvSpPr/>
                <p:nvPr/>
              </p:nvSpPr>
              <p:spPr>
                <a:xfrm>
                  <a:off x="2743126" y="3073904"/>
                  <a:ext cx="817308" cy="1117166"/>
                </a:xfrm>
                <a:custGeom>
                  <a:avLst/>
                  <a:gdLst>
                    <a:gd name="connsiteX0" fmla="*/ 817235 w 1295400"/>
                    <a:gd name="connsiteY0" fmla="*/ 1197947 h 1219200"/>
                    <a:gd name="connsiteX1" fmla="*/ 70854 w 1295400"/>
                    <a:gd name="connsiteY1" fmla="*/ 886831 h 1219200"/>
                    <a:gd name="connsiteX2" fmla="*/ 288864 w 1295400"/>
                    <a:gd name="connsiteY2" fmla="*/ 102104 h 1219200"/>
                    <a:gd name="connsiteX3" fmla="*/ 817235 w 1295400"/>
                    <a:gd name="connsiteY3" fmla="*/ 1197947 h 1219200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7308" h="1117166">
                      <a:moveTo>
                        <a:pt x="817308" y="1095843"/>
                      </a:moveTo>
                      <a:cubicBezTo>
                        <a:pt x="521648" y="1171311"/>
                        <a:pt x="210243" y="1041507"/>
                        <a:pt x="70927" y="784727"/>
                      </a:cubicBezTo>
                      <a:cubicBezTo>
                        <a:pt x="-78669" y="508999"/>
                        <a:pt x="15088" y="171521"/>
                        <a:pt x="288937" y="0"/>
                      </a:cubicBezTo>
                      <a:cubicBezTo>
                        <a:pt x="73901" y="563401"/>
                        <a:pt x="336384" y="989642"/>
                        <a:pt x="817308" y="109584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4AA015CB-10C2-1652-196E-19E1C0FA79E6}"/>
                  </a:ext>
                </a:extLst>
              </p:cNvPr>
              <p:cNvGrpSpPr/>
              <p:nvPr/>
            </p:nvGrpSpPr>
            <p:grpSpPr>
              <a:xfrm>
                <a:off x="8550185" y="3654841"/>
                <a:ext cx="1727299" cy="1625693"/>
                <a:chOff x="2743126" y="2971800"/>
                <a:chExt cx="1295474" cy="1219270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83E3C9CD-8788-335E-9921-D071824279CC}"/>
                    </a:ext>
                  </a:extLst>
                </p:cNvPr>
                <p:cNvSpPr/>
                <p:nvPr/>
              </p:nvSpPr>
              <p:spPr>
                <a:xfrm>
                  <a:off x="2743200" y="2971800"/>
                  <a:ext cx="1295400" cy="1219200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Chord 5">
                  <a:extLst>
                    <a:ext uri="{FF2B5EF4-FFF2-40B4-BE49-F238E27FC236}">
                      <a16:creationId xmlns:a16="http://schemas.microsoft.com/office/drawing/2014/main" id="{D1F55D57-2085-8FB8-F31D-051484E81615}"/>
                    </a:ext>
                  </a:extLst>
                </p:cNvPr>
                <p:cNvSpPr/>
                <p:nvPr/>
              </p:nvSpPr>
              <p:spPr>
                <a:xfrm>
                  <a:off x="2743126" y="3073904"/>
                  <a:ext cx="817308" cy="1117166"/>
                </a:xfrm>
                <a:custGeom>
                  <a:avLst/>
                  <a:gdLst>
                    <a:gd name="connsiteX0" fmla="*/ 817235 w 1295400"/>
                    <a:gd name="connsiteY0" fmla="*/ 1197947 h 1219200"/>
                    <a:gd name="connsiteX1" fmla="*/ 70854 w 1295400"/>
                    <a:gd name="connsiteY1" fmla="*/ 886831 h 1219200"/>
                    <a:gd name="connsiteX2" fmla="*/ 288864 w 1295400"/>
                    <a:gd name="connsiteY2" fmla="*/ 102104 h 1219200"/>
                    <a:gd name="connsiteX3" fmla="*/ 817235 w 1295400"/>
                    <a:gd name="connsiteY3" fmla="*/ 1197947 h 1219200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7308" h="1117166">
                      <a:moveTo>
                        <a:pt x="817308" y="1095843"/>
                      </a:moveTo>
                      <a:cubicBezTo>
                        <a:pt x="521648" y="1171311"/>
                        <a:pt x="210243" y="1041507"/>
                        <a:pt x="70927" y="784727"/>
                      </a:cubicBezTo>
                      <a:cubicBezTo>
                        <a:pt x="-78669" y="508999"/>
                        <a:pt x="15088" y="171521"/>
                        <a:pt x="288937" y="0"/>
                      </a:cubicBezTo>
                      <a:cubicBezTo>
                        <a:pt x="73901" y="563401"/>
                        <a:pt x="336384" y="989642"/>
                        <a:pt x="817308" y="109584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A0F845FF-D89D-0D66-F2DA-023D7B5D0C82}"/>
                  </a:ext>
                </a:extLst>
              </p:cNvPr>
              <p:cNvSpPr/>
              <p:nvPr/>
            </p:nvSpPr>
            <p:spPr>
              <a:xfrm>
                <a:off x="4691594" y="3636747"/>
                <a:ext cx="3485323" cy="668600"/>
              </a:xfrm>
              <a:custGeom>
                <a:avLst/>
                <a:gdLst>
                  <a:gd name="connsiteX0" fmla="*/ 0 w 2141883"/>
                  <a:gd name="connsiteY0" fmla="*/ 601959 h 601959"/>
                  <a:gd name="connsiteX1" fmla="*/ 1088335 w 2141883"/>
                  <a:gd name="connsiteY1" fmla="*/ 10581 h 601959"/>
                  <a:gd name="connsiteX2" fmla="*/ 2141883 w 2141883"/>
                  <a:gd name="connsiteY2" fmla="*/ 278937 h 601959"/>
                  <a:gd name="connsiteX0" fmla="*/ 0 w 2350605"/>
                  <a:gd name="connsiteY0" fmla="*/ 441051 h 441051"/>
                  <a:gd name="connsiteX1" fmla="*/ 1297057 w 2350605"/>
                  <a:gd name="connsiteY1" fmla="*/ 3730 h 441051"/>
                  <a:gd name="connsiteX2" fmla="*/ 2350605 w 2350605"/>
                  <a:gd name="connsiteY2" fmla="*/ 272086 h 441051"/>
                  <a:gd name="connsiteX0" fmla="*/ 0 w 2613992"/>
                  <a:gd name="connsiteY0" fmla="*/ 465762 h 465762"/>
                  <a:gd name="connsiteX1" fmla="*/ 1297057 w 2613992"/>
                  <a:gd name="connsiteY1" fmla="*/ 28441 h 465762"/>
                  <a:gd name="connsiteX2" fmla="*/ 2613992 w 2613992"/>
                  <a:gd name="connsiteY2" fmla="*/ 147710 h 465762"/>
                  <a:gd name="connsiteX0" fmla="*/ 0 w 2613992"/>
                  <a:gd name="connsiteY0" fmla="*/ 501450 h 501450"/>
                  <a:gd name="connsiteX1" fmla="*/ 1237423 w 2613992"/>
                  <a:gd name="connsiteY1" fmla="*/ 19403 h 501450"/>
                  <a:gd name="connsiteX2" fmla="*/ 2613992 w 2613992"/>
                  <a:gd name="connsiteY2" fmla="*/ 183398 h 50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13992" h="501450">
                    <a:moveTo>
                      <a:pt x="0" y="501450"/>
                    </a:moveTo>
                    <a:cubicBezTo>
                      <a:pt x="365677" y="232679"/>
                      <a:pt x="801758" y="72412"/>
                      <a:pt x="1237423" y="19403"/>
                    </a:cubicBezTo>
                    <a:cubicBezTo>
                      <a:pt x="1673088" y="-33606"/>
                      <a:pt x="2265708" y="22301"/>
                      <a:pt x="2613992" y="183398"/>
                    </a:cubicBezTo>
                  </a:path>
                </a:pathLst>
              </a:custGeom>
              <a:noFill/>
              <a:ln w="28575">
                <a:headEnd type="triangle" w="lg" len="lg"/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FE35BAC-6558-73C3-90DD-D52BA03C9456}"/>
                </a:ext>
              </a:extLst>
            </p:cNvPr>
            <p:cNvCxnSpPr>
              <a:cxnSpLocks/>
            </p:cNvCxnSpPr>
            <p:nvPr/>
          </p:nvCxnSpPr>
          <p:spPr>
            <a:xfrm>
              <a:off x="7093758" y="6313256"/>
              <a:ext cx="419322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9F68AC-567E-CF30-CDF7-E1249D1EFC5A}"/>
                </a:ext>
              </a:extLst>
            </p:cNvPr>
            <p:cNvSpPr/>
            <p:nvPr/>
          </p:nvSpPr>
          <p:spPr>
            <a:xfrm>
              <a:off x="10844764" y="5974703"/>
              <a:ext cx="62880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/>
                <a:t>time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974A7AA-EB37-7336-CD62-69F4F300F336}"/>
                </a:ext>
              </a:extLst>
            </p:cNvPr>
            <p:cNvSpPr/>
            <p:nvPr/>
          </p:nvSpPr>
          <p:spPr>
            <a:xfrm rot="19209652">
              <a:off x="8016367" y="5411825"/>
              <a:ext cx="51144" cy="10228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845EC1F-1FCE-5D72-D111-9C861D0D3F3D}"/>
                </a:ext>
              </a:extLst>
            </p:cNvPr>
            <p:cNvCxnSpPr>
              <a:cxnSpLocks/>
            </p:cNvCxnSpPr>
            <p:nvPr/>
          </p:nvCxnSpPr>
          <p:spPr>
            <a:xfrm>
              <a:off x="8131274" y="5466648"/>
              <a:ext cx="2243958" cy="3178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8B2D529-9FC5-0192-4476-E86991CC2D57}"/>
                </a:ext>
              </a:extLst>
            </p:cNvPr>
            <p:cNvCxnSpPr>
              <a:cxnSpLocks/>
            </p:cNvCxnSpPr>
            <p:nvPr/>
          </p:nvCxnSpPr>
          <p:spPr>
            <a:xfrm>
              <a:off x="8153400" y="5486400"/>
              <a:ext cx="2105526" cy="20453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5BC842A-96BE-2F66-6FFC-662A60AD09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9337" y="5277853"/>
              <a:ext cx="2093495" cy="15641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E94D110-0BEB-5136-2AB7-04DD3649737B}"/>
                </a:ext>
              </a:extLst>
            </p:cNvPr>
            <p:cNvSpPr txBox="1"/>
            <p:nvPr/>
          </p:nvSpPr>
          <p:spPr>
            <a:xfrm>
              <a:off x="8920867" y="5478456"/>
              <a:ext cx="412933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>
                  <a:solidFill>
                    <a:srgbClr val="FF0000"/>
                  </a:solidFill>
                </a:rPr>
                <a:t>?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2CA0E7C-4354-FC63-C640-B6E0BE366263}"/>
              </a:ext>
            </a:extLst>
          </p:cNvPr>
          <p:cNvGrpSpPr/>
          <p:nvPr/>
        </p:nvGrpSpPr>
        <p:grpSpPr>
          <a:xfrm>
            <a:off x="6905025" y="4382899"/>
            <a:ext cx="2198851" cy="1960411"/>
            <a:chOff x="6937447" y="906300"/>
            <a:chExt cx="2198851" cy="1960411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CEAEACA-58C7-EBBF-3981-763F186BE351}"/>
                </a:ext>
              </a:extLst>
            </p:cNvPr>
            <p:cNvGrpSpPr/>
            <p:nvPr/>
          </p:nvGrpSpPr>
          <p:grpSpPr>
            <a:xfrm>
              <a:off x="6965104" y="1319351"/>
              <a:ext cx="2084204" cy="980342"/>
              <a:chOff x="6965104" y="1319351"/>
              <a:chExt cx="2084204" cy="98034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B39FF3E-6F85-7671-D18E-6E1331E2F68C}"/>
                  </a:ext>
                </a:extLst>
              </p:cNvPr>
              <p:cNvSpPr/>
              <p:nvPr/>
            </p:nvSpPr>
            <p:spPr>
              <a:xfrm>
                <a:off x="7107371" y="1529513"/>
                <a:ext cx="260294" cy="11780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2A170EE-F7E7-BFAF-8238-0041909FA4F5}"/>
                  </a:ext>
                </a:extLst>
              </p:cNvPr>
              <p:cNvSpPr/>
              <p:nvPr/>
            </p:nvSpPr>
            <p:spPr>
              <a:xfrm>
                <a:off x="8582822" y="1529513"/>
                <a:ext cx="260294" cy="11780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862406E-C0CC-F0F0-A763-97EEF7CCF20B}"/>
                  </a:ext>
                </a:extLst>
              </p:cNvPr>
              <p:cNvSpPr/>
              <p:nvPr/>
            </p:nvSpPr>
            <p:spPr>
              <a:xfrm>
                <a:off x="7107371" y="2072540"/>
                <a:ext cx="260294" cy="11780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19FE389-2FB8-418C-C073-D05652254AD5}"/>
                  </a:ext>
                </a:extLst>
              </p:cNvPr>
              <p:cNvSpPr/>
              <p:nvPr/>
            </p:nvSpPr>
            <p:spPr>
              <a:xfrm>
                <a:off x="8582822" y="2072540"/>
                <a:ext cx="260294" cy="11780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1779C024-F610-D6BA-3160-A7CF71EB150B}"/>
                  </a:ext>
                </a:extLst>
              </p:cNvPr>
              <p:cNvSpPr/>
              <p:nvPr/>
            </p:nvSpPr>
            <p:spPr>
              <a:xfrm>
                <a:off x="7357131" y="1573242"/>
                <a:ext cx="1238211" cy="573374"/>
              </a:xfrm>
              <a:custGeom>
                <a:avLst/>
                <a:gdLst>
                  <a:gd name="connsiteX0" fmla="*/ 315254 w 3198208"/>
                  <a:gd name="connsiteY0" fmla="*/ 95003 h 1449792"/>
                  <a:gd name="connsiteX1" fmla="*/ 324681 w 3198208"/>
                  <a:gd name="connsiteY1" fmla="*/ 208124 h 1449792"/>
                  <a:gd name="connsiteX2" fmla="*/ 2869918 w 3198208"/>
                  <a:gd name="connsiteY2" fmla="*/ 1358194 h 1449792"/>
                  <a:gd name="connsiteX3" fmla="*/ 2888771 w 3198208"/>
                  <a:gd name="connsiteY3" fmla="*/ 1235646 h 1449792"/>
                  <a:gd name="connsiteX4" fmla="*/ 315254 w 3198208"/>
                  <a:gd name="connsiteY4" fmla="*/ 95003 h 1449792"/>
                  <a:gd name="connsiteX0" fmla="*/ 315254 w 3198208"/>
                  <a:gd name="connsiteY0" fmla="*/ 95003 h 1449792"/>
                  <a:gd name="connsiteX1" fmla="*/ 324681 w 3198208"/>
                  <a:gd name="connsiteY1" fmla="*/ 208124 h 1449792"/>
                  <a:gd name="connsiteX2" fmla="*/ 2869918 w 3198208"/>
                  <a:gd name="connsiteY2" fmla="*/ 1358194 h 1449792"/>
                  <a:gd name="connsiteX3" fmla="*/ 2888771 w 3198208"/>
                  <a:gd name="connsiteY3" fmla="*/ 1235646 h 1449792"/>
                  <a:gd name="connsiteX4" fmla="*/ 315254 w 3198208"/>
                  <a:gd name="connsiteY4" fmla="*/ 95003 h 1449792"/>
                  <a:gd name="connsiteX0" fmla="*/ 180562 w 3063516"/>
                  <a:gd name="connsiteY0" fmla="*/ 0 h 1354789"/>
                  <a:gd name="connsiteX1" fmla="*/ 189989 w 3063516"/>
                  <a:gd name="connsiteY1" fmla="*/ 113121 h 1354789"/>
                  <a:gd name="connsiteX2" fmla="*/ 2735226 w 3063516"/>
                  <a:gd name="connsiteY2" fmla="*/ 1263191 h 1354789"/>
                  <a:gd name="connsiteX3" fmla="*/ 2754079 w 3063516"/>
                  <a:gd name="connsiteY3" fmla="*/ 1140643 h 1354789"/>
                  <a:gd name="connsiteX4" fmla="*/ 180562 w 3063516"/>
                  <a:gd name="connsiteY4" fmla="*/ 0 h 1354789"/>
                  <a:gd name="connsiteX0" fmla="*/ 180562 w 3063516"/>
                  <a:gd name="connsiteY0" fmla="*/ 0 h 1354789"/>
                  <a:gd name="connsiteX1" fmla="*/ 189989 w 3063516"/>
                  <a:gd name="connsiteY1" fmla="*/ 113121 h 1354789"/>
                  <a:gd name="connsiteX2" fmla="*/ 2735226 w 3063516"/>
                  <a:gd name="connsiteY2" fmla="*/ 1263191 h 1354789"/>
                  <a:gd name="connsiteX3" fmla="*/ 2754079 w 3063516"/>
                  <a:gd name="connsiteY3" fmla="*/ 1140643 h 1354789"/>
                  <a:gd name="connsiteX4" fmla="*/ 180562 w 3063516"/>
                  <a:gd name="connsiteY4" fmla="*/ 0 h 1354789"/>
                  <a:gd name="connsiteX0" fmla="*/ 0 w 2882954"/>
                  <a:gd name="connsiteY0" fmla="*/ 0 h 1354789"/>
                  <a:gd name="connsiteX1" fmla="*/ 9427 w 2882954"/>
                  <a:gd name="connsiteY1" fmla="*/ 113121 h 1354789"/>
                  <a:gd name="connsiteX2" fmla="*/ 2554664 w 2882954"/>
                  <a:gd name="connsiteY2" fmla="*/ 1263191 h 1354789"/>
                  <a:gd name="connsiteX3" fmla="*/ 2573517 w 2882954"/>
                  <a:gd name="connsiteY3" fmla="*/ 1140643 h 1354789"/>
                  <a:gd name="connsiteX4" fmla="*/ 0 w 2882954"/>
                  <a:gd name="connsiteY4" fmla="*/ 0 h 1354789"/>
                  <a:gd name="connsiteX0" fmla="*/ 0 w 2882954"/>
                  <a:gd name="connsiteY0" fmla="*/ 0 h 1354789"/>
                  <a:gd name="connsiteX1" fmla="*/ 12602 w 2882954"/>
                  <a:gd name="connsiteY1" fmla="*/ 230596 h 1354789"/>
                  <a:gd name="connsiteX2" fmla="*/ 2554664 w 2882954"/>
                  <a:gd name="connsiteY2" fmla="*/ 1263191 h 1354789"/>
                  <a:gd name="connsiteX3" fmla="*/ 2573517 w 2882954"/>
                  <a:gd name="connsiteY3" fmla="*/ 1140643 h 1354789"/>
                  <a:gd name="connsiteX4" fmla="*/ 0 w 2882954"/>
                  <a:gd name="connsiteY4" fmla="*/ 0 h 1354789"/>
                  <a:gd name="connsiteX0" fmla="*/ 0 w 2874023"/>
                  <a:gd name="connsiteY0" fmla="*/ 0 h 1259231"/>
                  <a:gd name="connsiteX1" fmla="*/ 3077 w 2874023"/>
                  <a:gd name="connsiteY1" fmla="*/ 138521 h 1259231"/>
                  <a:gd name="connsiteX2" fmla="*/ 2545139 w 2874023"/>
                  <a:gd name="connsiteY2" fmla="*/ 1171116 h 1259231"/>
                  <a:gd name="connsiteX3" fmla="*/ 2563992 w 2874023"/>
                  <a:gd name="connsiteY3" fmla="*/ 1048568 h 1259231"/>
                  <a:gd name="connsiteX4" fmla="*/ 0 w 2874023"/>
                  <a:gd name="connsiteY4" fmla="*/ 0 h 1259231"/>
                  <a:gd name="connsiteX0" fmla="*/ 0 w 2874023"/>
                  <a:gd name="connsiteY0" fmla="*/ 0 h 1259231"/>
                  <a:gd name="connsiteX1" fmla="*/ 3077 w 2874023"/>
                  <a:gd name="connsiteY1" fmla="*/ 138521 h 1259231"/>
                  <a:gd name="connsiteX2" fmla="*/ 2545139 w 2874023"/>
                  <a:gd name="connsiteY2" fmla="*/ 1171116 h 1259231"/>
                  <a:gd name="connsiteX3" fmla="*/ 2563992 w 2874023"/>
                  <a:gd name="connsiteY3" fmla="*/ 1048568 h 1259231"/>
                  <a:gd name="connsiteX4" fmla="*/ 0 w 2874023"/>
                  <a:gd name="connsiteY4" fmla="*/ 0 h 1259231"/>
                  <a:gd name="connsiteX0" fmla="*/ 0 w 2874023"/>
                  <a:gd name="connsiteY0" fmla="*/ 0 h 1259231"/>
                  <a:gd name="connsiteX1" fmla="*/ 3077 w 2874023"/>
                  <a:gd name="connsiteY1" fmla="*/ 138521 h 1259231"/>
                  <a:gd name="connsiteX2" fmla="*/ 2545139 w 2874023"/>
                  <a:gd name="connsiteY2" fmla="*/ 1171116 h 1259231"/>
                  <a:gd name="connsiteX3" fmla="*/ 2563992 w 2874023"/>
                  <a:gd name="connsiteY3" fmla="*/ 1048568 h 1259231"/>
                  <a:gd name="connsiteX4" fmla="*/ 0 w 2874023"/>
                  <a:gd name="connsiteY4" fmla="*/ 0 h 1259231"/>
                  <a:gd name="connsiteX0" fmla="*/ 0 w 2874023"/>
                  <a:gd name="connsiteY0" fmla="*/ 0 h 1259231"/>
                  <a:gd name="connsiteX1" fmla="*/ 3077 w 2874023"/>
                  <a:gd name="connsiteY1" fmla="*/ 138521 h 1259231"/>
                  <a:gd name="connsiteX2" fmla="*/ 2545139 w 2874023"/>
                  <a:gd name="connsiteY2" fmla="*/ 1171116 h 1259231"/>
                  <a:gd name="connsiteX3" fmla="*/ 2563992 w 2874023"/>
                  <a:gd name="connsiteY3" fmla="*/ 1048568 h 1259231"/>
                  <a:gd name="connsiteX4" fmla="*/ 0 w 2874023"/>
                  <a:gd name="connsiteY4" fmla="*/ 0 h 1259231"/>
                  <a:gd name="connsiteX0" fmla="*/ 0 w 2747482"/>
                  <a:gd name="connsiteY0" fmla="*/ 0 h 1171116"/>
                  <a:gd name="connsiteX1" fmla="*/ 3077 w 2747482"/>
                  <a:gd name="connsiteY1" fmla="*/ 138521 h 1171116"/>
                  <a:gd name="connsiteX2" fmla="*/ 2545139 w 2747482"/>
                  <a:gd name="connsiteY2" fmla="*/ 1171116 h 1171116"/>
                  <a:gd name="connsiteX3" fmla="*/ 2563992 w 2747482"/>
                  <a:gd name="connsiteY3" fmla="*/ 1048568 h 1171116"/>
                  <a:gd name="connsiteX4" fmla="*/ 0 w 2747482"/>
                  <a:gd name="connsiteY4" fmla="*/ 0 h 1171116"/>
                  <a:gd name="connsiteX0" fmla="*/ 0 w 2747482"/>
                  <a:gd name="connsiteY0" fmla="*/ 0 h 1171116"/>
                  <a:gd name="connsiteX1" fmla="*/ 3077 w 2747482"/>
                  <a:gd name="connsiteY1" fmla="*/ 138521 h 1171116"/>
                  <a:gd name="connsiteX2" fmla="*/ 2545139 w 2747482"/>
                  <a:gd name="connsiteY2" fmla="*/ 1171116 h 1171116"/>
                  <a:gd name="connsiteX3" fmla="*/ 2563992 w 2747482"/>
                  <a:gd name="connsiteY3" fmla="*/ 1048568 h 1171116"/>
                  <a:gd name="connsiteX4" fmla="*/ 0 w 2747482"/>
                  <a:gd name="connsiteY4" fmla="*/ 0 h 1171116"/>
                  <a:gd name="connsiteX0" fmla="*/ 0 w 2564671"/>
                  <a:gd name="connsiteY0" fmla="*/ 0 h 1171116"/>
                  <a:gd name="connsiteX1" fmla="*/ 3077 w 2564671"/>
                  <a:gd name="connsiteY1" fmla="*/ 138521 h 1171116"/>
                  <a:gd name="connsiteX2" fmla="*/ 2545139 w 2564671"/>
                  <a:gd name="connsiteY2" fmla="*/ 1171116 h 1171116"/>
                  <a:gd name="connsiteX3" fmla="*/ 2563992 w 2564671"/>
                  <a:gd name="connsiteY3" fmla="*/ 1048568 h 1171116"/>
                  <a:gd name="connsiteX4" fmla="*/ 0 w 2564671"/>
                  <a:gd name="connsiteY4" fmla="*/ 0 h 1171116"/>
                  <a:gd name="connsiteX0" fmla="*/ 0 w 2564671"/>
                  <a:gd name="connsiteY0" fmla="*/ 0 h 1171116"/>
                  <a:gd name="connsiteX1" fmla="*/ 3077 w 2564671"/>
                  <a:gd name="connsiteY1" fmla="*/ 138521 h 1171116"/>
                  <a:gd name="connsiteX2" fmla="*/ 2545139 w 2564671"/>
                  <a:gd name="connsiteY2" fmla="*/ 1171116 h 1171116"/>
                  <a:gd name="connsiteX3" fmla="*/ 2563992 w 2564671"/>
                  <a:gd name="connsiteY3" fmla="*/ 1048568 h 1171116"/>
                  <a:gd name="connsiteX4" fmla="*/ 0 w 2564671"/>
                  <a:gd name="connsiteY4" fmla="*/ 0 h 1171116"/>
                  <a:gd name="connsiteX0" fmla="*/ 0 w 2565011"/>
                  <a:gd name="connsiteY0" fmla="*/ 0 h 1171116"/>
                  <a:gd name="connsiteX1" fmla="*/ 3077 w 2565011"/>
                  <a:gd name="connsiteY1" fmla="*/ 138521 h 1171116"/>
                  <a:gd name="connsiteX2" fmla="*/ 2554664 w 2565011"/>
                  <a:gd name="connsiteY2" fmla="*/ 1171116 h 1171116"/>
                  <a:gd name="connsiteX3" fmla="*/ 2563992 w 2565011"/>
                  <a:gd name="connsiteY3" fmla="*/ 1048568 h 1171116"/>
                  <a:gd name="connsiteX4" fmla="*/ 0 w 2565011"/>
                  <a:gd name="connsiteY4" fmla="*/ 0 h 1171116"/>
                  <a:gd name="connsiteX0" fmla="*/ 0 w 2565011"/>
                  <a:gd name="connsiteY0" fmla="*/ 0 h 1171116"/>
                  <a:gd name="connsiteX1" fmla="*/ 3077 w 2565011"/>
                  <a:gd name="connsiteY1" fmla="*/ 138521 h 1171116"/>
                  <a:gd name="connsiteX2" fmla="*/ 2554664 w 2565011"/>
                  <a:gd name="connsiteY2" fmla="*/ 1171116 h 1171116"/>
                  <a:gd name="connsiteX3" fmla="*/ 2563992 w 2565011"/>
                  <a:gd name="connsiteY3" fmla="*/ 1048568 h 1171116"/>
                  <a:gd name="connsiteX4" fmla="*/ 0 w 2565011"/>
                  <a:gd name="connsiteY4" fmla="*/ 0 h 1171116"/>
                  <a:gd name="connsiteX0" fmla="*/ 0 w 2565011"/>
                  <a:gd name="connsiteY0" fmla="*/ 0 h 1171116"/>
                  <a:gd name="connsiteX1" fmla="*/ 3077 w 2565011"/>
                  <a:gd name="connsiteY1" fmla="*/ 138521 h 1171116"/>
                  <a:gd name="connsiteX2" fmla="*/ 2554664 w 2565011"/>
                  <a:gd name="connsiteY2" fmla="*/ 1171116 h 1171116"/>
                  <a:gd name="connsiteX3" fmla="*/ 2563992 w 2565011"/>
                  <a:gd name="connsiteY3" fmla="*/ 1048568 h 1171116"/>
                  <a:gd name="connsiteX4" fmla="*/ 0 w 2565011"/>
                  <a:gd name="connsiteY4" fmla="*/ 0 h 1171116"/>
                  <a:gd name="connsiteX0" fmla="*/ 16287 w 2581298"/>
                  <a:gd name="connsiteY0" fmla="*/ 0 h 1171116"/>
                  <a:gd name="connsiteX1" fmla="*/ 314 w 2581298"/>
                  <a:gd name="connsiteY1" fmla="*/ 138521 h 1171116"/>
                  <a:gd name="connsiteX2" fmla="*/ 2570951 w 2581298"/>
                  <a:gd name="connsiteY2" fmla="*/ 1171116 h 1171116"/>
                  <a:gd name="connsiteX3" fmla="*/ 2580279 w 2581298"/>
                  <a:gd name="connsiteY3" fmla="*/ 1048568 h 1171116"/>
                  <a:gd name="connsiteX4" fmla="*/ 16287 w 2581298"/>
                  <a:gd name="connsiteY4" fmla="*/ 0 h 1171116"/>
                  <a:gd name="connsiteX0" fmla="*/ 0 w 2587236"/>
                  <a:gd name="connsiteY0" fmla="*/ 0 h 1171116"/>
                  <a:gd name="connsiteX1" fmla="*/ 6252 w 2587236"/>
                  <a:gd name="connsiteY1" fmla="*/ 138521 h 1171116"/>
                  <a:gd name="connsiteX2" fmla="*/ 2576889 w 2587236"/>
                  <a:gd name="connsiteY2" fmla="*/ 1171116 h 1171116"/>
                  <a:gd name="connsiteX3" fmla="*/ 2586217 w 2587236"/>
                  <a:gd name="connsiteY3" fmla="*/ 1048568 h 1171116"/>
                  <a:gd name="connsiteX4" fmla="*/ 0 w 2587236"/>
                  <a:gd name="connsiteY4" fmla="*/ 0 h 1171116"/>
                  <a:gd name="connsiteX0" fmla="*/ 0 w 2587236"/>
                  <a:gd name="connsiteY0" fmla="*/ 0 h 1171116"/>
                  <a:gd name="connsiteX1" fmla="*/ 6252 w 2587236"/>
                  <a:gd name="connsiteY1" fmla="*/ 138521 h 1171116"/>
                  <a:gd name="connsiteX2" fmla="*/ 2576889 w 2587236"/>
                  <a:gd name="connsiteY2" fmla="*/ 1171116 h 1171116"/>
                  <a:gd name="connsiteX3" fmla="*/ 2586217 w 2587236"/>
                  <a:gd name="connsiteY3" fmla="*/ 1048568 h 1171116"/>
                  <a:gd name="connsiteX4" fmla="*/ 0 w 2587236"/>
                  <a:gd name="connsiteY4" fmla="*/ 0 h 1171116"/>
                  <a:gd name="connsiteX0" fmla="*/ 0 w 2590265"/>
                  <a:gd name="connsiteY0" fmla="*/ 0 h 1171116"/>
                  <a:gd name="connsiteX1" fmla="*/ 6252 w 2590265"/>
                  <a:gd name="connsiteY1" fmla="*/ 138521 h 1171116"/>
                  <a:gd name="connsiteX2" fmla="*/ 2576889 w 2590265"/>
                  <a:gd name="connsiteY2" fmla="*/ 1171116 h 1171116"/>
                  <a:gd name="connsiteX3" fmla="*/ 2589392 w 2590265"/>
                  <a:gd name="connsiteY3" fmla="*/ 1042218 h 1171116"/>
                  <a:gd name="connsiteX4" fmla="*/ 0 w 2590265"/>
                  <a:gd name="connsiteY4" fmla="*/ 0 h 1171116"/>
                  <a:gd name="connsiteX0" fmla="*/ 0 w 2590265"/>
                  <a:gd name="connsiteY0" fmla="*/ 0 h 1171116"/>
                  <a:gd name="connsiteX1" fmla="*/ 6252 w 2590265"/>
                  <a:gd name="connsiteY1" fmla="*/ 138521 h 1171116"/>
                  <a:gd name="connsiteX2" fmla="*/ 2576889 w 2590265"/>
                  <a:gd name="connsiteY2" fmla="*/ 1171116 h 1171116"/>
                  <a:gd name="connsiteX3" fmla="*/ 2589392 w 2590265"/>
                  <a:gd name="connsiteY3" fmla="*/ 1035868 h 1171116"/>
                  <a:gd name="connsiteX4" fmla="*/ 0 w 2590265"/>
                  <a:gd name="connsiteY4" fmla="*/ 0 h 1171116"/>
                  <a:gd name="connsiteX0" fmla="*/ 0 w 2590265"/>
                  <a:gd name="connsiteY0" fmla="*/ 0 h 1171116"/>
                  <a:gd name="connsiteX1" fmla="*/ 6252 w 2590265"/>
                  <a:gd name="connsiteY1" fmla="*/ 144871 h 1171116"/>
                  <a:gd name="connsiteX2" fmla="*/ 2576889 w 2590265"/>
                  <a:gd name="connsiteY2" fmla="*/ 1171116 h 1171116"/>
                  <a:gd name="connsiteX3" fmla="*/ 2589392 w 2590265"/>
                  <a:gd name="connsiteY3" fmla="*/ 1035868 h 1171116"/>
                  <a:gd name="connsiteX4" fmla="*/ 0 w 2590265"/>
                  <a:gd name="connsiteY4" fmla="*/ 0 h 1171116"/>
                  <a:gd name="connsiteX0" fmla="*/ 0 w 2600898"/>
                  <a:gd name="connsiteY0" fmla="*/ 0 h 1183026"/>
                  <a:gd name="connsiteX1" fmla="*/ 6252 w 2600898"/>
                  <a:gd name="connsiteY1" fmla="*/ 144871 h 1183026"/>
                  <a:gd name="connsiteX2" fmla="*/ 2600898 w 2600898"/>
                  <a:gd name="connsiteY2" fmla="*/ 1183026 h 1183026"/>
                  <a:gd name="connsiteX3" fmla="*/ 2589392 w 2600898"/>
                  <a:gd name="connsiteY3" fmla="*/ 1035868 h 1183026"/>
                  <a:gd name="connsiteX4" fmla="*/ 0 w 2600898"/>
                  <a:gd name="connsiteY4" fmla="*/ 0 h 1183026"/>
                  <a:gd name="connsiteX0" fmla="*/ 0 w 2600898"/>
                  <a:gd name="connsiteY0" fmla="*/ 0 h 1194936"/>
                  <a:gd name="connsiteX1" fmla="*/ 6252 w 2600898"/>
                  <a:gd name="connsiteY1" fmla="*/ 156781 h 1194936"/>
                  <a:gd name="connsiteX2" fmla="*/ 2600898 w 2600898"/>
                  <a:gd name="connsiteY2" fmla="*/ 1194936 h 1194936"/>
                  <a:gd name="connsiteX3" fmla="*/ 2589392 w 2600898"/>
                  <a:gd name="connsiteY3" fmla="*/ 1047778 h 1194936"/>
                  <a:gd name="connsiteX4" fmla="*/ 0 w 2600898"/>
                  <a:gd name="connsiteY4" fmla="*/ 0 h 1194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0898" h="1194936">
                    <a:moveTo>
                      <a:pt x="0" y="0"/>
                    </a:moveTo>
                    <a:cubicBezTo>
                      <a:pt x="7627" y="63696"/>
                      <a:pt x="2750" y="98649"/>
                      <a:pt x="6252" y="156781"/>
                    </a:cubicBezTo>
                    <a:cubicBezTo>
                      <a:pt x="479654" y="173638"/>
                      <a:pt x="1954475" y="1172907"/>
                      <a:pt x="2600898" y="1194936"/>
                    </a:cubicBezTo>
                    <a:cubicBezTo>
                      <a:pt x="2599621" y="1121715"/>
                      <a:pt x="2594482" y="1119139"/>
                      <a:pt x="2589392" y="1047778"/>
                    </a:cubicBezTo>
                    <a:cubicBezTo>
                      <a:pt x="2031852" y="1027217"/>
                      <a:pt x="490848" y="15679"/>
                      <a:pt x="0" y="0"/>
                    </a:cubicBezTo>
                    <a:close/>
                  </a:path>
                </a:pathLst>
              </a:custGeom>
              <a:solidFill>
                <a:srgbClr val="4472C4">
                  <a:alpha val="7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9D4E3929-A904-9669-6DBF-3439A5535164}"/>
                  </a:ext>
                </a:extLst>
              </p:cNvPr>
              <p:cNvSpPr/>
              <p:nvPr/>
            </p:nvSpPr>
            <p:spPr>
              <a:xfrm flipV="1">
                <a:off x="7353322" y="1575747"/>
                <a:ext cx="1237050" cy="576584"/>
              </a:xfrm>
              <a:custGeom>
                <a:avLst/>
                <a:gdLst>
                  <a:gd name="connsiteX0" fmla="*/ 315254 w 3198208"/>
                  <a:gd name="connsiteY0" fmla="*/ 95003 h 1449792"/>
                  <a:gd name="connsiteX1" fmla="*/ 324681 w 3198208"/>
                  <a:gd name="connsiteY1" fmla="*/ 208124 h 1449792"/>
                  <a:gd name="connsiteX2" fmla="*/ 2869918 w 3198208"/>
                  <a:gd name="connsiteY2" fmla="*/ 1358194 h 1449792"/>
                  <a:gd name="connsiteX3" fmla="*/ 2888771 w 3198208"/>
                  <a:gd name="connsiteY3" fmla="*/ 1235646 h 1449792"/>
                  <a:gd name="connsiteX4" fmla="*/ 315254 w 3198208"/>
                  <a:gd name="connsiteY4" fmla="*/ 95003 h 1449792"/>
                  <a:gd name="connsiteX0" fmla="*/ 315254 w 3198208"/>
                  <a:gd name="connsiteY0" fmla="*/ 95003 h 1449792"/>
                  <a:gd name="connsiteX1" fmla="*/ 324681 w 3198208"/>
                  <a:gd name="connsiteY1" fmla="*/ 208124 h 1449792"/>
                  <a:gd name="connsiteX2" fmla="*/ 2869918 w 3198208"/>
                  <a:gd name="connsiteY2" fmla="*/ 1358194 h 1449792"/>
                  <a:gd name="connsiteX3" fmla="*/ 2888771 w 3198208"/>
                  <a:gd name="connsiteY3" fmla="*/ 1235646 h 1449792"/>
                  <a:gd name="connsiteX4" fmla="*/ 315254 w 3198208"/>
                  <a:gd name="connsiteY4" fmla="*/ 95003 h 1449792"/>
                  <a:gd name="connsiteX0" fmla="*/ 180562 w 3063516"/>
                  <a:gd name="connsiteY0" fmla="*/ 0 h 1354789"/>
                  <a:gd name="connsiteX1" fmla="*/ 189989 w 3063516"/>
                  <a:gd name="connsiteY1" fmla="*/ 113121 h 1354789"/>
                  <a:gd name="connsiteX2" fmla="*/ 2735226 w 3063516"/>
                  <a:gd name="connsiteY2" fmla="*/ 1263191 h 1354789"/>
                  <a:gd name="connsiteX3" fmla="*/ 2754079 w 3063516"/>
                  <a:gd name="connsiteY3" fmla="*/ 1140643 h 1354789"/>
                  <a:gd name="connsiteX4" fmla="*/ 180562 w 3063516"/>
                  <a:gd name="connsiteY4" fmla="*/ 0 h 1354789"/>
                  <a:gd name="connsiteX0" fmla="*/ 180562 w 3063516"/>
                  <a:gd name="connsiteY0" fmla="*/ 0 h 1354789"/>
                  <a:gd name="connsiteX1" fmla="*/ 189989 w 3063516"/>
                  <a:gd name="connsiteY1" fmla="*/ 113121 h 1354789"/>
                  <a:gd name="connsiteX2" fmla="*/ 2735226 w 3063516"/>
                  <a:gd name="connsiteY2" fmla="*/ 1263191 h 1354789"/>
                  <a:gd name="connsiteX3" fmla="*/ 2754079 w 3063516"/>
                  <a:gd name="connsiteY3" fmla="*/ 1140643 h 1354789"/>
                  <a:gd name="connsiteX4" fmla="*/ 180562 w 3063516"/>
                  <a:gd name="connsiteY4" fmla="*/ 0 h 1354789"/>
                  <a:gd name="connsiteX0" fmla="*/ 0 w 2882954"/>
                  <a:gd name="connsiteY0" fmla="*/ 0 h 1354789"/>
                  <a:gd name="connsiteX1" fmla="*/ 9427 w 2882954"/>
                  <a:gd name="connsiteY1" fmla="*/ 113121 h 1354789"/>
                  <a:gd name="connsiteX2" fmla="*/ 2554664 w 2882954"/>
                  <a:gd name="connsiteY2" fmla="*/ 1263191 h 1354789"/>
                  <a:gd name="connsiteX3" fmla="*/ 2573517 w 2882954"/>
                  <a:gd name="connsiteY3" fmla="*/ 1140643 h 1354789"/>
                  <a:gd name="connsiteX4" fmla="*/ 0 w 2882954"/>
                  <a:gd name="connsiteY4" fmla="*/ 0 h 1354789"/>
                  <a:gd name="connsiteX0" fmla="*/ 0 w 2882954"/>
                  <a:gd name="connsiteY0" fmla="*/ 0 h 1354789"/>
                  <a:gd name="connsiteX1" fmla="*/ 12602 w 2882954"/>
                  <a:gd name="connsiteY1" fmla="*/ 230596 h 1354789"/>
                  <a:gd name="connsiteX2" fmla="*/ 2554664 w 2882954"/>
                  <a:gd name="connsiteY2" fmla="*/ 1263191 h 1354789"/>
                  <a:gd name="connsiteX3" fmla="*/ 2573517 w 2882954"/>
                  <a:gd name="connsiteY3" fmla="*/ 1140643 h 1354789"/>
                  <a:gd name="connsiteX4" fmla="*/ 0 w 2882954"/>
                  <a:gd name="connsiteY4" fmla="*/ 0 h 1354789"/>
                  <a:gd name="connsiteX0" fmla="*/ 0 w 2874023"/>
                  <a:gd name="connsiteY0" fmla="*/ 0 h 1259231"/>
                  <a:gd name="connsiteX1" fmla="*/ 3077 w 2874023"/>
                  <a:gd name="connsiteY1" fmla="*/ 138521 h 1259231"/>
                  <a:gd name="connsiteX2" fmla="*/ 2545139 w 2874023"/>
                  <a:gd name="connsiteY2" fmla="*/ 1171116 h 1259231"/>
                  <a:gd name="connsiteX3" fmla="*/ 2563992 w 2874023"/>
                  <a:gd name="connsiteY3" fmla="*/ 1048568 h 1259231"/>
                  <a:gd name="connsiteX4" fmla="*/ 0 w 2874023"/>
                  <a:gd name="connsiteY4" fmla="*/ 0 h 1259231"/>
                  <a:gd name="connsiteX0" fmla="*/ 0 w 2874023"/>
                  <a:gd name="connsiteY0" fmla="*/ 0 h 1259231"/>
                  <a:gd name="connsiteX1" fmla="*/ 3077 w 2874023"/>
                  <a:gd name="connsiteY1" fmla="*/ 138521 h 1259231"/>
                  <a:gd name="connsiteX2" fmla="*/ 2545139 w 2874023"/>
                  <a:gd name="connsiteY2" fmla="*/ 1171116 h 1259231"/>
                  <a:gd name="connsiteX3" fmla="*/ 2563992 w 2874023"/>
                  <a:gd name="connsiteY3" fmla="*/ 1048568 h 1259231"/>
                  <a:gd name="connsiteX4" fmla="*/ 0 w 2874023"/>
                  <a:gd name="connsiteY4" fmla="*/ 0 h 1259231"/>
                  <a:gd name="connsiteX0" fmla="*/ 0 w 2874023"/>
                  <a:gd name="connsiteY0" fmla="*/ 0 h 1259231"/>
                  <a:gd name="connsiteX1" fmla="*/ 3077 w 2874023"/>
                  <a:gd name="connsiteY1" fmla="*/ 138521 h 1259231"/>
                  <a:gd name="connsiteX2" fmla="*/ 2545139 w 2874023"/>
                  <a:gd name="connsiteY2" fmla="*/ 1171116 h 1259231"/>
                  <a:gd name="connsiteX3" fmla="*/ 2563992 w 2874023"/>
                  <a:gd name="connsiteY3" fmla="*/ 1048568 h 1259231"/>
                  <a:gd name="connsiteX4" fmla="*/ 0 w 2874023"/>
                  <a:gd name="connsiteY4" fmla="*/ 0 h 1259231"/>
                  <a:gd name="connsiteX0" fmla="*/ 0 w 2874023"/>
                  <a:gd name="connsiteY0" fmla="*/ 0 h 1259231"/>
                  <a:gd name="connsiteX1" fmla="*/ 3077 w 2874023"/>
                  <a:gd name="connsiteY1" fmla="*/ 138521 h 1259231"/>
                  <a:gd name="connsiteX2" fmla="*/ 2545139 w 2874023"/>
                  <a:gd name="connsiteY2" fmla="*/ 1171116 h 1259231"/>
                  <a:gd name="connsiteX3" fmla="*/ 2563992 w 2874023"/>
                  <a:gd name="connsiteY3" fmla="*/ 1048568 h 1259231"/>
                  <a:gd name="connsiteX4" fmla="*/ 0 w 2874023"/>
                  <a:gd name="connsiteY4" fmla="*/ 0 h 1259231"/>
                  <a:gd name="connsiteX0" fmla="*/ 0 w 2747482"/>
                  <a:gd name="connsiteY0" fmla="*/ 0 h 1171116"/>
                  <a:gd name="connsiteX1" fmla="*/ 3077 w 2747482"/>
                  <a:gd name="connsiteY1" fmla="*/ 138521 h 1171116"/>
                  <a:gd name="connsiteX2" fmla="*/ 2545139 w 2747482"/>
                  <a:gd name="connsiteY2" fmla="*/ 1171116 h 1171116"/>
                  <a:gd name="connsiteX3" fmla="*/ 2563992 w 2747482"/>
                  <a:gd name="connsiteY3" fmla="*/ 1048568 h 1171116"/>
                  <a:gd name="connsiteX4" fmla="*/ 0 w 2747482"/>
                  <a:gd name="connsiteY4" fmla="*/ 0 h 1171116"/>
                  <a:gd name="connsiteX0" fmla="*/ 0 w 2747482"/>
                  <a:gd name="connsiteY0" fmla="*/ 0 h 1171116"/>
                  <a:gd name="connsiteX1" fmla="*/ 3077 w 2747482"/>
                  <a:gd name="connsiteY1" fmla="*/ 138521 h 1171116"/>
                  <a:gd name="connsiteX2" fmla="*/ 2545139 w 2747482"/>
                  <a:gd name="connsiteY2" fmla="*/ 1171116 h 1171116"/>
                  <a:gd name="connsiteX3" fmla="*/ 2563992 w 2747482"/>
                  <a:gd name="connsiteY3" fmla="*/ 1048568 h 1171116"/>
                  <a:gd name="connsiteX4" fmla="*/ 0 w 2747482"/>
                  <a:gd name="connsiteY4" fmla="*/ 0 h 1171116"/>
                  <a:gd name="connsiteX0" fmla="*/ 0 w 2564671"/>
                  <a:gd name="connsiteY0" fmla="*/ 0 h 1171116"/>
                  <a:gd name="connsiteX1" fmla="*/ 3077 w 2564671"/>
                  <a:gd name="connsiteY1" fmla="*/ 138521 h 1171116"/>
                  <a:gd name="connsiteX2" fmla="*/ 2545139 w 2564671"/>
                  <a:gd name="connsiteY2" fmla="*/ 1171116 h 1171116"/>
                  <a:gd name="connsiteX3" fmla="*/ 2563992 w 2564671"/>
                  <a:gd name="connsiteY3" fmla="*/ 1048568 h 1171116"/>
                  <a:gd name="connsiteX4" fmla="*/ 0 w 2564671"/>
                  <a:gd name="connsiteY4" fmla="*/ 0 h 1171116"/>
                  <a:gd name="connsiteX0" fmla="*/ 0 w 2564671"/>
                  <a:gd name="connsiteY0" fmla="*/ 0 h 1171116"/>
                  <a:gd name="connsiteX1" fmla="*/ 3077 w 2564671"/>
                  <a:gd name="connsiteY1" fmla="*/ 138521 h 1171116"/>
                  <a:gd name="connsiteX2" fmla="*/ 2545139 w 2564671"/>
                  <a:gd name="connsiteY2" fmla="*/ 1171116 h 1171116"/>
                  <a:gd name="connsiteX3" fmla="*/ 2563992 w 2564671"/>
                  <a:gd name="connsiteY3" fmla="*/ 1048568 h 1171116"/>
                  <a:gd name="connsiteX4" fmla="*/ 0 w 2564671"/>
                  <a:gd name="connsiteY4" fmla="*/ 0 h 1171116"/>
                  <a:gd name="connsiteX0" fmla="*/ 0 w 2565011"/>
                  <a:gd name="connsiteY0" fmla="*/ 0 h 1171116"/>
                  <a:gd name="connsiteX1" fmla="*/ 3077 w 2565011"/>
                  <a:gd name="connsiteY1" fmla="*/ 138521 h 1171116"/>
                  <a:gd name="connsiteX2" fmla="*/ 2554664 w 2565011"/>
                  <a:gd name="connsiteY2" fmla="*/ 1171116 h 1171116"/>
                  <a:gd name="connsiteX3" fmla="*/ 2563992 w 2565011"/>
                  <a:gd name="connsiteY3" fmla="*/ 1048568 h 1171116"/>
                  <a:gd name="connsiteX4" fmla="*/ 0 w 2565011"/>
                  <a:gd name="connsiteY4" fmla="*/ 0 h 1171116"/>
                  <a:gd name="connsiteX0" fmla="*/ 0 w 2565011"/>
                  <a:gd name="connsiteY0" fmla="*/ 0 h 1171116"/>
                  <a:gd name="connsiteX1" fmla="*/ 3077 w 2565011"/>
                  <a:gd name="connsiteY1" fmla="*/ 138521 h 1171116"/>
                  <a:gd name="connsiteX2" fmla="*/ 2554664 w 2565011"/>
                  <a:gd name="connsiteY2" fmla="*/ 1171116 h 1171116"/>
                  <a:gd name="connsiteX3" fmla="*/ 2563992 w 2565011"/>
                  <a:gd name="connsiteY3" fmla="*/ 1048568 h 1171116"/>
                  <a:gd name="connsiteX4" fmla="*/ 0 w 2565011"/>
                  <a:gd name="connsiteY4" fmla="*/ 0 h 1171116"/>
                  <a:gd name="connsiteX0" fmla="*/ 0 w 2565011"/>
                  <a:gd name="connsiteY0" fmla="*/ 0 h 1171116"/>
                  <a:gd name="connsiteX1" fmla="*/ 3077 w 2565011"/>
                  <a:gd name="connsiteY1" fmla="*/ 138521 h 1171116"/>
                  <a:gd name="connsiteX2" fmla="*/ 2554664 w 2565011"/>
                  <a:gd name="connsiteY2" fmla="*/ 1171116 h 1171116"/>
                  <a:gd name="connsiteX3" fmla="*/ 2563992 w 2565011"/>
                  <a:gd name="connsiteY3" fmla="*/ 1048568 h 1171116"/>
                  <a:gd name="connsiteX4" fmla="*/ 0 w 2565011"/>
                  <a:gd name="connsiteY4" fmla="*/ 0 h 1171116"/>
                  <a:gd name="connsiteX0" fmla="*/ 16287 w 2581298"/>
                  <a:gd name="connsiteY0" fmla="*/ 0 h 1171116"/>
                  <a:gd name="connsiteX1" fmla="*/ 314 w 2581298"/>
                  <a:gd name="connsiteY1" fmla="*/ 138521 h 1171116"/>
                  <a:gd name="connsiteX2" fmla="*/ 2570951 w 2581298"/>
                  <a:gd name="connsiteY2" fmla="*/ 1171116 h 1171116"/>
                  <a:gd name="connsiteX3" fmla="*/ 2580279 w 2581298"/>
                  <a:gd name="connsiteY3" fmla="*/ 1048568 h 1171116"/>
                  <a:gd name="connsiteX4" fmla="*/ 16287 w 2581298"/>
                  <a:gd name="connsiteY4" fmla="*/ 0 h 1171116"/>
                  <a:gd name="connsiteX0" fmla="*/ 0 w 2587236"/>
                  <a:gd name="connsiteY0" fmla="*/ 0 h 1171116"/>
                  <a:gd name="connsiteX1" fmla="*/ 6252 w 2587236"/>
                  <a:gd name="connsiteY1" fmla="*/ 138521 h 1171116"/>
                  <a:gd name="connsiteX2" fmla="*/ 2576889 w 2587236"/>
                  <a:gd name="connsiteY2" fmla="*/ 1171116 h 1171116"/>
                  <a:gd name="connsiteX3" fmla="*/ 2586217 w 2587236"/>
                  <a:gd name="connsiteY3" fmla="*/ 1048568 h 1171116"/>
                  <a:gd name="connsiteX4" fmla="*/ 0 w 2587236"/>
                  <a:gd name="connsiteY4" fmla="*/ 0 h 1171116"/>
                  <a:gd name="connsiteX0" fmla="*/ 0 w 2587236"/>
                  <a:gd name="connsiteY0" fmla="*/ 0 h 1171116"/>
                  <a:gd name="connsiteX1" fmla="*/ 6252 w 2587236"/>
                  <a:gd name="connsiteY1" fmla="*/ 138521 h 1171116"/>
                  <a:gd name="connsiteX2" fmla="*/ 2576889 w 2587236"/>
                  <a:gd name="connsiteY2" fmla="*/ 1171116 h 1171116"/>
                  <a:gd name="connsiteX3" fmla="*/ 2586217 w 2587236"/>
                  <a:gd name="connsiteY3" fmla="*/ 1048568 h 1171116"/>
                  <a:gd name="connsiteX4" fmla="*/ 0 w 2587236"/>
                  <a:gd name="connsiteY4" fmla="*/ 0 h 1171116"/>
                  <a:gd name="connsiteX0" fmla="*/ 0 w 2590265"/>
                  <a:gd name="connsiteY0" fmla="*/ 0 h 1171116"/>
                  <a:gd name="connsiteX1" fmla="*/ 6252 w 2590265"/>
                  <a:gd name="connsiteY1" fmla="*/ 138521 h 1171116"/>
                  <a:gd name="connsiteX2" fmla="*/ 2576889 w 2590265"/>
                  <a:gd name="connsiteY2" fmla="*/ 1171116 h 1171116"/>
                  <a:gd name="connsiteX3" fmla="*/ 2589392 w 2590265"/>
                  <a:gd name="connsiteY3" fmla="*/ 1042218 h 1171116"/>
                  <a:gd name="connsiteX4" fmla="*/ 0 w 2590265"/>
                  <a:gd name="connsiteY4" fmla="*/ 0 h 1171116"/>
                  <a:gd name="connsiteX0" fmla="*/ 0 w 2590265"/>
                  <a:gd name="connsiteY0" fmla="*/ 0 h 1171116"/>
                  <a:gd name="connsiteX1" fmla="*/ 6252 w 2590265"/>
                  <a:gd name="connsiteY1" fmla="*/ 138521 h 1171116"/>
                  <a:gd name="connsiteX2" fmla="*/ 2576889 w 2590265"/>
                  <a:gd name="connsiteY2" fmla="*/ 1171116 h 1171116"/>
                  <a:gd name="connsiteX3" fmla="*/ 2589392 w 2590265"/>
                  <a:gd name="connsiteY3" fmla="*/ 1035868 h 1171116"/>
                  <a:gd name="connsiteX4" fmla="*/ 0 w 2590265"/>
                  <a:gd name="connsiteY4" fmla="*/ 0 h 1171116"/>
                  <a:gd name="connsiteX0" fmla="*/ 0 w 2590265"/>
                  <a:gd name="connsiteY0" fmla="*/ 0 h 1171116"/>
                  <a:gd name="connsiteX1" fmla="*/ 6252 w 2590265"/>
                  <a:gd name="connsiteY1" fmla="*/ 144871 h 1171116"/>
                  <a:gd name="connsiteX2" fmla="*/ 2576889 w 2590265"/>
                  <a:gd name="connsiteY2" fmla="*/ 1171116 h 1171116"/>
                  <a:gd name="connsiteX3" fmla="*/ 2589392 w 2590265"/>
                  <a:gd name="connsiteY3" fmla="*/ 1035868 h 1171116"/>
                  <a:gd name="connsiteX4" fmla="*/ 0 w 2590265"/>
                  <a:gd name="connsiteY4" fmla="*/ 0 h 1171116"/>
                  <a:gd name="connsiteX0" fmla="*/ 0 w 2598268"/>
                  <a:gd name="connsiteY0" fmla="*/ 0 h 1195125"/>
                  <a:gd name="connsiteX1" fmla="*/ 14255 w 2598268"/>
                  <a:gd name="connsiteY1" fmla="*/ 168880 h 1195125"/>
                  <a:gd name="connsiteX2" fmla="*/ 2584892 w 2598268"/>
                  <a:gd name="connsiteY2" fmla="*/ 1195125 h 1195125"/>
                  <a:gd name="connsiteX3" fmla="*/ 2597395 w 2598268"/>
                  <a:gd name="connsiteY3" fmla="*/ 1059877 h 1195125"/>
                  <a:gd name="connsiteX4" fmla="*/ 0 w 2598268"/>
                  <a:gd name="connsiteY4" fmla="*/ 0 h 1195125"/>
                  <a:gd name="connsiteX0" fmla="*/ 0 w 2598459"/>
                  <a:gd name="connsiteY0" fmla="*/ 0 h 1211131"/>
                  <a:gd name="connsiteX1" fmla="*/ 14255 w 2598459"/>
                  <a:gd name="connsiteY1" fmla="*/ 168880 h 1211131"/>
                  <a:gd name="connsiteX2" fmla="*/ 2588893 w 2598459"/>
                  <a:gd name="connsiteY2" fmla="*/ 1211131 h 1211131"/>
                  <a:gd name="connsiteX3" fmla="*/ 2597395 w 2598459"/>
                  <a:gd name="connsiteY3" fmla="*/ 1059877 h 1211131"/>
                  <a:gd name="connsiteX4" fmla="*/ 0 w 2598459"/>
                  <a:gd name="connsiteY4" fmla="*/ 0 h 1211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98459" h="1211131">
                    <a:moveTo>
                      <a:pt x="0" y="0"/>
                    </a:moveTo>
                    <a:cubicBezTo>
                      <a:pt x="7627" y="63696"/>
                      <a:pt x="10753" y="110748"/>
                      <a:pt x="14255" y="168880"/>
                    </a:cubicBezTo>
                    <a:cubicBezTo>
                      <a:pt x="487657" y="185737"/>
                      <a:pt x="1942470" y="1189102"/>
                      <a:pt x="2588893" y="1211131"/>
                    </a:cubicBezTo>
                    <a:cubicBezTo>
                      <a:pt x="2587616" y="1137910"/>
                      <a:pt x="2602485" y="1131238"/>
                      <a:pt x="2597395" y="1059877"/>
                    </a:cubicBezTo>
                    <a:cubicBezTo>
                      <a:pt x="2039855" y="1039316"/>
                      <a:pt x="490848" y="15679"/>
                      <a:pt x="0" y="0"/>
                    </a:cubicBezTo>
                    <a:close/>
                  </a:path>
                </a:pathLst>
              </a:custGeom>
              <a:solidFill>
                <a:srgbClr val="4472C4">
                  <a:alpha val="7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123BEAB-164F-089D-E962-45220417BFFB}"/>
                  </a:ext>
                </a:extLst>
              </p:cNvPr>
              <p:cNvSpPr/>
              <p:nvPr/>
            </p:nvSpPr>
            <p:spPr>
              <a:xfrm>
                <a:off x="7342468" y="1529513"/>
                <a:ext cx="1272703" cy="45719"/>
              </a:xfrm>
              <a:prstGeom prst="rect">
                <a:avLst/>
              </a:prstGeom>
              <a:solidFill>
                <a:srgbClr val="4472C4">
                  <a:alpha val="7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1C3E111-B0E5-AABF-C3D1-295C2FF43855}"/>
                  </a:ext>
                </a:extLst>
              </p:cNvPr>
              <p:cNvSpPr/>
              <p:nvPr/>
            </p:nvSpPr>
            <p:spPr>
              <a:xfrm>
                <a:off x="7357131" y="2144626"/>
                <a:ext cx="1272703" cy="45719"/>
              </a:xfrm>
              <a:prstGeom prst="rect">
                <a:avLst/>
              </a:prstGeom>
              <a:solidFill>
                <a:srgbClr val="4472C4">
                  <a:alpha val="7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F7DAE02-4E32-5B3F-CD59-522B0091FD96}"/>
                  </a:ext>
                </a:extLst>
              </p:cNvPr>
              <p:cNvSpPr/>
              <p:nvPr/>
            </p:nvSpPr>
            <p:spPr>
              <a:xfrm>
                <a:off x="7367665" y="1440217"/>
                <a:ext cx="1222615" cy="8594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28232378-88A3-CA4B-4E06-8A9317181C8E}"/>
                      </a:ext>
                    </a:extLst>
                  </p:cNvPr>
                  <p:cNvSpPr txBox="1"/>
                  <p:nvPr/>
                </p:nvSpPr>
                <p:spPr>
                  <a:xfrm>
                    <a:off x="6965104" y="1319351"/>
                    <a:ext cx="506805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⟩"/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1100" dirty="0"/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B7B323DE-60E0-53CF-0031-02D1E64447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65104" y="1319351"/>
                    <a:ext cx="506805" cy="26161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A7361C92-D64C-0027-B1AB-197FE30722CE}"/>
                      </a:ext>
                    </a:extLst>
                  </p:cNvPr>
                  <p:cNvSpPr txBox="1"/>
                  <p:nvPr/>
                </p:nvSpPr>
                <p:spPr>
                  <a:xfrm>
                    <a:off x="6965104" y="1863242"/>
                    <a:ext cx="506805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⟩"/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1100" dirty="0"/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DCEA5759-D749-06A6-E8C6-13AC7B26A9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65104" y="1863242"/>
                    <a:ext cx="506805" cy="261610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37957364-2E43-28B1-E9A4-E86E939FF39B}"/>
                      </a:ext>
                    </a:extLst>
                  </p:cNvPr>
                  <p:cNvSpPr txBox="1"/>
                  <p:nvPr/>
                </p:nvSpPr>
                <p:spPr>
                  <a:xfrm>
                    <a:off x="8540129" y="1319351"/>
                    <a:ext cx="509178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⟩"/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1100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87CC5C11-E384-8428-2B23-F01B1F3508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40129" y="1319351"/>
                    <a:ext cx="509178" cy="261610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FCE4253F-A972-990A-B07E-B03D3D544F97}"/>
                      </a:ext>
                    </a:extLst>
                  </p:cNvPr>
                  <p:cNvSpPr txBox="1"/>
                  <p:nvPr/>
                </p:nvSpPr>
                <p:spPr>
                  <a:xfrm>
                    <a:off x="8540130" y="1863242"/>
                    <a:ext cx="509178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⟩"/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1100" dirty="0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ADFEF00E-17FF-2314-68D1-39CBA72C4D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40130" y="1863242"/>
                    <a:ext cx="509178" cy="261610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89C3732-9983-C099-ECA8-0F27B1C70F85}"/>
                </a:ext>
              </a:extLst>
            </p:cNvPr>
            <p:cNvSpPr txBox="1"/>
            <p:nvPr/>
          </p:nvSpPr>
          <p:spPr>
            <a:xfrm>
              <a:off x="6989107" y="906300"/>
              <a:ext cx="21471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Probability of transition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6FDE798-46A3-1014-152B-6E3578AA7520}"/>
                    </a:ext>
                  </a:extLst>
                </p:cNvPr>
                <p:cNvSpPr txBox="1"/>
                <p:nvPr/>
              </p:nvSpPr>
              <p:spPr>
                <a:xfrm>
                  <a:off x="7023173" y="2301459"/>
                  <a:ext cx="191129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  <m:e>
                            <m:sSup>
                              <m:sSup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9D6DA73-6A49-BFDA-6998-6984BB2D08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3173" y="2301459"/>
                  <a:ext cx="1911292" cy="307777"/>
                </a:xfrm>
                <a:prstGeom prst="rect">
                  <a:avLst/>
                </a:prstGeom>
                <a:blipFill>
                  <a:blip r:embed="rId24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BF02683-F8B0-F693-BAE7-585EC1B17A51}"/>
                </a:ext>
              </a:extLst>
            </p:cNvPr>
            <p:cNvSpPr txBox="1"/>
            <p:nvPr/>
          </p:nvSpPr>
          <p:spPr>
            <a:xfrm>
              <a:off x="6937447" y="2589712"/>
              <a:ext cx="21118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Symmetry of the inner product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246AC74-81FA-6045-0209-236868BE7915}"/>
              </a:ext>
            </a:extLst>
          </p:cNvPr>
          <p:cNvGrpSpPr/>
          <p:nvPr/>
        </p:nvGrpSpPr>
        <p:grpSpPr>
          <a:xfrm>
            <a:off x="9574462" y="1582995"/>
            <a:ext cx="2343847" cy="1785603"/>
            <a:chOff x="4082630" y="904070"/>
            <a:chExt cx="2343847" cy="178560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02DF70C-650D-57D5-8021-2D46897E51B2}"/>
                </a:ext>
              </a:extLst>
            </p:cNvPr>
            <p:cNvGrpSpPr/>
            <p:nvPr/>
          </p:nvGrpSpPr>
          <p:grpSpPr>
            <a:xfrm>
              <a:off x="4417375" y="1181990"/>
              <a:ext cx="1544601" cy="1255064"/>
              <a:chOff x="6258757" y="1394618"/>
              <a:chExt cx="2227830" cy="1810221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62E3DC4A-508C-6743-97E1-BE0F84DE9F7C}"/>
                  </a:ext>
                </a:extLst>
              </p:cNvPr>
              <p:cNvCxnSpPr/>
              <p:nvPr/>
            </p:nvCxnSpPr>
            <p:spPr>
              <a:xfrm>
                <a:off x="7288567" y="1571348"/>
                <a:ext cx="0" cy="163349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9B3B652-6D28-D6DB-8E64-0198E37688E1}"/>
                  </a:ext>
                </a:extLst>
              </p:cNvPr>
              <p:cNvCxnSpPr/>
              <p:nvPr/>
            </p:nvCxnSpPr>
            <p:spPr>
              <a:xfrm>
                <a:off x="6258757" y="2414726"/>
                <a:ext cx="208625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FEF746AF-F7BC-4FDD-4EFB-703BB70A9AC1}"/>
                  </a:ext>
                </a:extLst>
              </p:cNvPr>
              <p:cNvSpPr/>
              <p:nvPr/>
            </p:nvSpPr>
            <p:spPr>
              <a:xfrm>
                <a:off x="7035553" y="2157274"/>
                <a:ext cx="506027" cy="50602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456C927C-459D-D229-3FB8-B8F96F5A2A91}"/>
                  </a:ext>
                </a:extLst>
              </p:cNvPr>
              <p:cNvCxnSpPr/>
              <p:nvPr/>
            </p:nvCxnSpPr>
            <p:spPr>
              <a:xfrm>
                <a:off x="6722255" y="1847983"/>
                <a:ext cx="284087" cy="2840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0C3DB8FE-1FD8-2AF3-3378-208A53662A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24117" y="2687636"/>
                <a:ext cx="284087" cy="2840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C4123141-17FB-724A-5AF9-E64BD52C43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568927" y="2697379"/>
                <a:ext cx="284087" cy="2840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F637AD9D-A0E4-2803-02E0-A81B93C177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68927" y="1854000"/>
                <a:ext cx="284087" cy="2840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CCD67C06-2161-47A8-3972-A3217EBF6ABD}"/>
                      </a:ext>
                    </a:extLst>
                  </p:cNvPr>
                  <p:cNvSpPr txBox="1"/>
                  <p:nvPr/>
                </p:nvSpPr>
                <p:spPr>
                  <a:xfrm>
                    <a:off x="8160216" y="2410287"/>
                    <a:ext cx="326371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1F704490-20B5-5EB9-30BC-0AB193AD39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60216" y="2410287"/>
                    <a:ext cx="326371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10811" b="-4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D4A43035-DB81-28B6-0527-A0E76233816B}"/>
                      </a:ext>
                    </a:extLst>
                  </p:cNvPr>
                  <p:cNvSpPr txBox="1"/>
                  <p:nvPr/>
                </p:nvSpPr>
                <p:spPr>
                  <a:xfrm>
                    <a:off x="6917632" y="1394618"/>
                    <a:ext cx="470645" cy="4439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5ACFA3DA-289D-7467-FA1A-2B5E57ED60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17632" y="1394618"/>
                    <a:ext cx="470645" cy="443917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b="-2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00DB96A-09B3-2437-E6E0-25474917ABEB}"/>
                </a:ext>
              </a:extLst>
            </p:cNvPr>
            <p:cNvSpPr txBox="1"/>
            <p:nvPr/>
          </p:nvSpPr>
          <p:spPr>
            <a:xfrm>
              <a:off x="4192256" y="904070"/>
              <a:ext cx="19948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Minimum uncertainty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0BC9206-DD30-9A9C-E6C9-6BAB46CF74A7}"/>
                </a:ext>
              </a:extLst>
            </p:cNvPr>
            <p:cNvSpPr txBox="1"/>
            <p:nvPr/>
          </p:nvSpPr>
          <p:spPr>
            <a:xfrm>
              <a:off x="4082630" y="2412674"/>
              <a:ext cx="23438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Can’t squeeze ensemble arbitrarily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B8667AB-B1E3-67B1-7437-4F5CE486394E}"/>
              </a:ext>
            </a:extLst>
          </p:cNvPr>
          <p:cNvGrpSpPr/>
          <p:nvPr/>
        </p:nvGrpSpPr>
        <p:grpSpPr>
          <a:xfrm>
            <a:off x="746227" y="4598258"/>
            <a:ext cx="2079829" cy="1596649"/>
            <a:chOff x="529248" y="2803227"/>
            <a:chExt cx="2079829" cy="1596649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621B3890-BAB0-83CF-B239-AA82E494B5A0}"/>
                </a:ext>
              </a:extLst>
            </p:cNvPr>
            <p:cNvGrpSpPr/>
            <p:nvPr/>
          </p:nvGrpSpPr>
          <p:grpSpPr>
            <a:xfrm>
              <a:off x="564926" y="3102490"/>
              <a:ext cx="2044151" cy="882039"/>
              <a:chOff x="2627088" y="3255505"/>
              <a:chExt cx="2044151" cy="882039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40EC14BB-9C62-EE88-85F8-3AB0EFE55A49}"/>
                  </a:ext>
                </a:extLst>
              </p:cNvPr>
              <p:cNvSpPr/>
              <p:nvPr/>
            </p:nvSpPr>
            <p:spPr>
              <a:xfrm>
                <a:off x="2627088" y="3429000"/>
                <a:ext cx="1697627" cy="50602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41145B7F-E655-7FEC-765A-C71468814A51}"/>
                  </a:ext>
                </a:extLst>
              </p:cNvPr>
              <p:cNvSpPr/>
              <p:nvPr/>
            </p:nvSpPr>
            <p:spPr>
              <a:xfrm>
                <a:off x="3789200" y="3255505"/>
                <a:ext cx="882039" cy="88203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9350FB0-E83D-E216-D6C6-92F44EE75FF8}"/>
                </a:ext>
              </a:extLst>
            </p:cNvPr>
            <p:cNvSpPr txBox="1"/>
            <p:nvPr/>
          </p:nvSpPr>
          <p:spPr>
            <a:xfrm>
              <a:off x="951430" y="2803227"/>
              <a:ext cx="11896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Non-locality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8F5399A-CF8A-6F95-479D-DCA1AD6B6845}"/>
                    </a:ext>
                  </a:extLst>
                </p:cNvPr>
                <p:cNvSpPr txBox="1"/>
                <p:nvPr/>
              </p:nvSpPr>
              <p:spPr>
                <a:xfrm>
                  <a:off x="529248" y="3938211"/>
                  <a:ext cx="178587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Can’t refine ensembles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a14:m>
                  <a:br>
                    <a:rPr lang="en-US" sz="1200" b="0" dirty="0"/>
                  </a:br>
                  <a:r>
                    <a:rPr lang="en-US" sz="1200" dirty="0"/>
                    <a:t>Can’t interact with parts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C03A6B2-68DC-6599-F89E-5FFACA79F1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248" y="3938211"/>
                  <a:ext cx="1785874" cy="461665"/>
                </a:xfrm>
                <a:prstGeom prst="rect">
                  <a:avLst/>
                </a:prstGeom>
                <a:blipFill>
                  <a:blip r:embed="rId26"/>
                  <a:stretch>
                    <a:fillRect t="-1333"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932DF24-3D13-5264-6820-19686E03213B}"/>
              </a:ext>
            </a:extLst>
          </p:cNvPr>
          <p:cNvSpPr/>
          <p:nvPr/>
        </p:nvSpPr>
        <p:spPr>
          <a:xfrm>
            <a:off x="4633829" y="2475797"/>
            <a:ext cx="175420" cy="158413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687CB8B-C3DF-304F-A69B-0FD5EC7423D8}"/>
              </a:ext>
            </a:extLst>
          </p:cNvPr>
          <p:cNvGrpSpPr/>
          <p:nvPr/>
        </p:nvGrpSpPr>
        <p:grpSpPr>
          <a:xfrm>
            <a:off x="3732206" y="4451934"/>
            <a:ext cx="2479590" cy="1680242"/>
            <a:chOff x="290399" y="4408818"/>
            <a:chExt cx="2479590" cy="168024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97231BB-C74A-AB87-6AC2-C001FEAB307D}"/>
                </a:ext>
              </a:extLst>
            </p:cNvPr>
            <p:cNvGrpSpPr/>
            <p:nvPr/>
          </p:nvGrpSpPr>
          <p:grpSpPr>
            <a:xfrm>
              <a:off x="574920" y="5072456"/>
              <a:ext cx="1697627" cy="506023"/>
              <a:chOff x="5159704" y="5260203"/>
              <a:chExt cx="1697627" cy="506023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6D257A06-DA4F-53FE-89E7-83DC28F7C329}"/>
                  </a:ext>
                </a:extLst>
              </p:cNvPr>
              <p:cNvSpPr/>
              <p:nvPr/>
            </p:nvSpPr>
            <p:spPr>
              <a:xfrm>
                <a:off x="5159704" y="5260203"/>
                <a:ext cx="1697627" cy="50602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7E125CBC-7A74-3401-005D-A18A521B3B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04688" y="5431536"/>
                <a:ext cx="210312" cy="8167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4411028E-459C-216E-0F4D-AC0718FF2E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15000" y="5431536"/>
                <a:ext cx="152400" cy="1524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EF56F8E9-5756-9992-F9E7-98BFE46757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4175" y="5583937"/>
                <a:ext cx="213537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4B2572DB-2AE9-09D5-91E0-4AEE0D2BA8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77712" y="5472375"/>
                <a:ext cx="184090" cy="1115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F53EAE42-BA0B-89F9-8235-1ADEAE817C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1802" y="5472375"/>
                <a:ext cx="263275" cy="0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A6DDE82-31F7-7E61-D6D9-9751478BADA8}"/>
                </a:ext>
              </a:extLst>
            </p:cNvPr>
            <p:cNvSpPr txBox="1"/>
            <p:nvPr/>
          </p:nvSpPr>
          <p:spPr>
            <a:xfrm>
              <a:off x="290399" y="4408818"/>
              <a:ext cx="24795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err="1"/>
                <a:t>Superluminar</a:t>
              </a:r>
              <a:r>
                <a:rPr lang="en-US" sz="1600" dirty="0"/>
                <a:t> effects</a:t>
              </a:r>
              <a:br>
                <a:rPr lang="en-US" sz="1600" dirty="0"/>
              </a:br>
              <a:r>
                <a:rPr lang="en-US" sz="1600" dirty="0"/>
                <a:t>that can’t carry information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62EBE5F-CC2C-2BCA-E2AD-EB86302FAD3A}"/>
                    </a:ext>
                  </a:extLst>
                </p:cNvPr>
                <p:cNvSpPr txBox="1"/>
                <p:nvPr/>
              </p:nvSpPr>
              <p:spPr>
                <a:xfrm>
                  <a:off x="564506" y="5627395"/>
                  <a:ext cx="178587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Can’t refine ensembles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a14:m>
                  <a:br>
                    <a:rPr lang="en-US" sz="1200" b="0" dirty="0"/>
                  </a:br>
                  <a:r>
                    <a:rPr lang="en-US" sz="1200" dirty="0"/>
                    <a:t>Can’t extract information</a:t>
                  </a: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46E0E53-D0CF-0816-42E3-F5E1C55F8B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506" y="5627395"/>
                  <a:ext cx="1785874" cy="461665"/>
                </a:xfrm>
                <a:prstGeom prst="rect">
                  <a:avLst/>
                </a:prstGeom>
                <a:blipFill>
                  <a:blip r:embed="rId27"/>
                  <a:stretch>
                    <a:fillRect t="-1316"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90AC562-4644-4560-0FD7-DCE817452C93}"/>
              </a:ext>
            </a:extLst>
          </p:cNvPr>
          <p:cNvGrpSpPr/>
          <p:nvPr/>
        </p:nvGrpSpPr>
        <p:grpSpPr>
          <a:xfrm>
            <a:off x="717063" y="1752103"/>
            <a:ext cx="3299436" cy="919519"/>
            <a:chOff x="7093758" y="5122425"/>
            <a:chExt cx="4376570" cy="1219705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9CF8DB6-052F-EE5E-CCC8-32515B00F30B}"/>
                </a:ext>
              </a:extLst>
            </p:cNvPr>
            <p:cNvGrpSpPr/>
            <p:nvPr/>
          </p:nvGrpSpPr>
          <p:grpSpPr>
            <a:xfrm>
              <a:off x="7517416" y="5122425"/>
              <a:ext cx="3079535" cy="839764"/>
              <a:chOff x="2758985" y="3636747"/>
              <a:chExt cx="7518499" cy="2050233"/>
            </a:xfrm>
          </p:grpSpPr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A4334114-AA5A-60FD-91DF-20D82F1E6E50}"/>
                  </a:ext>
                </a:extLst>
              </p:cNvPr>
              <p:cNvGrpSpPr/>
              <p:nvPr/>
            </p:nvGrpSpPr>
            <p:grpSpPr>
              <a:xfrm>
                <a:off x="2758985" y="4061287"/>
                <a:ext cx="1727299" cy="1625693"/>
                <a:chOff x="2743126" y="2971800"/>
                <a:chExt cx="1295474" cy="1219270"/>
              </a:xfrm>
            </p:grpSpPr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0A858679-8AC0-20E4-10CD-CB0C743D8A09}"/>
                    </a:ext>
                  </a:extLst>
                </p:cNvPr>
                <p:cNvSpPr/>
                <p:nvPr/>
              </p:nvSpPr>
              <p:spPr>
                <a:xfrm>
                  <a:off x="2743200" y="2971800"/>
                  <a:ext cx="1295400" cy="1219200"/>
                </a:xfrm>
                <a:prstGeom prst="ellipse">
                  <a:avLst/>
                </a:prstGeom>
                <a:solidFill>
                  <a:schemeClr val="accent1"/>
                </a:solidFill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119" name="Chord 5">
                  <a:extLst>
                    <a:ext uri="{FF2B5EF4-FFF2-40B4-BE49-F238E27FC236}">
                      <a16:creationId xmlns:a16="http://schemas.microsoft.com/office/drawing/2014/main" id="{67327047-8745-E52F-DF3D-87A33661A801}"/>
                    </a:ext>
                  </a:extLst>
                </p:cNvPr>
                <p:cNvSpPr/>
                <p:nvPr/>
              </p:nvSpPr>
              <p:spPr>
                <a:xfrm>
                  <a:off x="2743126" y="3073904"/>
                  <a:ext cx="817308" cy="1117166"/>
                </a:xfrm>
                <a:custGeom>
                  <a:avLst/>
                  <a:gdLst>
                    <a:gd name="connsiteX0" fmla="*/ 817235 w 1295400"/>
                    <a:gd name="connsiteY0" fmla="*/ 1197947 h 1219200"/>
                    <a:gd name="connsiteX1" fmla="*/ 70854 w 1295400"/>
                    <a:gd name="connsiteY1" fmla="*/ 886831 h 1219200"/>
                    <a:gd name="connsiteX2" fmla="*/ 288864 w 1295400"/>
                    <a:gd name="connsiteY2" fmla="*/ 102104 h 1219200"/>
                    <a:gd name="connsiteX3" fmla="*/ 817235 w 1295400"/>
                    <a:gd name="connsiteY3" fmla="*/ 1197947 h 1219200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7308" h="1117166">
                      <a:moveTo>
                        <a:pt x="817308" y="1095843"/>
                      </a:moveTo>
                      <a:cubicBezTo>
                        <a:pt x="521648" y="1171311"/>
                        <a:pt x="210243" y="1041507"/>
                        <a:pt x="70927" y="784727"/>
                      </a:cubicBezTo>
                      <a:cubicBezTo>
                        <a:pt x="-78669" y="508999"/>
                        <a:pt x="15088" y="171521"/>
                        <a:pt x="288937" y="0"/>
                      </a:cubicBezTo>
                      <a:cubicBezTo>
                        <a:pt x="73901" y="563401"/>
                        <a:pt x="336384" y="989642"/>
                        <a:pt x="817308" y="109584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</p:grp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9C664FDB-E81A-A4DE-1CE7-6280D165A863}"/>
                  </a:ext>
                </a:extLst>
              </p:cNvPr>
              <p:cNvGrpSpPr/>
              <p:nvPr/>
            </p:nvGrpSpPr>
            <p:grpSpPr>
              <a:xfrm>
                <a:off x="8550185" y="3654841"/>
                <a:ext cx="1727299" cy="1625693"/>
                <a:chOff x="2743126" y="2971800"/>
                <a:chExt cx="1295474" cy="1219270"/>
              </a:xfrm>
            </p:grpSpPr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03D6E7F1-970A-B176-2106-3AEDB2E37406}"/>
                    </a:ext>
                  </a:extLst>
                </p:cNvPr>
                <p:cNvSpPr/>
                <p:nvPr/>
              </p:nvSpPr>
              <p:spPr>
                <a:xfrm>
                  <a:off x="2743200" y="2971800"/>
                  <a:ext cx="1295400" cy="1219200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117" name="Chord 5">
                  <a:extLst>
                    <a:ext uri="{FF2B5EF4-FFF2-40B4-BE49-F238E27FC236}">
                      <a16:creationId xmlns:a16="http://schemas.microsoft.com/office/drawing/2014/main" id="{F17DF6EA-D0CC-E7BC-08BD-B4971B26E0F8}"/>
                    </a:ext>
                  </a:extLst>
                </p:cNvPr>
                <p:cNvSpPr/>
                <p:nvPr/>
              </p:nvSpPr>
              <p:spPr>
                <a:xfrm>
                  <a:off x="2743126" y="3073904"/>
                  <a:ext cx="817308" cy="1117166"/>
                </a:xfrm>
                <a:custGeom>
                  <a:avLst/>
                  <a:gdLst>
                    <a:gd name="connsiteX0" fmla="*/ 817235 w 1295400"/>
                    <a:gd name="connsiteY0" fmla="*/ 1197947 h 1219200"/>
                    <a:gd name="connsiteX1" fmla="*/ 70854 w 1295400"/>
                    <a:gd name="connsiteY1" fmla="*/ 886831 h 1219200"/>
                    <a:gd name="connsiteX2" fmla="*/ 288864 w 1295400"/>
                    <a:gd name="connsiteY2" fmla="*/ 102104 h 1219200"/>
                    <a:gd name="connsiteX3" fmla="*/ 817235 w 1295400"/>
                    <a:gd name="connsiteY3" fmla="*/ 1197947 h 1219200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7308" h="1117166">
                      <a:moveTo>
                        <a:pt x="817308" y="1095843"/>
                      </a:moveTo>
                      <a:cubicBezTo>
                        <a:pt x="521648" y="1171311"/>
                        <a:pt x="210243" y="1041507"/>
                        <a:pt x="70927" y="784727"/>
                      </a:cubicBezTo>
                      <a:cubicBezTo>
                        <a:pt x="-78669" y="508999"/>
                        <a:pt x="15088" y="171521"/>
                        <a:pt x="288937" y="0"/>
                      </a:cubicBezTo>
                      <a:cubicBezTo>
                        <a:pt x="73901" y="563401"/>
                        <a:pt x="336384" y="989642"/>
                        <a:pt x="817308" y="109584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</p:grp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9D582795-DCA9-30B6-6156-33C9482D63AA}"/>
                  </a:ext>
                </a:extLst>
              </p:cNvPr>
              <p:cNvSpPr/>
              <p:nvPr/>
            </p:nvSpPr>
            <p:spPr>
              <a:xfrm>
                <a:off x="4691594" y="3636747"/>
                <a:ext cx="3485323" cy="668600"/>
              </a:xfrm>
              <a:custGeom>
                <a:avLst/>
                <a:gdLst>
                  <a:gd name="connsiteX0" fmla="*/ 0 w 2141883"/>
                  <a:gd name="connsiteY0" fmla="*/ 601959 h 601959"/>
                  <a:gd name="connsiteX1" fmla="*/ 1088335 w 2141883"/>
                  <a:gd name="connsiteY1" fmla="*/ 10581 h 601959"/>
                  <a:gd name="connsiteX2" fmla="*/ 2141883 w 2141883"/>
                  <a:gd name="connsiteY2" fmla="*/ 278937 h 601959"/>
                  <a:gd name="connsiteX0" fmla="*/ 0 w 2350605"/>
                  <a:gd name="connsiteY0" fmla="*/ 441051 h 441051"/>
                  <a:gd name="connsiteX1" fmla="*/ 1297057 w 2350605"/>
                  <a:gd name="connsiteY1" fmla="*/ 3730 h 441051"/>
                  <a:gd name="connsiteX2" fmla="*/ 2350605 w 2350605"/>
                  <a:gd name="connsiteY2" fmla="*/ 272086 h 441051"/>
                  <a:gd name="connsiteX0" fmla="*/ 0 w 2613992"/>
                  <a:gd name="connsiteY0" fmla="*/ 465762 h 465762"/>
                  <a:gd name="connsiteX1" fmla="*/ 1297057 w 2613992"/>
                  <a:gd name="connsiteY1" fmla="*/ 28441 h 465762"/>
                  <a:gd name="connsiteX2" fmla="*/ 2613992 w 2613992"/>
                  <a:gd name="connsiteY2" fmla="*/ 147710 h 465762"/>
                  <a:gd name="connsiteX0" fmla="*/ 0 w 2613992"/>
                  <a:gd name="connsiteY0" fmla="*/ 501450 h 501450"/>
                  <a:gd name="connsiteX1" fmla="*/ 1237423 w 2613992"/>
                  <a:gd name="connsiteY1" fmla="*/ 19403 h 501450"/>
                  <a:gd name="connsiteX2" fmla="*/ 2613992 w 2613992"/>
                  <a:gd name="connsiteY2" fmla="*/ 183398 h 50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13992" h="501450">
                    <a:moveTo>
                      <a:pt x="0" y="501450"/>
                    </a:moveTo>
                    <a:cubicBezTo>
                      <a:pt x="365677" y="232679"/>
                      <a:pt x="801758" y="72412"/>
                      <a:pt x="1237423" y="19403"/>
                    </a:cubicBezTo>
                    <a:cubicBezTo>
                      <a:pt x="1673088" y="-33606"/>
                      <a:pt x="2265708" y="22301"/>
                      <a:pt x="2613992" y="183398"/>
                    </a:cubicBezTo>
                  </a:path>
                </a:pathLst>
              </a:custGeom>
              <a:noFill/>
              <a:ln w="28575">
                <a:headEnd type="triangle" w="lg" len="lg"/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91A822D-B57F-E7F6-783C-A557440BDA2F}"/>
                </a:ext>
              </a:extLst>
            </p:cNvPr>
            <p:cNvCxnSpPr>
              <a:cxnSpLocks/>
            </p:cNvCxnSpPr>
            <p:nvPr/>
          </p:nvCxnSpPr>
          <p:spPr>
            <a:xfrm>
              <a:off x="7093758" y="6313256"/>
              <a:ext cx="419322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4ED5DB8-7A42-571E-214A-E43D0A71F5BC}"/>
                </a:ext>
              </a:extLst>
            </p:cNvPr>
            <p:cNvSpPr/>
            <p:nvPr/>
          </p:nvSpPr>
          <p:spPr>
            <a:xfrm>
              <a:off x="10844764" y="5974702"/>
              <a:ext cx="625564" cy="3674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/>
                <a:t>time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D3FEBDB-EB22-F375-8DC5-883C4B6A5159}"/>
                </a:ext>
              </a:extLst>
            </p:cNvPr>
            <p:cNvSpPr/>
            <p:nvPr/>
          </p:nvSpPr>
          <p:spPr>
            <a:xfrm rot="19209652">
              <a:off x="8016367" y="5411825"/>
              <a:ext cx="51144" cy="10228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48E85854-B3C4-137A-CAE9-0FB276FB9F97}"/>
                </a:ext>
              </a:extLst>
            </p:cNvPr>
            <p:cNvSpPr/>
            <p:nvPr/>
          </p:nvSpPr>
          <p:spPr>
            <a:xfrm rot="2714105">
              <a:off x="10396427" y="5524374"/>
              <a:ext cx="65673" cy="10228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A9CC7D7B-5570-0021-A0D4-6817EC2CF45D}"/>
                </a:ext>
              </a:extLst>
            </p:cNvPr>
            <p:cNvCxnSpPr>
              <a:cxnSpLocks/>
            </p:cNvCxnSpPr>
            <p:nvPr/>
          </p:nvCxnSpPr>
          <p:spPr>
            <a:xfrm>
              <a:off x="8131274" y="5466648"/>
              <a:ext cx="2204538" cy="8367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5159E4F-CCD0-AC5A-FCDA-0EC7AA9C55E6}"/>
              </a:ext>
            </a:extLst>
          </p:cNvPr>
          <p:cNvGrpSpPr/>
          <p:nvPr/>
        </p:nvGrpSpPr>
        <p:grpSpPr>
          <a:xfrm>
            <a:off x="4164359" y="1055278"/>
            <a:ext cx="629137" cy="3004658"/>
            <a:chOff x="3960143" y="811438"/>
            <a:chExt cx="629137" cy="3004658"/>
          </a:xfrm>
        </p:grpSpPr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6EE745D0-91A7-3740-013F-4BF20874F5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9612" y="845025"/>
              <a:ext cx="0" cy="2971071"/>
            </a:xfrm>
            <a:prstGeom prst="straightConnector1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9DB7F9E0-B553-78F5-2868-97408D4CFA9A}"/>
                </a:ext>
              </a:extLst>
            </p:cNvPr>
            <p:cNvCxnSpPr>
              <a:cxnSpLocks/>
            </p:cNvCxnSpPr>
            <p:nvPr/>
          </p:nvCxnSpPr>
          <p:spPr>
            <a:xfrm>
              <a:off x="4269944" y="2231957"/>
              <a:ext cx="3193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5D683483-C3D9-9F20-A07E-89B46C363942}"/>
                </a:ext>
              </a:extLst>
            </p:cNvPr>
            <p:cNvSpPr txBox="1"/>
            <p:nvPr/>
          </p:nvSpPr>
          <p:spPr>
            <a:xfrm>
              <a:off x="3987984" y="204729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8FCF28F-21DC-ABF8-E32C-503DB6B00B6A}"/>
                </a:ext>
              </a:extLst>
            </p:cNvPr>
            <p:cNvSpPr txBox="1"/>
            <p:nvPr/>
          </p:nvSpPr>
          <p:spPr>
            <a:xfrm rot="16200000">
              <a:off x="3660028" y="1111553"/>
              <a:ext cx="9695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Entropy</a:t>
              </a:r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3BFED51F-2338-CC54-CF60-00352406E9C2}"/>
              </a:ext>
            </a:extLst>
          </p:cNvPr>
          <p:cNvSpPr txBox="1"/>
          <p:nvPr/>
        </p:nvSpPr>
        <p:spPr>
          <a:xfrm>
            <a:off x="1835614" y="1142147"/>
            <a:ext cx="8738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Classical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C0961D6-623A-C0FB-A6CE-BDFB7144DDD5}"/>
              </a:ext>
            </a:extLst>
          </p:cNvPr>
          <p:cNvSpPr txBox="1"/>
          <p:nvPr/>
        </p:nvSpPr>
        <p:spPr>
          <a:xfrm>
            <a:off x="6032246" y="1147215"/>
            <a:ext cx="9730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Quantum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5D57A74-A4AD-ACA3-568F-6B49B6F1D179}"/>
              </a:ext>
            </a:extLst>
          </p:cNvPr>
          <p:cNvSpPr txBox="1"/>
          <p:nvPr/>
        </p:nvSpPr>
        <p:spPr>
          <a:xfrm>
            <a:off x="527554" y="3530777"/>
            <a:ext cx="3484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We always have access to the internal dynamics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E98D131-B9C5-1956-6737-876C6DF346F2}"/>
              </a:ext>
            </a:extLst>
          </p:cNvPr>
          <p:cNvSpPr txBox="1"/>
          <p:nvPr/>
        </p:nvSpPr>
        <p:spPr>
          <a:xfrm>
            <a:off x="504548" y="2897039"/>
            <a:ext cx="3484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Can prepare ensembles at arbitrarily low entropy: we can study arbitrarily small parts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07F85F0-14EC-78FD-CD0A-995697A0FE1A}"/>
              </a:ext>
            </a:extLst>
          </p:cNvPr>
          <p:cNvSpPr txBox="1"/>
          <p:nvPr/>
        </p:nvSpPr>
        <p:spPr>
          <a:xfrm>
            <a:off x="4988953" y="3530777"/>
            <a:ext cx="3484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 access to the internal dynamics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AB379D6-14D5-9978-7CFE-01EBBBDD32CA}"/>
              </a:ext>
            </a:extLst>
          </p:cNvPr>
          <p:cNvSpPr txBox="1"/>
          <p:nvPr/>
        </p:nvSpPr>
        <p:spPr>
          <a:xfrm>
            <a:off x="4965947" y="2897039"/>
            <a:ext cx="3484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Entropy is bounded at zero:</a:t>
            </a:r>
            <a:br>
              <a:rPr lang="en-US" sz="14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we cannot study parts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058181-19E5-3CAB-0ACB-8A34441D0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5530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F1740-5CA6-625B-EC11-6C3851CF1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down “Hilbert” 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2F979-3EC3-5965-2422-236F7DB86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QP-RAY: states are rays of a Hilbert space</a:t>
            </a:r>
          </a:p>
          <a:p>
            <a:pPr lvl="1"/>
            <a:r>
              <a:rPr lang="en-US" dirty="0"/>
              <a:t>Rays don’t need inner product. Rays by themselves are not enough to pick quantum mechanics.</a:t>
            </a:r>
          </a:p>
          <a:p>
            <a:r>
              <a:rPr lang="en-US" dirty="0"/>
              <a:t>QE-DENS: ensembles are density matrices</a:t>
            </a:r>
          </a:p>
          <a:p>
            <a:pPr lvl="1"/>
            <a:r>
              <a:rPr lang="en-US" dirty="0"/>
              <a:t>Requires the inner product to define the trace and orthogonal projectors. Excludes quantum mechanics, but does not uniquely recover quantum mechanics.</a:t>
            </a:r>
          </a:p>
          <a:p>
            <a:r>
              <a:rPr lang="en-US" dirty="0"/>
              <a:t>BR-BORN: conditional probability given by the Born Rule</a:t>
            </a:r>
          </a:p>
          <a:p>
            <a:pPr lvl="1"/>
            <a:r>
              <a:rPr lang="en-US" dirty="0"/>
              <a:t>Recovers quantum mechanics. Equivalent to the von Neumann entropy,</a:t>
            </a:r>
            <a:br>
              <a:rPr lang="en-US" dirty="0"/>
            </a:br>
            <a:r>
              <a:rPr lang="en-US" dirty="0"/>
              <a:t>orthogonality being mutual exclusivity, … That is, once QE-DENS is</a:t>
            </a:r>
            <a:br>
              <a:rPr lang="en-US" dirty="0"/>
            </a:br>
            <a:r>
              <a:rPr lang="en-US" dirty="0"/>
              <a:t>taken, BR-BORN can be recovered with minimal extra assumptions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DC851-A73F-84F0-7936-8C1E620925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987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DD841-E8B9-6BE3-F15F-3476470B3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821A5D6-9604-F991-2FF4-FE8B132F7E6F}"/>
              </a:ext>
            </a:extLst>
          </p:cNvPr>
          <p:cNvGrpSpPr/>
          <p:nvPr/>
        </p:nvGrpSpPr>
        <p:grpSpPr>
          <a:xfrm>
            <a:off x="326503" y="929848"/>
            <a:ext cx="7276624" cy="2618878"/>
            <a:chOff x="266345" y="901881"/>
            <a:chExt cx="11733949" cy="42230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7588579B-F64F-CA1A-7A18-5AF99254070B}"/>
                    </a:ext>
                  </a:extLst>
                </p:cNvPr>
                <p:cNvSpPr txBox="1"/>
                <p:nvPr/>
              </p:nvSpPr>
              <p:spPr>
                <a:xfrm>
                  <a:off x="266345" y="3236979"/>
                  <a:ext cx="766482" cy="4963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7588579B-F64F-CA1A-7A18-5AF9925407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345" y="3236979"/>
                  <a:ext cx="766482" cy="496307"/>
                </a:xfrm>
                <a:prstGeom prst="rect">
                  <a:avLst/>
                </a:prstGeom>
                <a:blipFill>
                  <a:blip r:embed="rId2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E51915A-4036-1302-6F2C-5808EADB90D5}"/>
                </a:ext>
              </a:extLst>
            </p:cNvPr>
            <p:cNvGrpSpPr/>
            <p:nvPr/>
          </p:nvGrpSpPr>
          <p:grpSpPr>
            <a:xfrm>
              <a:off x="5480819" y="2314799"/>
              <a:ext cx="890560" cy="2353414"/>
              <a:chOff x="3363085" y="1736099"/>
              <a:chExt cx="667921" cy="176506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A32453D2-5D34-0251-5EFD-98FB2C282B07}"/>
                      </a:ext>
                    </a:extLst>
                  </p:cNvPr>
                  <p:cNvSpPr txBox="1"/>
                  <p:nvPr/>
                </p:nvSpPr>
                <p:spPr>
                  <a:xfrm>
                    <a:off x="3363085" y="1736099"/>
                    <a:ext cx="662881" cy="3722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A32453D2-5D34-0251-5EFD-98FB2C282B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3085" y="1736099"/>
                    <a:ext cx="662881" cy="37223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58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673A4AF8-91D9-80E7-D059-EA125F3265A1}"/>
                      </a:ext>
                    </a:extLst>
                  </p:cNvPr>
                  <p:cNvSpPr txBox="1"/>
                  <p:nvPr/>
                </p:nvSpPr>
                <p:spPr>
                  <a:xfrm>
                    <a:off x="3363085" y="2200376"/>
                    <a:ext cx="667921" cy="3722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673A4AF8-91D9-80E7-D059-EA125F3265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3085" y="2200376"/>
                    <a:ext cx="667921" cy="37223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58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E5E9956A-67B6-1DE5-858F-07744FF503C5}"/>
                      </a:ext>
                    </a:extLst>
                  </p:cNvPr>
                  <p:cNvSpPr txBox="1"/>
                  <p:nvPr/>
                </p:nvSpPr>
                <p:spPr>
                  <a:xfrm>
                    <a:off x="3363085" y="2664654"/>
                    <a:ext cx="667921" cy="3722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E5E9956A-67B6-1DE5-858F-07744FF503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3085" y="2664654"/>
                    <a:ext cx="667921" cy="37223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58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CF42C5F8-4FA7-90AC-A76D-2D366684DF74}"/>
                      </a:ext>
                    </a:extLst>
                  </p:cNvPr>
                  <p:cNvSpPr txBox="1"/>
                  <p:nvPr/>
                </p:nvSpPr>
                <p:spPr>
                  <a:xfrm>
                    <a:off x="3363085" y="3128929"/>
                    <a:ext cx="659468" cy="3722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CF42C5F8-4FA7-90AC-A76D-2D366684DF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3085" y="3128929"/>
                    <a:ext cx="659468" cy="37223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58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9617C13-CB20-0EB5-6AA4-F6AD7E40C081}"/>
                    </a:ext>
                  </a:extLst>
                </p:cNvPr>
                <p:cNvSpPr txBox="1"/>
                <p:nvPr/>
              </p:nvSpPr>
              <p:spPr>
                <a:xfrm>
                  <a:off x="4253670" y="1717358"/>
                  <a:ext cx="1480441" cy="4963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9617C13-CB20-0EB5-6AA4-F6AD7E40C0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3670" y="1717358"/>
                  <a:ext cx="1480441" cy="496307"/>
                </a:xfrm>
                <a:prstGeom prst="rect">
                  <a:avLst/>
                </a:prstGeom>
                <a:blipFill>
                  <a:blip r:embed="rId7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3460EFB-E486-FF45-F3F7-25F22A528693}"/>
                    </a:ext>
                  </a:extLst>
                </p:cNvPr>
                <p:cNvSpPr/>
                <p:nvPr/>
              </p:nvSpPr>
              <p:spPr>
                <a:xfrm>
                  <a:off x="1828800" y="2424177"/>
                  <a:ext cx="2336800" cy="2118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 </a:t>
                  </a:r>
                  <a14:m>
                    <m:oMath xmlns:m="http://schemas.openxmlformats.org/officeDocument/2006/math">
                      <m:r>
                        <a:rPr lang="en-US" sz="4400" i="1">
                          <a:latin typeface="Cambria Math" panose="02040503050406030204" pitchFamily="18" charset="0"/>
                        </a:rPr>
                        <m:t>𝒫</m:t>
                      </m:r>
                    </m:oMath>
                  </a14:m>
                  <a:endParaRPr lang="en-US" sz="4400" dirty="0"/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3460EFB-E486-FF45-F3F7-25F22A5286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800" y="2424177"/>
                  <a:ext cx="2336800" cy="21180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F4E671DA-CAD4-F9E8-28ED-8CB4F5301E98}"/>
                </a:ext>
              </a:extLst>
            </p:cNvPr>
            <p:cNvSpPr/>
            <p:nvPr/>
          </p:nvSpPr>
          <p:spPr>
            <a:xfrm>
              <a:off x="914401" y="3373820"/>
              <a:ext cx="680948" cy="218757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4810E51C-78D4-FA82-5BCA-6FBB5797C0C7}"/>
                    </a:ext>
                  </a:extLst>
                </p:cNvPr>
                <p:cNvSpPr/>
                <p:nvPr/>
              </p:nvSpPr>
              <p:spPr>
                <a:xfrm>
                  <a:off x="7420868" y="2424177"/>
                  <a:ext cx="2336800" cy="2118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prstClr val="white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4400" i="1">
                          <a:latin typeface="Cambria Math" panose="02040503050406030204" pitchFamily="18" charset="0"/>
                        </a:rPr>
                        <m:t>𝒫</m:t>
                      </m:r>
                    </m:oMath>
                  </a14:m>
                  <a:endParaRPr lang="en-US" sz="4400" dirty="0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4810E51C-78D4-FA82-5BCA-6FBB5797C0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0868" y="2424177"/>
                  <a:ext cx="2336800" cy="21180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A3A9B70-29C8-A329-976D-43DD7C8E5730}"/>
                </a:ext>
              </a:extLst>
            </p:cNvPr>
            <p:cNvGrpSpPr/>
            <p:nvPr/>
          </p:nvGrpSpPr>
          <p:grpSpPr>
            <a:xfrm>
              <a:off x="6502401" y="2443671"/>
              <a:ext cx="680948" cy="2073084"/>
              <a:chOff x="3999833" y="1832753"/>
              <a:chExt cx="510711" cy="1554813"/>
            </a:xfrm>
          </p:grpSpPr>
          <p:sp>
            <p:nvSpPr>
              <p:cNvPr id="25" name="Arrow: Right 24">
                <a:extLst>
                  <a:ext uri="{FF2B5EF4-FFF2-40B4-BE49-F238E27FC236}">
                    <a16:creationId xmlns:a16="http://schemas.microsoft.com/office/drawing/2014/main" id="{A16CD3ED-C9E4-2305-AC23-87BD618564C7}"/>
                  </a:ext>
                </a:extLst>
              </p:cNvPr>
              <p:cNvSpPr/>
              <p:nvPr/>
            </p:nvSpPr>
            <p:spPr>
              <a:xfrm>
                <a:off x="3999833" y="1832753"/>
                <a:ext cx="510711" cy="164068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6" name="Arrow: Right 25">
                <a:extLst>
                  <a:ext uri="{FF2B5EF4-FFF2-40B4-BE49-F238E27FC236}">
                    <a16:creationId xmlns:a16="http://schemas.microsoft.com/office/drawing/2014/main" id="{8A676B87-742A-E896-0AF9-49847650A5EF}"/>
                  </a:ext>
                </a:extLst>
              </p:cNvPr>
              <p:cNvSpPr/>
              <p:nvPr/>
            </p:nvSpPr>
            <p:spPr>
              <a:xfrm>
                <a:off x="3999833" y="3223498"/>
                <a:ext cx="510711" cy="164068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9" name="Arrow: Right 28">
                <a:extLst>
                  <a:ext uri="{FF2B5EF4-FFF2-40B4-BE49-F238E27FC236}">
                    <a16:creationId xmlns:a16="http://schemas.microsoft.com/office/drawing/2014/main" id="{31895F43-4A38-9A6D-B063-EAE55B0D0F85}"/>
                  </a:ext>
                </a:extLst>
              </p:cNvPr>
              <p:cNvSpPr/>
              <p:nvPr/>
            </p:nvSpPr>
            <p:spPr>
              <a:xfrm>
                <a:off x="3999833" y="2296335"/>
                <a:ext cx="510711" cy="164068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0" name="Arrow: Right 29">
                <a:extLst>
                  <a:ext uri="{FF2B5EF4-FFF2-40B4-BE49-F238E27FC236}">
                    <a16:creationId xmlns:a16="http://schemas.microsoft.com/office/drawing/2014/main" id="{9C28E545-8543-A9F4-F7BB-67F4BEE24EEF}"/>
                  </a:ext>
                </a:extLst>
              </p:cNvPr>
              <p:cNvSpPr/>
              <p:nvPr/>
            </p:nvSpPr>
            <p:spPr>
              <a:xfrm>
                <a:off x="3999833" y="2759917"/>
                <a:ext cx="510711" cy="164068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sp>
          <p:nvSpPr>
            <p:cNvPr id="34" name="Arrow: Right 33">
              <a:extLst>
                <a:ext uri="{FF2B5EF4-FFF2-40B4-BE49-F238E27FC236}">
                  <a16:creationId xmlns:a16="http://schemas.microsoft.com/office/drawing/2014/main" id="{4FB2C25F-4A31-3574-57C7-5BDC9E7FCFF8}"/>
                </a:ext>
              </a:extLst>
            </p:cNvPr>
            <p:cNvSpPr/>
            <p:nvPr/>
          </p:nvSpPr>
          <p:spPr>
            <a:xfrm rot="19309669">
              <a:off x="4453968" y="2751254"/>
              <a:ext cx="989605" cy="218757"/>
            </a:xfrm>
            <a:prstGeom prst="rightArrow">
              <a:avLst/>
            </a:prstGeom>
            <a:solidFill>
              <a:srgbClr val="4F81BD">
                <a:alpha val="7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0B6E9E1-BBF7-1D75-9160-A11765449851}"/>
                </a:ext>
              </a:extLst>
            </p:cNvPr>
            <p:cNvGrpSpPr/>
            <p:nvPr/>
          </p:nvGrpSpPr>
          <p:grpSpPr>
            <a:xfrm>
              <a:off x="10818921" y="2310027"/>
              <a:ext cx="890560" cy="2353414"/>
              <a:chOff x="3363085" y="1736099"/>
              <a:chExt cx="667921" cy="176506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56E6BF3A-29DE-5325-FB54-EB400ACBD313}"/>
                      </a:ext>
                    </a:extLst>
                  </p:cNvPr>
                  <p:cNvSpPr txBox="1"/>
                  <p:nvPr/>
                </p:nvSpPr>
                <p:spPr>
                  <a:xfrm>
                    <a:off x="3363085" y="1736099"/>
                    <a:ext cx="662881" cy="3722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56E6BF3A-29DE-5325-FB54-EB400ACBD3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3085" y="1736099"/>
                    <a:ext cx="662881" cy="37223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11B04599-19D2-3720-4306-E5165E6D0191}"/>
                      </a:ext>
                    </a:extLst>
                  </p:cNvPr>
                  <p:cNvSpPr txBox="1"/>
                  <p:nvPr/>
                </p:nvSpPr>
                <p:spPr>
                  <a:xfrm>
                    <a:off x="3363085" y="2200376"/>
                    <a:ext cx="667921" cy="3722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11B04599-19D2-3720-4306-E5165E6D01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3085" y="2200376"/>
                    <a:ext cx="667921" cy="37223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0E4DE9C2-61F4-F2B9-F796-2C6BD456FC89}"/>
                      </a:ext>
                    </a:extLst>
                  </p:cNvPr>
                  <p:cNvSpPr txBox="1"/>
                  <p:nvPr/>
                </p:nvSpPr>
                <p:spPr>
                  <a:xfrm>
                    <a:off x="3363085" y="2664654"/>
                    <a:ext cx="667921" cy="3722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0E4DE9C2-61F4-F2B9-F796-2C6BD456FC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3085" y="2664654"/>
                    <a:ext cx="667921" cy="37223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DDECFD7E-0D8B-6B29-75E0-0BCBE80E70DF}"/>
                      </a:ext>
                    </a:extLst>
                  </p:cNvPr>
                  <p:cNvSpPr txBox="1"/>
                  <p:nvPr/>
                </p:nvSpPr>
                <p:spPr>
                  <a:xfrm>
                    <a:off x="3363085" y="3128929"/>
                    <a:ext cx="659468" cy="3722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DDECFD7E-0D8B-6B29-75E0-0BCBE80E70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3085" y="3128929"/>
                    <a:ext cx="659468" cy="37223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9918864-200C-B68F-3CB6-A700E24B1107}"/>
                </a:ext>
              </a:extLst>
            </p:cNvPr>
            <p:cNvGrpSpPr/>
            <p:nvPr/>
          </p:nvGrpSpPr>
          <p:grpSpPr>
            <a:xfrm>
              <a:off x="9987053" y="2449651"/>
              <a:ext cx="680948" cy="2073084"/>
              <a:chOff x="3999833" y="1832753"/>
              <a:chExt cx="510711" cy="1554813"/>
            </a:xfrm>
          </p:grpSpPr>
          <p:sp>
            <p:nvSpPr>
              <p:cNvPr id="44" name="Arrow: Right 43">
                <a:extLst>
                  <a:ext uri="{FF2B5EF4-FFF2-40B4-BE49-F238E27FC236}">
                    <a16:creationId xmlns:a16="http://schemas.microsoft.com/office/drawing/2014/main" id="{A4FEE670-3F23-E79D-3825-BFE7BBFC86CA}"/>
                  </a:ext>
                </a:extLst>
              </p:cNvPr>
              <p:cNvSpPr/>
              <p:nvPr/>
            </p:nvSpPr>
            <p:spPr>
              <a:xfrm>
                <a:off x="3999833" y="1832753"/>
                <a:ext cx="510711" cy="164068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5" name="Arrow: Right 44">
                <a:extLst>
                  <a:ext uri="{FF2B5EF4-FFF2-40B4-BE49-F238E27FC236}">
                    <a16:creationId xmlns:a16="http://schemas.microsoft.com/office/drawing/2014/main" id="{927BDFAC-87DD-9B6B-E449-FA36ABB30543}"/>
                  </a:ext>
                </a:extLst>
              </p:cNvPr>
              <p:cNvSpPr/>
              <p:nvPr/>
            </p:nvSpPr>
            <p:spPr>
              <a:xfrm>
                <a:off x="3999833" y="3223498"/>
                <a:ext cx="510711" cy="164068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6" name="Arrow: Right 45">
                <a:extLst>
                  <a:ext uri="{FF2B5EF4-FFF2-40B4-BE49-F238E27FC236}">
                    <a16:creationId xmlns:a16="http://schemas.microsoft.com/office/drawing/2014/main" id="{CDC8F76B-4F58-8060-796D-6E1C613F7A8D}"/>
                  </a:ext>
                </a:extLst>
              </p:cNvPr>
              <p:cNvSpPr/>
              <p:nvPr/>
            </p:nvSpPr>
            <p:spPr>
              <a:xfrm>
                <a:off x="3999833" y="2296335"/>
                <a:ext cx="510711" cy="164068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7" name="Arrow: Right 46">
                <a:extLst>
                  <a:ext uri="{FF2B5EF4-FFF2-40B4-BE49-F238E27FC236}">
                    <a16:creationId xmlns:a16="http://schemas.microsoft.com/office/drawing/2014/main" id="{893A42A3-E807-9BC8-6F8C-495E0EB13B34}"/>
                  </a:ext>
                </a:extLst>
              </p:cNvPr>
              <p:cNvSpPr/>
              <p:nvPr/>
            </p:nvSpPr>
            <p:spPr>
              <a:xfrm>
                <a:off x="3999833" y="2759917"/>
                <a:ext cx="510711" cy="164068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sp>
          <p:nvSpPr>
            <p:cNvPr id="48" name="Arrow: Right 47">
              <a:extLst>
                <a:ext uri="{FF2B5EF4-FFF2-40B4-BE49-F238E27FC236}">
                  <a16:creationId xmlns:a16="http://schemas.microsoft.com/office/drawing/2014/main" id="{0E6E00CA-37C7-E5CB-D995-DCC8230D2DCC}"/>
                </a:ext>
              </a:extLst>
            </p:cNvPr>
            <p:cNvSpPr/>
            <p:nvPr/>
          </p:nvSpPr>
          <p:spPr>
            <a:xfrm rot="873763" flipV="1">
              <a:off x="4640755" y="3580167"/>
              <a:ext cx="737012" cy="229509"/>
            </a:xfrm>
            <a:prstGeom prst="rightArrow">
              <a:avLst/>
            </a:prstGeom>
            <a:solidFill>
              <a:srgbClr val="4F81BD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51" name="Arrow: Right 50">
              <a:extLst>
                <a:ext uri="{FF2B5EF4-FFF2-40B4-BE49-F238E27FC236}">
                  <a16:creationId xmlns:a16="http://schemas.microsoft.com/office/drawing/2014/main" id="{75E881BE-2647-E735-66A6-15288D0EB3DF}"/>
                </a:ext>
              </a:extLst>
            </p:cNvPr>
            <p:cNvSpPr/>
            <p:nvPr/>
          </p:nvSpPr>
          <p:spPr>
            <a:xfrm rot="20726237">
              <a:off x="4640757" y="3162312"/>
              <a:ext cx="737012" cy="229509"/>
            </a:xfrm>
            <a:prstGeom prst="rightArrow">
              <a:avLst/>
            </a:prstGeom>
            <a:solidFill>
              <a:srgbClr val="4F81BD">
                <a:alpha val="8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BC93E8FF-0EE1-C8EA-BE00-BF5FCD9373BB}"/>
                </a:ext>
              </a:extLst>
            </p:cNvPr>
            <p:cNvSpPr/>
            <p:nvPr/>
          </p:nvSpPr>
          <p:spPr>
            <a:xfrm rot="2290331" flipV="1">
              <a:off x="4452914" y="3996386"/>
              <a:ext cx="989605" cy="218757"/>
            </a:xfrm>
            <a:prstGeom prst="rightArrow">
              <a:avLst/>
            </a:prstGeom>
            <a:solidFill>
              <a:srgbClr val="4F81BD">
                <a:alpha val="23137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31183A7-C546-D502-F997-E17BFD0DEBDB}"/>
                </a:ext>
              </a:extLst>
            </p:cNvPr>
            <p:cNvSpPr txBox="1"/>
            <p:nvPr/>
          </p:nvSpPr>
          <p:spPr>
            <a:xfrm>
              <a:off x="6556833" y="1164706"/>
              <a:ext cx="2087071" cy="496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Repeat process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E0120EE-FC95-170A-4FA8-A0DA42754810}"/>
                </a:ext>
              </a:extLst>
            </p:cNvPr>
            <p:cNvCxnSpPr>
              <a:cxnSpLocks/>
            </p:cNvCxnSpPr>
            <p:nvPr/>
          </p:nvCxnSpPr>
          <p:spPr>
            <a:xfrm>
              <a:off x="7972557" y="1631145"/>
              <a:ext cx="402073" cy="5426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FC3AC10-FF0E-1D7F-F86C-58E7CBB2BFF2}"/>
                </a:ext>
              </a:extLst>
            </p:cNvPr>
            <p:cNvSpPr txBox="1"/>
            <p:nvPr/>
          </p:nvSpPr>
          <p:spPr>
            <a:xfrm>
              <a:off x="10318229" y="901881"/>
              <a:ext cx="1682065" cy="496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Same result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0FE589C9-41E3-B2BD-D641-1E004C1351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59261" y="1365000"/>
              <a:ext cx="96580" cy="7567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593D3A7-793D-F80E-FCCC-19C72961D333}"/>
                </a:ext>
              </a:extLst>
            </p:cNvPr>
            <p:cNvSpPr txBox="1"/>
            <p:nvPr/>
          </p:nvSpPr>
          <p:spPr>
            <a:xfrm>
              <a:off x="7748449" y="4628656"/>
              <a:ext cx="1681652" cy="496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Equilibria!!!</a:t>
              </a:r>
            </a:p>
          </p:txBody>
        </p: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928BB60E-0A7D-8A3F-91A2-DF162D8C95B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938839" y="4658005"/>
              <a:ext cx="1780123" cy="163379"/>
            </a:xfrm>
            <a:prstGeom prst="bentConnector3">
              <a:avLst>
                <a:gd name="adj1" fmla="val 10003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: Elbow 56">
              <a:extLst>
                <a:ext uri="{FF2B5EF4-FFF2-40B4-BE49-F238E27FC236}">
                  <a16:creationId xmlns:a16="http://schemas.microsoft.com/office/drawing/2014/main" id="{3BC0FB9E-1866-3C8B-D544-475405FAE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82447" y="4678879"/>
              <a:ext cx="1773394" cy="142504"/>
            </a:xfrm>
            <a:prstGeom prst="bentConnector3">
              <a:avLst>
                <a:gd name="adj1" fmla="val 99888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3C8643A-9EF8-1BDB-2C35-9050350EDC7D}"/>
              </a:ext>
            </a:extLst>
          </p:cNvPr>
          <p:cNvSpPr txBox="1"/>
          <p:nvPr/>
        </p:nvSpPr>
        <p:spPr>
          <a:xfrm>
            <a:off x="699048" y="3855777"/>
            <a:ext cx="70415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6">
                    <a:lumMod val="75000"/>
                  </a:schemeClr>
                </a:solidFill>
              </a:rPr>
              <a:t>Projections are equilibration processes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40D82B-BEEF-4A8F-0924-160698150AB8}"/>
              </a:ext>
            </a:extLst>
          </p:cNvPr>
          <p:cNvSpPr txBox="1"/>
          <p:nvPr/>
        </p:nvSpPr>
        <p:spPr>
          <a:xfrm>
            <a:off x="242950" y="169249"/>
            <a:ext cx="53933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Projections: linear idempotent operations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2E166C-11A9-9DA5-1A99-347C148F9044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1865041" y="589547"/>
            <a:ext cx="246501" cy="96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31E051-D982-7D35-0AAC-B2756B438F18}"/>
                  </a:ext>
                </a:extLst>
              </p:cNvPr>
              <p:cNvSpPr txBox="1"/>
              <p:nvPr/>
            </p:nvSpPr>
            <p:spPr>
              <a:xfrm>
                <a:off x="167966" y="686101"/>
                <a:ext cx="339415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Output for a statistical mixture of inputs</a:t>
                </a:r>
                <a:br>
                  <a:rPr lang="en-US" sz="1400" dirty="0"/>
                </a:br>
                <a:r>
                  <a:rPr lang="en-US" sz="1400" dirty="0"/>
                  <a:t>is the statistical mixture of outputs</a:t>
                </a:r>
                <a:br>
                  <a:rPr lang="en-US" sz="1400" dirty="0"/>
                </a:b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31E051-D982-7D35-0AAC-B2756B438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66" y="686101"/>
                <a:ext cx="3394150" cy="738664"/>
              </a:xfrm>
              <a:prstGeom prst="rect">
                <a:avLst/>
              </a:prstGeom>
              <a:blipFill>
                <a:blip r:embed="rId14"/>
                <a:stretch>
                  <a:fillRect l="-540" t="-1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4314E7-E7DD-B63C-A6DF-6233F24DBADB}"/>
              </a:ext>
            </a:extLst>
          </p:cNvPr>
          <p:cNvCxnSpPr>
            <a:cxnSpLocks/>
          </p:cNvCxnSpPr>
          <p:nvPr/>
        </p:nvCxnSpPr>
        <p:spPr>
          <a:xfrm flipH="1" flipV="1">
            <a:off x="3149849" y="578759"/>
            <a:ext cx="796509" cy="196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7DE7308-9976-EE18-752F-8852553EAED6}"/>
              </a:ext>
            </a:extLst>
          </p:cNvPr>
          <p:cNvSpPr txBox="1"/>
          <p:nvPr/>
        </p:nvSpPr>
        <p:spPr>
          <a:xfrm>
            <a:off x="3335839" y="733227"/>
            <a:ext cx="229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Same result if you do it twice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C1AF3F7-77BF-074B-D8D1-C0B6BCFDB099}"/>
              </a:ext>
            </a:extLst>
          </p:cNvPr>
          <p:cNvGrpSpPr/>
          <p:nvPr/>
        </p:nvGrpSpPr>
        <p:grpSpPr>
          <a:xfrm>
            <a:off x="8507562" y="240388"/>
            <a:ext cx="941829" cy="1070261"/>
            <a:chOff x="1447800" y="895348"/>
            <a:chExt cx="1676400" cy="1905002"/>
          </a:xfrm>
        </p:grpSpPr>
        <p:sp>
          <p:nvSpPr>
            <p:cNvPr id="22" name="Arrow: Left-Right 21">
              <a:extLst>
                <a:ext uri="{FF2B5EF4-FFF2-40B4-BE49-F238E27FC236}">
                  <a16:creationId xmlns:a16="http://schemas.microsoft.com/office/drawing/2014/main" id="{C8B0369A-657F-AFCC-591E-A7AAA851A990}"/>
                </a:ext>
              </a:extLst>
            </p:cNvPr>
            <p:cNvSpPr/>
            <p:nvPr/>
          </p:nvSpPr>
          <p:spPr>
            <a:xfrm rot="3392616">
              <a:off x="2057400" y="1009657"/>
              <a:ext cx="457200" cy="228581"/>
            </a:xfrm>
            <a:prstGeom prst="leftRightArrow">
              <a:avLst/>
            </a:prstGeom>
            <a:solidFill>
              <a:srgbClr val="00EE6C"/>
            </a:solidFill>
            <a:ln>
              <a:solidFill>
                <a:srgbClr val="007434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D114C7D-8D5D-5C02-3055-0D85DFF6A831}"/>
                </a:ext>
              </a:extLst>
            </p:cNvPr>
            <p:cNvSpPr/>
            <p:nvPr/>
          </p:nvSpPr>
          <p:spPr>
            <a:xfrm>
              <a:off x="1447800" y="1123950"/>
              <a:ext cx="1676400" cy="1676400"/>
            </a:xfrm>
            <a:custGeom>
              <a:avLst/>
              <a:gdLst>
                <a:gd name="connsiteX0" fmla="*/ 0 w 1676400"/>
                <a:gd name="connsiteY0" fmla="*/ 0 h 1676400"/>
                <a:gd name="connsiteX1" fmla="*/ 228600 w 1676400"/>
                <a:gd name="connsiteY1" fmla="*/ 0 h 1676400"/>
                <a:gd name="connsiteX2" fmla="*/ 228600 w 1676400"/>
                <a:gd name="connsiteY2" fmla="*/ 1447800 h 1676400"/>
                <a:gd name="connsiteX3" fmla="*/ 1447800 w 1676400"/>
                <a:gd name="connsiteY3" fmla="*/ 1447800 h 1676400"/>
                <a:gd name="connsiteX4" fmla="*/ 1447800 w 1676400"/>
                <a:gd name="connsiteY4" fmla="*/ 0 h 1676400"/>
                <a:gd name="connsiteX5" fmla="*/ 1676400 w 1676400"/>
                <a:gd name="connsiteY5" fmla="*/ 0 h 1676400"/>
                <a:gd name="connsiteX6" fmla="*/ 1676400 w 1676400"/>
                <a:gd name="connsiteY6" fmla="*/ 1447800 h 1676400"/>
                <a:gd name="connsiteX7" fmla="*/ 1676400 w 1676400"/>
                <a:gd name="connsiteY7" fmla="*/ 1676400 h 1676400"/>
                <a:gd name="connsiteX8" fmla="*/ 1447800 w 1676400"/>
                <a:gd name="connsiteY8" fmla="*/ 1676400 h 1676400"/>
                <a:gd name="connsiteX9" fmla="*/ 228600 w 1676400"/>
                <a:gd name="connsiteY9" fmla="*/ 1676400 h 1676400"/>
                <a:gd name="connsiteX10" fmla="*/ 0 w 1676400"/>
                <a:gd name="connsiteY10" fmla="*/ 1676400 h 1676400"/>
                <a:gd name="connsiteX11" fmla="*/ 0 w 1676400"/>
                <a:gd name="connsiteY11" fmla="*/ 1447800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6400" h="1676400">
                  <a:moveTo>
                    <a:pt x="0" y="0"/>
                  </a:moveTo>
                  <a:lnTo>
                    <a:pt x="228600" y="0"/>
                  </a:lnTo>
                  <a:lnTo>
                    <a:pt x="228600" y="1447800"/>
                  </a:lnTo>
                  <a:lnTo>
                    <a:pt x="1447800" y="1447800"/>
                  </a:lnTo>
                  <a:lnTo>
                    <a:pt x="1447800" y="0"/>
                  </a:lnTo>
                  <a:lnTo>
                    <a:pt x="1676400" y="0"/>
                  </a:lnTo>
                  <a:lnTo>
                    <a:pt x="1676400" y="1447800"/>
                  </a:lnTo>
                  <a:lnTo>
                    <a:pt x="1676400" y="1676400"/>
                  </a:lnTo>
                  <a:lnTo>
                    <a:pt x="1447800" y="1676400"/>
                  </a:lnTo>
                  <a:lnTo>
                    <a:pt x="228600" y="1676400"/>
                  </a:lnTo>
                  <a:lnTo>
                    <a:pt x="0" y="1676400"/>
                  </a:lnTo>
                  <a:lnTo>
                    <a:pt x="0" y="144780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CFFBBD5-02FB-21D4-D35F-9E22D4BA300B}"/>
                </a:ext>
              </a:extLst>
            </p:cNvPr>
            <p:cNvCxnSpPr>
              <a:stCxn id="23" idx="1"/>
              <a:endCxn id="23" idx="4"/>
            </p:cNvCxnSpPr>
            <p:nvPr/>
          </p:nvCxnSpPr>
          <p:spPr>
            <a:xfrm>
              <a:off x="1676400" y="1123950"/>
              <a:ext cx="12192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1C9D0EB-C6ED-DE57-0664-5F7517EB7E57}"/>
                </a:ext>
              </a:extLst>
            </p:cNvPr>
            <p:cNvSpPr/>
            <p:nvPr/>
          </p:nvSpPr>
          <p:spPr>
            <a:xfrm>
              <a:off x="2431181" y="1875826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9097AB4-5DB3-44E4-CBBC-EECED9CBDAC1}"/>
                </a:ext>
              </a:extLst>
            </p:cNvPr>
            <p:cNvSpPr/>
            <p:nvPr/>
          </p:nvSpPr>
          <p:spPr>
            <a:xfrm>
              <a:off x="2623010" y="1499809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2F3DD69-0B0F-6A67-4C89-949A8C2AE72A}"/>
                </a:ext>
              </a:extLst>
            </p:cNvPr>
            <p:cNvSpPr/>
            <p:nvPr/>
          </p:nvSpPr>
          <p:spPr>
            <a:xfrm>
              <a:off x="1988419" y="1550801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38DCF8D-1753-121C-9829-75470D10EF6F}"/>
                </a:ext>
              </a:extLst>
            </p:cNvPr>
            <p:cNvSpPr/>
            <p:nvPr/>
          </p:nvSpPr>
          <p:spPr>
            <a:xfrm>
              <a:off x="1752600" y="1652209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3C357EE-E190-5306-5875-7F24504BFFF5}"/>
                </a:ext>
              </a:extLst>
            </p:cNvPr>
            <p:cNvSpPr/>
            <p:nvPr/>
          </p:nvSpPr>
          <p:spPr>
            <a:xfrm>
              <a:off x="2133600" y="21907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2336EFE-EB6F-BCD8-FE1F-AE30FBA1C980}"/>
                </a:ext>
              </a:extLst>
            </p:cNvPr>
            <p:cNvSpPr/>
            <p:nvPr/>
          </p:nvSpPr>
          <p:spPr>
            <a:xfrm>
              <a:off x="2514600" y="21907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DA4E86B-C555-98D0-A0AE-3FF5C24DF231}"/>
                </a:ext>
              </a:extLst>
            </p:cNvPr>
            <p:cNvSpPr/>
            <p:nvPr/>
          </p:nvSpPr>
          <p:spPr>
            <a:xfrm>
              <a:off x="1981200" y="19621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D808760-CF52-1FFD-456E-0C0A006F25CD}"/>
                </a:ext>
              </a:extLst>
            </p:cNvPr>
            <p:cNvSpPr/>
            <p:nvPr/>
          </p:nvSpPr>
          <p:spPr>
            <a:xfrm>
              <a:off x="2133600" y="12763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CF26BB7-DB96-B148-5C55-C5CBBB3D09B3}"/>
                </a:ext>
              </a:extLst>
            </p:cNvPr>
            <p:cNvSpPr/>
            <p:nvPr/>
          </p:nvSpPr>
          <p:spPr>
            <a:xfrm>
              <a:off x="2667000" y="12001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8701A3E-C5B5-4376-6355-9915C56F5F4C}"/>
                </a:ext>
              </a:extLst>
            </p:cNvPr>
            <p:cNvSpPr/>
            <p:nvPr/>
          </p:nvSpPr>
          <p:spPr>
            <a:xfrm>
              <a:off x="2362200" y="15049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B3DDE96-1489-D944-42AA-59E2CAD6C590}"/>
                </a:ext>
              </a:extLst>
            </p:cNvPr>
            <p:cNvSpPr/>
            <p:nvPr/>
          </p:nvSpPr>
          <p:spPr>
            <a:xfrm>
              <a:off x="2209800" y="18097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509F7BA-F754-474B-43C2-BAC983094C13}"/>
                </a:ext>
              </a:extLst>
            </p:cNvPr>
            <p:cNvSpPr/>
            <p:nvPr/>
          </p:nvSpPr>
          <p:spPr>
            <a:xfrm>
              <a:off x="1828800" y="21145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60FEA4A-5810-3945-2857-E81BF97679E3}"/>
                </a:ext>
              </a:extLst>
            </p:cNvPr>
            <p:cNvSpPr/>
            <p:nvPr/>
          </p:nvSpPr>
          <p:spPr>
            <a:xfrm>
              <a:off x="1981200" y="24193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B243EB8B-EF9A-6CDB-9FC8-1E8C61BFAFFA}"/>
                </a:ext>
              </a:extLst>
            </p:cNvPr>
            <p:cNvSpPr/>
            <p:nvPr/>
          </p:nvSpPr>
          <p:spPr>
            <a:xfrm>
              <a:off x="2362200" y="23431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81C4316A-97E1-2E0E-5E86-7AE35C4502E3}"/>
                </a:ext>
              </a:extLst>
            </p:cNvPr>
            <p:cNvSpPr/>
            <p:nvPr/>
          </p:nvSpPr>
          <p:spPr>
            <a:xfrm>
              <a:off x="2743200" y="20383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74FEEFF-B6CB-09B4-CB92-8B267C1D89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00" y="1444294"/>
              <a:ext cx="685800" cy="3268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12BCD88-82A5-FE5D-F352-8FC44E09A0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46045" y="1976517"/>
              <a:ext cx="679910" cy="1133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18851FA-C5B2-549D-AAF7-3310423477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9210" y="1352549"/>
              <a:ext cx="197720" cy="5811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472F5AB-AE03-F90E-ED61-D66D29338B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0251" y="1276351"/>
              <a:ext cx="819149" cy="1390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F21B5EA-5FA8-DC90-A972-011B520E93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7381" y="1004022"/>
              <a:ext cx="216769" cy="2442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F70C1AA-B342-4291-ACB1-F3B9D34E63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66900" y="2134352"/>
              <a:ext cx="216769" cy="2442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19740B5-A88E-9A8F-334D-2F9AF322EC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95551" y="2161394"/>
              <a:ext cx="285749" cy="296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E983353-E87F-7F4F-6FA3-A8C669301729}"/>
                </a:ext>
              </a:extLst>
            </p:cNvPr>
            <p:cNvCxnSpPr>
              <a:cxnSpLocks/>
              <a:stCxn id="66" idx="2"/>
            </p:cNvCxnSpPr>
            <p:nvPr/>
          </p:nvCxnSpPr>
          <p:spPr>
            <a:xfrm flipV="1">
              <a:off x="2362200" y="2223321"/>
              <a:ext cx="457200" cy="1579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217A852D-C2A3-DC28-F370-8C07859E1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400" y="2114550"/>
              <a:ext cx="457200" cy="1579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7D064A8-3101-040B-0964-CA785CD218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8800" y="1684781"/>
              <a:ext cx="581025" cy="5678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8B028F4-B3F4-8080-CFD1-86825BA396F6}"/>
              </a:ext>
            </a:extLst>
          </p:cNvPr>
          <p:cNvGrpSpPr/>
          <p:nvPr/>
        </p:nvGrpSpPr>
        <p:grpSpPr>
          <a:xfrm>
            <a:off x="10559371" y="243846"/>
            <a:ext cx="942824" cy="1066804"/>
            <a:chOff x="6248400" y="901501"/>
            <a:chExt cx="1678172" cy="1898849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B8E8AC37-79C6-7A98-1BAD-B4C20B8A8435}"/>
                </a:ext>
              </a:extLst>
            </p:cNvPr>
            <p:cNvSpPr/>
            <p:nvPr/>
          </p:nvSpPr>
          <p:spPr>
            <a:xfrm>
              <a:off x="6248400" y="1123950"/>
              <a:ext cx="1676400" cy="1676400"/>
            </a:xfrm>
            <a:custGeom>
              <a:avLst/>
              <a:gdLst>
                <a:gd name="connsiteX0" fmla="*/ 0 w 1676400"/>
                <a:gd name="connsiteY0" fmla="*/ 0 h 1676400"/>
                <a:gd name="connsiteX1" fmla="*/ 228600 w 1676400"/>
                <a:gd name="connsiteY1" fmla="*/ 0 h 1676400"/>
                <a:gd name="connsiteX2" fmla="*/ 228600 w 1676400"/>
                <a:gd name="connsiteY2" fmla="*/ 1447800 h 1676400"/>
                <a:gd name="connsiteX3" fmla="*/ 1447800 w 1676400"/>
                <a:gd name="connsiteY3" fmla="*/ 1447800 h 1676400"/>
                <a:gd name="connsiteX4" fmla="*/ 1447800 w 1676400"/>
                <a:gd name="connsiteY4" fmla="*/ 0 h 1676400"/>
                <a:gd name="connsiteX5" fmla="*/ 1676400 w 1676400"/>
                <a:gd name="connsiteY5" fmla="*/ 0 h 1676400"/>
                <a:gd name="connsiteX6" fmla="*/ 1676400 w 1676400"/>
                <a:gd name="connsiteY6" fmla="*/ 1447800 h 1676400"/>
                <a:gd name="connsiteX7" fmla="*/ 1676400 w 1676400"/>
                <a:gd name="connsiteY7" fmla="*/ 1676400 h 1676400"/>
                <a:gd name="connsiteX8" fmla="*/ 1447800 w 1676400"/>
                <a:gd name="connsiteY8" fmla="*/ 1676400 h 1676400"/>
                <a:gd name="connsiteX9" fmla="*/ 228600 w 1676400"/>
                <a:gd name="connsiteY9" fmla="*/ 1676400 h 1676400"/>
                <a:gd name="connsiteX10" fmla="*/ 0 w 1676400"/>
                <a:gd name="connsiteY10" fmla="*/ 1676400 h 1676400"/>
                <a:gd name="connsiteX11" fmla="*/ 0 w 1676400"/>
                <a:gd name="connsiteY11" fmla="*/ 1447800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6400" h="1676400">
                  <a:moveTo>
                    <a:pt x="0" y="0"/>
                  </a:moveTo>
                  <a:lnTo>
                    <a:pt x="228600" y="0"/>
                  </a:lnTo>
                  <a:lnTo>
                    <a:pt x="228600" y="1447800"/>
                  </a:lnTo>
                  <a:lnTo>
                    <a:pt x="1447800" y="1447800"/>
                  </a:lnTo>
                  <a:lnTo>
                    <a:pt x="1447800" y="0"/>
                  </a:lnTo>
                  <a:lnTo>
                    <a:pt x="1676400" y="0"/>
                  </a:lnTo>
                  <a:lnTo>
                    <a:pt x="1676400" y="1447800"/>
                  </a:lnTo>
                  <a:lnTo>
                    <a:pt x="1676400" y="1676400"/>
                  </a:lnTo>
                  <a:lnTo>
                    <a:pt x="1447800" y="1676400"/>
                  </a:lnTo>
                  <a:lnTo>
                    <a:pt x="228600" y="1676400"/>
                  </a:lnTo>
                  <a:lnTo>
                    <a:pt x="0" y="1676400"/>
                  </a:lnTo>
                  <a:lnTo>
                    <a:pt x="0" y="144780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D9728BE4-C25F-4EA6-BD5A-B626E5C57EBB}"/>
                </a:ext>
              </a:extLst>
            </p:cNvPr>
            <p:cNvSpPr/>
            <p:nvPr/>
          </p:nvSpPr>
          <p:spPr>
            <a:xfrm>
              <a:off x="7231781" y="1875826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815D945D-B0BB-967D-17A7-90069BD1E727}"/>
                </a:ext>
              </a:extLst>
            </p:cNvPr>
            <p:cNvSpPr/>
            <p:nvPr/>
          </p:nvSpPr>
          <p:spPr>
            <a:xfrm>
              <a:off x="7423610" y="1499809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A5D2E1D5-62EF-4CC0-443C-8D2CE7379FD2}"/>
                </a:ext>
              </a:extLst>
            </p:cNvPr>
            <p:cNvSpPr/>
            <p:nvPr/>
          </p:nvSpPr>
          <p:spPr>
            <a:xfrm>
              <a:off x="6789019" y="1550801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75528FA3-F7FB-2310-7D6D-DEBB8E9D26DE}"/>
                </a:ext>
              </a:extLst>
            </p:cNvPr>
            <p:cNvSpPr/>
            <p:nvPr/>
          </p:nvSpPr>
          <p:spPr>
            <a:xfrm>
              <a:off x="6553200" y="1652209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DEE2DAA1-80AE-2114-310F-EF56ECDC77E6}"/>
                </a:ext>
              </a:extLst>
            </p:cNvPr>
            <p:cNvSpPr/>
            <p:nvPr/>
          </p:nvSpPr>
          <p:spPr>
            <a:xfrm>
              <a:off x="6934200" y="21907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1F4C76A-7B35-5A7E-11A7-AD7780B87E1D}"/>
                </a:ext>
              </a:extLst>
            </p:cNvPr>
            <p:cNvSpPr/>
            <p:nvPr/>
          </p:nvSpPr>
          <p:spPr>
            <a:xfrm>
              <a:off x="7315200" y="21907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E3EBE337-0EBC-A50A-F505-D5AA722DBB19}"/>
                </a:ext>
              </a:extLst>
            </p:cNvPr>
            <p:cNvSpPr/>
            <p:nvPr/>
          </p:nvSpPr>
          <p:spPr>
            <a:xfrm>
              <a:off x="6781800" y="19621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EEA4B43D-F716-3B40-A88F-7EF0F2A66D0A}"/>
                </a:ext>
              </a:extLst>
            </p:cNvPr>
            <p:cNvSpPr/>
            <p:nvPr/>
          </p:nvSpPr>
          <p:spPr>
            <a:xfrm>
              <a:off x="6934200" y="12763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2BEC756C-252E-ABB0-9E22-5E82B9C1D712}"/>
                </a:ext>
              </a:extLst>
            </p:cNvPr>
            <p:cNvSpPr/>
            <p:nvPr/>
          </p:nvSpPr>
          <p:spPr>
            <a:xfrm>
              <a:off x="7467600" y="12001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FAE52289-31E9-330D-1F1B-4DC49A2E7A2B}"/>
                </a:ext>
              </a:extLst>
            </p:cNvPr>
            <p:cNvSpPr/>
            <p:nvPr/>
          </p:nvSpPr>
          <p:spPr>
            <a:xfrm>
              <a:off x="7162800" y="15049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42092AA4-29C2-3F07-48F3-7342EE2FD816}"/>
                </a:ext>
              </a:extLst>
            </p:cNvPr>
            <p:cNvSpPr/>
            <p:nvPr/>
          </p:nvSpPr>
          <p:spPr>
            <a:xfrm>
              <a:off x="7010400" y="18097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0C1BB357-081C-ED90-9B5E-44CE558CBD36}"/>
                </a:ext>
              </a:extLst>
            </p:cNvPr>
            <p:cNvSpPr/>
            <p:nvPr/>
          </p:nvSpPr>
          <p:spPr>
            <a:xfrm>
              <a:off x="6629400" y="21145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D94F47E-4E18-9EAC-FE63-452E538CCB3D}"/>
                </a:ext>
              </a:extLst>
            </p:cNvPr>
            <p:cNvSpPr/>
            <p:nvPr/>
          </p:nvSpPr>
          <p:spPr>
            <a:xfrm>
              <a:off x="6781800" y="24193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0AA45B4C-6B54-B455-081E-C690408039E5}"/>
                </a:ext>
              </a:extLst>
            </p:cNvPr>
            <p:cNvSpPr/>
            <p:nvPr/>
          </p:nvSpPr>
          <p:spPr>
            <a:xfrm>
              <a:off x="7162800" y="23431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1E46221A-E2EA-426B-E95C-18A293D0D4DA}"/>
                </a:ext>
              </a:extLst>
            </p:cNvPr>
            <p:cNvSpPr/>
            <p:nvPr/>
          </p:nvSpPr>
          <p:spPr>
            <a:xfrm>
              <a:off x="7543800" y="2038350"/>
              <a:ext cx="76200" cy="76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292FB35-A4E8-D2F8-F254-61C00F47F4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05600" y="1444294"/>
              <a:ext cx="685800" cy="3268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31B3AF6-F7F7-D8A7-5994-92877928C3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46645" y="1976517"/>
              <a:ext cx="679910" cy="1133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5FD929D-80A3-1CF8-F6FF-CB0846066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9810" y="1352549"/>
              <a:ext cx="197720" cy="5811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74ADC7E-ED21-6CD7-C602-AAB47AC795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851" y="1276351"/>
              <a:ext cx="819149" cy="1390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B26A4492-D714-BE0F-CE64-45CF62D840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26555" y="1137613"/>
              <a:ext cx="98196" cy="1106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71E1B8A4-D344-1C58-1A00-BB9100F505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7500" y="2134352"/>
              <a:ext cx="216769" cy="2442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D3AFD782-C664-7C1F-ED53-A9F99A7E90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96151" y="2161394"/>
              <a:ext cx="285749" cy="296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46172733-5966-63F9-7E68-388CEEC48035}"/>
                </a:ext>
              </a:extLst>
            </p:cNvPr>
            <p:cNvCxnSpPr>
              <a:cxnSpLocks/>
              <a:stCxn id="93" idx="2"/>
            </p:cNvCxnSpPr>
            <p:nvPr/>
          </p:nvCxnSpPr>
          <p:spPr>
            <a:xfrm flipV="1">
              <a:off x="7162800" y="2223321"/>
              <a:ext cx="457200" cy="1579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1B21805-4E5D-1002-B457-F9CCDB19FB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8000" y="2114550"/>
              <a:ext cx="457200" cy="1579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E561DD4-E7AB-9213-E464-BD50994237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9400" y="1684781"/>
              <a:ext cx="581025" cy="5678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2DD51DA9-C7D2-C6C1-7F3D-D6F1F18DF3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3962" y="1136476"/>
              <a:ext cx="103708" cy="1168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78CA887-B3B8-1FA2-4908-21FA883CB968}"/>
                </a:ext>
              </a:extLst>
            </p:cNvPr>
            <p:cNvSpPr/>
            <p:nvPr/>
          </p:nvSpPr>
          <p:spPr>
            <a:xfrm>
              <a:off x="6250172" y="901501"/>
              <a:ext cx="1676400" cy="223459"/>
            </a:xfrm>
            <a:prstGeom prst="rect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0DC7CA2F-E85C-33C9-8C60-261EB8239376}"/>
              </a:ext>
            </a:extLst>
          </p:cNvPr>
          <p:cNvSpPr/>
          <p:nvPr/>
        </p:nvSpPr>
        <p:spPr>
          <a:xfrm>
            <a:off x="9684804" y="459093"/>
            <a:ext cx="642155" cy="4451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1C82D08E-0125-0A40-948C-6024F7B6EC93}"/>
                  </a:ext>
                </a:extLst>
              </p:cNvPr>
              <p:cNvSpPr txBox="1"/>
              <p:nvPr/>
            </p:nvSpPr>
            <p:spPr>
              <a:xfrm>
                <a:off x="8622109" y="1424765"/>
                <a:ext cx="7292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1C82D08E-0125-0A40-948C-6024F7B6E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2109" y="1424765"/>
                <a:ext cx="729238" cy="276999"/>
              </a:xfrm>
              <a:prstGeom prst="rect">
                <a:avLst/>
              </a:prstGeom>
              <a:blipFill>
                <a:blip r:embed="rId1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26C88C5-6587-73B5-3B0A-1705F278C1CC}"/>
              </a:ext>
            </a:extLst>
          </p:cNvPr>
          <p:cNvGrpSpPr/>
          <p:nvPr/>
        </p:nvGrpSpPr>
        <p:grpSpPr>
          <a:xfrm>
            <a:off x="10624527" y="1377363"/>
            <a:ext cx="838948" cy="777888"/>
            <a:chOff x="6915720" y="4229050"/>
            <a:chExt cx="838948" cy="7778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F74693B7-B12E-3844-8004-A1F2F02AC01E}"/>
                    </a:ext>
                  </a:extLst>
                </p:cNvPr>
                <p:cNvSpPr txBox="1"/>
                <p:nvPr/>
              </p:nvSpPr>
              <p:spPr>
                <a:xfrm>
                  <a:off x="6915720" y="4229050"/>
                  <a:ext cx="80817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F74693B7-B12E-3844-8004-A1F2F02AC0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5720" y="4229050"/>
                  <a:ext cx="808170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5188FE36-2237-F1A5-6954-5C8DDB60C977}"/>
                    </a:ext>
                  </a:extLst>
                </p:cNvPr>
                <p:cNvSpPr txBox="1"/>
                <p:nvPr/>
              </p:nvSpPr>
              <p:spPr>
                <a:xfrm>
                  <a:off x="6915720" y="4482500"/>
                  <a:ext cx="81176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5188FE36-2237-F1A5-6954-5C8DDB60C9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5720" y="4482500"/>
                  <a:ext cx="811761" cy="276999"/>
                </a:xfrm>
                <a:prstGeom prst="rect">
                  <a:avLst/>
                </a:prstGeom>
                <a:blipFill>
                  <a:blip r:embed="rId1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B94F3B8B-172A-9E1B-5F7F-16AC9DE2F011}"/>
                    </a:ext>
                  </a:extLst>
                </p:cNvPr>
                <p:cNvSpPr txBox="1"/>
                <p:nvPr/>
              </p:nvSpPr>
              <p:spPr>
                <a:xfrm>
                  <a:off x="6915720" y="4729939"/>
                  <a:ext cx="8389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….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B94F3B8B-172A-9E1B-5F7F-16AC9DE2F0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5720" y="4729939"/>
                  <a:ext cx="838948" cy="276999"/>
                </a:xfrm>
                <a:prstGeom prst="rect">
                  <a:avLst/>
                </a:prstGeom>
                <a:blipFill>
                  <a:blip r:embed="rId18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B15D278A-2A72-E269-2597-CD0824AFD3A7}"/>
              </a:ext>
            </a:extLst>
          </p:cNvPr>
          <p:cNvSpPr txBox="1"/>
          <p:nvPr/>
        </p:nvSpPr>
        <p:spPr>
          <a:xfrm>
            <a:off x="8881058" y="1801806"/>
            <a:ext cx="16074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Different equilibria,</a:t>
            </a:r>
            <a:br>
              <a:rPr lang="en-US" sz="1400" dirty="0"/>
            </a:br>
            <a:r>
              <a:rPr lang="en-US" sz="1400" dirty="0"/>
              <a:t>different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4BD815B5-CF97-AB3B-565F-C519484E71F7}"/>
                  </a:ext>
                </a:extLst>
              </p:cNvPr>
              <p:cNvSpPr txBox="1"/>
              <p:nvPr/>
            </p:nvSpPr>
            <p:spPr>
              <a:xfrm>
                <a:off x="9100188" y="3233114"/>
                <a:ext cx="5023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4BD815B5-CF97-AB3B-565F-C519484E7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0188" y="3233114"/>
                <a:ext cx="502317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D5177CB-DCFF-C8A1-032B-D78F05B49A6E}"/>
              </a:ext>
            </a:extLst>
          </p:cNvPr>
          <p:cNvGrpSpPr/>
          <p:nvPr/>
        </p:nvGrpSpPr>
        <p:grpSpPr>
          <a:xfrm>
            <a:off x="9132973" y="2595351"/>
            <a:ext cx="2009692" cy="687739"/>
            <a:chOff x="7812900" y="351483"/>
            <a:chExt cx="2009692" cy="687739"/>
          </a:xfrm>
        </p:grpSpPr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DD3F4D48-1A0E-A3D3-CA77-1F895E34FE67}"/>
                </a:ext>
              </a:extLst>
            </p:cNvPr>
            <p:cNvCxnSpPr>
              <a:cxnSpLocks/>
            </p:cNvCxnSpPr>
            <p:nvPr/>
          </p:nvCxnSpPr>
          <p:spPr>
            <a:xfrm>
              <a:off x="7812900" y="696112"/>
              <a:ext cx="5830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3FFB221F-83B6-55CB-06E5-C34DF1551D0A}"/>
                </a:ext>
              </a:extLst>
            </p:cNvPr>
            <p:cNvSpPr/>
            <p:nvPr/>
          </p:nvSpPr>
          <p:spPr>
            <a:xfrm>
              <a:off x="8407430" y="351483"/>
              <a:ext cx="832104" cy="6877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Spin up meas.</a:t>
              </a:r>
            </a:p>
          </p:txBody>
        </p: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3D18EDBF-1D33-33D2-CA9C-00F837BA3319}"/>
                </a:ext>
              </a:extLst>
            </p:cNvPr>
            <p:cNvCxnSpPr>
              <a:cxnSpLocks/>
            </p:cNvCxnSpPr>
            <p:nvPr/>
          </p:nvCxnSpPr>
          <p:spPr>
            <a:xfrm>
              <a:off x="9239534" y="695352"/>
              <a:ext cx="5830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5A353C4-5957-C44C-0407-B0E70E6665C0}"/>
                  </a:ext>
                </a:extLst>
              </p:cNvPr>
              <p:cNvSpPr txBox="1"/>
              <p:nvPr/>
            </p:nvSpPr>
            <p:spPr>
              <a:xfrm>
                <a:off x="10605360" y="3547677"/>
                <a:ext cx="49334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5A353C4-5957-C44C-0407-B0E70E666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5360" y="3547677"/>
                <a:ext cx="493340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434D8C9-149F-CACA-7001-C049333C743F}"/>
                  </a:ext>
                </a:extLst>
              </p:cNvPr>
              <p:cNvSpPr txBox="1"/>
              <p:nvPr/>
            </p:nvSpPr>
            <p:spPr>
              <a:xfrm>
                <a:off x="10605360" y="3290500"/>
                <a:ext cx="49334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434D8C9-149F-CACA-7001-C049333C7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5360" y="3290500"/>
                <a:ext cx="493340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TextBox 120">
            <a:extLst>
              <a:ext uri="{FF2B5EF4-FFF2-40B4-BE49-F238E27FC236}">
                <a16:creationId xmlns:a16="http://schemas.microsoft.com/office/drawing/2014/main" id="{4AFC0878-C2C9-42DC-527D-D800CAE39F57}"/>
              </a:ext>
            </a:extLst>
          </p:cNvPr>
          <p:cNvSpPr txBox="1"/>
          <p:nvPr/>
        </p:nvSpPr>
        <p:spPr>
          <a:xfrm>
            <a:off x="9069234" y="3567499"/>
            <a:ext cx="1536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Different contexts,</a:t>
            </a:r>
            <a:br>
              <a:rPr lang="en-US" sz="1400" dirty="0"/>
            </a:br>
            <a:r>
              <a:rPr lang="en-US" sz="1400" dirty="0"/>
              <a:t>different variables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124A0DC-C3ED-24D3-4FCA-2A2ED699288A}"/>
              </a:ext>
            </a:extLst>
          </p:cNvPr>
          <p:cNvSpPr txBox="1"/>
          <p:nvPr/>
        </p:nvSpPr>
        <p:spPr>
          <a:xfrm>
            <a:off x="699048" y="5414850"/>
            <a:ext cx="70415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Quantum contexts are different boundary conditions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9D0543-8B2B-16DA-09B9-C144F26C9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017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767D3-D5A4-584B-2AC7-3FC0F04CC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E31643-15DC-08FE-3603-E69F398EBD99}"/>
                  </a:ext>
                </a:extLst>
              </p:cNvPr>
              <p:cNvSpPr txBox="1"/>
              <p:nvPr/>
            </p:nvSpPr>
            <p:spPr>
              <a:xfrm>
                <a:off x="208028" y="62260"/>
                <a:ext cx="9094477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400" dirty="0"/>
                  <a:t>Unitary evolution </a:t>
                </a:r>
                <a14:m>
                  <m:oMath xmlns:m="http://schemas.openxmlformats.org/officeDocument/2006/math">
                    <m:r>
                      <a:rPr lang="en-US" sz="4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4400" dirty="0"/>
                  <a:t> det/rev evolution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C9CA41-D842-7AA6-1913-A436FF4D1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028" y="62260"/>
                <a:ext cx="9094477" cy="769441"/>
              </a:xfrm>
              <a:prstGeom prst="rect">
                <a:avLst/>
              </a:prstGeom>
              <a:blipFill>
                <a:blip r:embed="rId2"/>
                <a:stretch>
                  <a:fillRect l="-2681" t="-15873" r="-1944" b="-37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B7880A-2B46-0163-8D88-64729A413E0D}"/>
                  </a:ext>
                </a:extLst>
              </p:cNvPr>
              <p:cNvSpPr txBox="1"/>
              <p:nvPr/>
            </p:nvSpPr>
            <p:spPr>
              <a:xfrm>
                <a:off x="693420" y="1021080"/>
                <a:ext cx="82825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d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⟩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𝒯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d>
                        <m:dPr>
                          <m:begChr m:val="|"/>
                          <m:endChr m:val="⟩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0E5D36-3535-C1B0-9D4C-903EAD1E9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" y="1021080"/>
                <a:ext cx="8282588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071725-CAA0-1EF1-6B0B-BF58A46B69B6}"/>
              </a:ext>
            </a:extLst>
          </p:cNvPr>
          <p:cNvCxnSpPr>
            <a:cxnSpLocks/>
          </p:cNvCxnSpPr>
          <p:nvPr/>
        </p:nvCxnSpPr>
        <p:spPr>
          <a:xfrm flipH="1" flipV="1">
            <a:off x="6964680" y="1813560"/>
            <a:ext cx="1112520" cy="15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4F3A8D1-9250-7946-FA4D-DB690798FD02}"/>
              </a:ext>
            </a:extLst>
          </p:cNvPr>
          <p:cNvSpPr txBox="1"/>
          <p:nvPr/>
        </p:nvSpPr>
        <p:spPr>
          <a:xfrm>
            <a:off x="8168640" y="1734691"/>
            <a:ext cx="3650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 of states depends only on previous state (determinism)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D10AAC-6AFA-2321-8C89-6DAEC46E43CD}"/>
                  </a:ext>
                </a:extLst>
              </p:cNvPr>
              <p:cNvSpPr txBox="1"/>
              <p:nvPr/>
            </p:nvSpPr>
            <p:spPr>
              <a:xfrm>
                <a:off x="693420" y="1937201"/>
                <a:ext cx="604402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d>
                        </m:e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d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9A215C-435C-DB5A-4884-ADE649E9F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" y="1937201"/>
                <a:ext cx="6044027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E2AED6-3F0C-606A-1A63-F89456521076}"/>
              </a:ext>
            </a:extLst>
          </p:cNvPr>
          <p:cNvCxnSpPr>
            <a:cxnSpLocks/>
          </p:cNvCxnSpPr>
          <p:nvPr/>
        </p:nvCxnSpPr>
        <p:spPr>
          <a:xfrm flipH="1" flipV="1">
            <a:off x="6888480" y="2378275"/>
            <a:ext cx="800100" cy="175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B5BD58D-3B13-E466-F0AA-D10EFE2DF9CC}"/>
              </a:ext>
            </a:extLst>
          </p:cNvPr>
          <p:cNvSpPr txBox="1"/>
          <p:nvPr/>
        </p:nvSpPr>
        <p:spPr>
          <a:xfrm>
            <a:off x="7764780" y="2378275"/>
            <a:ext cx="38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 state is normalized (reversibility)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6AD574-E7E7-6A8E-7A7F-34303EEE163E}"/>
                  </a:ext>
                </a:extLst>
              </p:cNvPr>
              <p:cNvSpPr txBox="1"/>
              <p:nvPr/>
            </p:nvSpPr>
            <p:spPr>
              <a:xfrm>
                <a:off x="693420" y="2862887"/>
                <a:ext cx="55049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𝒯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𝒯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13F086-77C2-342C-4D3F-18064E95E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" y="2862887"/>
                <a:ext cx="5504969" cy="461665"/>
              </a:xfrm>
              <a:prstGeom prst="rect">
                <a:avLst/>
              </a:prstGeom>
              <a:blipFill>
                <a:blip r:embed="rId5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2FDA74-EEC0-7F07-B060-847553A9E4D4}"/>
                  </a:ext>
                </a:extLst>
              </p:cNvPr>
              <p:cNvSpPr txBox="1"/>
              <p:nvPr/>
            </p:nvSpPr>
            <p:spPr>
              <a:xfrm>
                <a:off x="693419" y="3396287"/>
                <a:ext cx="5745547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𝒯</m:t>
                                      </m:r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𝒯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e>
                              </m:d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404C77-A4EF-E535-BA04-F69294785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19" y="3396287"/>
                <a:ext cx="5745547" cy="5091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89412F0-E0A4-ECE3-643D-3DCEEC3A5BD8}"/>
                  </a:ext>
                </a:extLst>
              </p:cNvPr>
              <p:cNvSpPr txBox="1"/>
              <p:nvPr/>
            </p:nvSpPr>
            <p:spPr>
              <a:xfrm>
                <a:off x="693418" y="3929687"/>
                <a:ext cx="7250575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𝒯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𝒯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𝒯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𝒯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5BA8C6B-BBF9-A7E7-264B-D94733447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18" y="3929687"/>
                <a:ext cx="7250575" cy="5091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2CC73D-C541-5BF8-296D-1DEA09082B73}"/>
                  </a:ext>
                </a:extLst>
              </p:cNvPr>
              <p:cNvSpPr txBox="1"/>
              <p:nvPr/>
            </p:nvSpPr>
            <p:spPr>
              <a:xfrm>
                <a:off x="693417" y="4463087"/>
                <a:ext cx="6113725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𝒯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𝒯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4389422-911B-1E9D-F0AD-349E3C9EC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17" y="4463087"/>
                <a:ext cx="6113725" cy="50917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3E387DC-4C17-CA1D-B84F-98D4E94074EF}"/>
                  </a:ext>
                </a:extLst>
              </p:cNvPr>
              <p:cNvSpPr txBox="1"/>
              <p:nvPr/>
            </p:nvSpPr>
            <p:spPr>
              <a:xfrm>
                <a:off x="693416" y="4996487"/>
                <a:ext cx="2586029" cy="471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𝒯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𝒯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A400F82-B83D-6CEC-1197-1D291DEC4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16" y="4996487"/>
                <a:ext cx="2586029" cy="4712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2751ABD-0881-7DCB-291A-9C4849F91F2C}"/>
                  </a:ext>
                </a:extLst>
              </p:cNvPr>
              <p:cNvSpPr txBox="1"/>
              <p:nvPr/>
            </p:nvSpPr>
            <p:spPr>
              <a:xfrm>
                <a:off x="4642224" y="5143976"/>
                <a:ext cx="4492512" cy="12869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</a:rPr>
                        <m:t>𝒯</m:t>
                      </m:r>
                      <m:d>
                        <m:d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𝚤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98E2486-C69C-5F39-065E-A170A29FF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224" y="5143976"/>
                <a:ext cx="4492512" cy="128695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5633B69-60EC-EC74-3991-0C10C7516A86}"/>
              </a:ext>
            </a:extLst>
          </p:cNvPr>
          <p:cNvCxnSpPr/>
          <p:nvPr/>
        </p:nvCxnSpPr>
        <p:spPr>
          <a:xfrm flipH="1">
            <a:off x="8267700" y="4581743"/>
            <a:ext cx="320040" cy="560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35E16A9-7634-D86E-D602-89516FFBAFA7}"/>
              </a:ext>
            </a:extLst>
          </p:cNvPr>
          <p:cNvSpPr txBox="1"/>
          <p:nvPr/>
        </p:nvSpPr>
        <p:spPr>
          <a:xfrm>
            <a:off x="8168640" y="4184276"/>
            <a:ext cx="1258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Self-adjoint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2E130B-FAC6-E609-55A6-F7A51A77343A}"/>
              </a:ext>
            </a:extLst>
          </p:cNvPr>
          <p:cNvSpPr txBox="1"/>
          <p:nvPr/>
        </p:nvSpPr>
        <p:spPr>
          <a:xfrm>
            <a:off x="6737447" y="2851925"/>
            <a:ext cx="52878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Also recovered from entropy conservation (like in classical mechanics)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803F5-8291-A71B-7CB7-C5FF4F05F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139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E4C01-FCD2-DA0B-010D-356074A5E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DC80EC-D3B9-8B3C-45E9-74B36ECF5BA2}"/>
              </a:ext>
            </a:extLst>
          </p:cNvPr>
          <p:cNvSpPr txBox="1"/>
          <p:nvPr/>
        </p:nvSpPr>
        <p:spPr>
          <a:xfrm>
            <a:off x="399432" y="338921"/>
            <a:ext cx="64331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Any process (deterministic or stochastic) is linear over ensembles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D5A98EE-0C33-B9BD-9172-8F1DDFD88F8A}"/>
              </a:ext>
            </a:extLst>
          </p:cNvPr>
          <p:cNvGrpSpPr/>
          <p:nvPr/>
        </p:nvGrpSpPr>
        <p:grpSpPr>
          <a:xfrm>
            <a:off x="7357500" y="351483"/>
            <a:ext cx="4182678" cy="687739"/>
            <a:chOff x="4948608" y="5357081"/>
            <a:chExt cx="4182678" cy="6877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FC069F0-29CB-2FBD-82B9-8D2C12B8ED4D}"/>
                    </a:ext>
                  </a:extLst>
                </p:cNvPr>
                <p:cNvSpPr txBox="1"/>
                <p:nvPr/>
              </p:nvSpPr>
              <p:spPr>
                <a:xfrm>
                  <a:off x="4948608" y="5430976"/>
                  <a:ext cx="52501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A695F6D-4DB1-5FDC-72CF-792CDF0F3A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8608" y="5430976"/>
                  <a:ext cx="525016" cy="461665"/>
                </a:xfrm>
                <a:prstGeom prst="rect">
                  <a:avLst/>
                </a:prstGeom>
                <a:blipFill>
                  <a:blip r:embed="rId20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98DF2A0-A29C-5410-2ADF-E54256241447}"/>
                    </a:ext>
                  </a:extLst>
                </p:cNvPr>
                <p:cNvSpPr txBox="1"/>
                <p:nvPr/>
              </p:nvSpPr>
              <p:spPr>
                <a:xfrm>
                  <a:off x="7413700" y="5470117"/>
                  <a:ext cx="171758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ADB9D40-F235-615C-3ACB-3F473826F2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3700" y="5470117"/>
                  <a:ext cx="1717586" cy="461665"/>
                </a:xfrm>
                <a:prstGeom prst="rect">
                  <a:avLst/>
                </a:prstGeom>
                <a:blipFill>
                  <a:blip r:embed="rId21"/>
                  <a:stretch>
                    <a:fillRect l="-1068"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453A8FC-7FCC-8CBA-9339-7176BA1FF146}"/>
                </a:ext>
              </a:extLst>
            </p:cNvPr>
            <p:cNvCxnSpPr>
              <a:cxnSpLocks/>
            </p:cNvCxnSpPr>
            <p:nvPr/>
          </p:nvCxnSpPr>
          <p:spPr>
            <a:xfrm>
              <a:off x="5404008" y="5701710"/>
              <a:ext cx="5830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103EE35B-3141-0B18-3EA5-9D076CA2ABC6}"/>
                    </a:ext>
                  </a:extLst>
                </p:cNvPr>
                <p:cNvSpPr/>
                <p:nvPr/>
              </p:nvSpPr>
              <p:spPr>
                <a:xfrm>
                  <a:off x="5998538" y="5357081"/>
                  <a:ext cx="832104" cy="68773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1F032753-16F6-5209-3EFB-D730E920FD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8538" y="5357081"/>
                  <a:ext cx="832104" cy="68773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E49AC1F-98C6-8C42-7B55-6980D27E7B36}"/>
                </a:ext>
              </a:extLst>
            </p:cNvPr>
            <p:cNvCxnSpPr>
              <a:cxnSpLocks/>
            </p:cNvCxnSpPr>
            <p:nvPr/>
          </p:nvCxnSpPr>
          <p:spPr>
            <a:xfrm>
              <a:off x="6830642" y="5700950"/>
              <a:ext cx="5830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A7F2995-D8A7-6874-083C-E5075E051D3D}"/>
                  </a:ext>
                </a:extLst>
              </p:cNvPr>
              <p:cNvSpPr txBox="1"/>
              <p:nvPr/>
            </p:nvSpPr>
            <p:spPr>
              <a:xfrm>
                <a:off x="7200721" y="1100286"/>
                <a:ext cx="43394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879A31-84C4-D421-F8BA-D13A8C185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721" y="1100286"/>
                <a:ext cx="4339457" cy="400110"/>
              </a:xfrm>
              <a:prstGeom prst="rect">
                <a:avLst/>
              </a:prstGeom>
              <a:blipFill>
                <a:blip r:embed="rId2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BB0F99A-7EE5-6AE0-42B0-D1C5B665143A}"/>
              </a:ext>
            </a:extLst>
          </p:cNvPr>
          <p:cNvSpPr txBox="1"/>
          <p:nvPr/>
        </p:nvSpPr>
        <p:spPr>
          <a:xfrm>
            <a:off x="2396255" y="4420526"/>
            <a:ext cx="65473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No measurement problem, since unitary evolution is not more “real” than projection 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BD1433B-7D7D-7A58-FCC0-DA6B388DD969}"/>
              </a:ext>
            </a:extLst>
          </p:cNvPr>
          <p:cNvGrpSpPr/>
          <p:nvPr/>
        </p:nvGrpSpPr>
        <p:grpSpPr>
          <a:xfrm>
            <a:off x="2239492" y="1868975"/>
            <a:ext cx="4089401" cy="1790824"/>
            <a:chOff x="0" y="3753090"/>
            <a:chExt cx="4089401" cy="179082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76B57C1-9B60-5C9B-8AB5-FE32D9DBBBB1}"/>
                </a:ext>
              </a:extLst>
            </p:cNvPr>
            <p:cNvSpPr txBox="1"/>
            <p:nvPr/>
          </p:nvSpPr>
          <p:spPr>
            <a:xfrm>
              <a:off x="0" y="3753090"/>
              <a:ext cx="4089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Deterministic and reversible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2CDA9F-18F9-126A-1019-3C38CBEB2463}"/>
                </a:ext>
              </a:extLst>
            </p:cNvPr>
            <p:cNvSpPr txBox="1"/>
            <p:nvPr/>
          </p:nvSpPr>
          <p:spPr>
            <a:xfrm>
              <a:off x="1" y="4885332"/>
              <a:ext cx="4089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Conserves entropy/allows an “inverse”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815C07C-89CA-898D-1D5E-2C009DE07404}"/>
                </a:ext>
              </a:extLst>
            </p:cNvPr>
            <p:cNvGrpSpPr/>
            <p:nvPr/>
          </p:nvGrpSpPr>
          <p:grpSpPr>
            <a:xfrm>
              <a:off x="593728" y="4188569"/>
              <a:ext cx="2901945" cy="527485"/>
              <a:chOff x="781249" y="1003453"/>
              <a:chExt cx="4476056" cy="81361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DBB44EAC-3015-6B64-A899-ECFE69A64712}"/>
                      </a:ext>
                    </a:extLst>
                  </p:cNvPr>
                  <p:cNvSpPr txBox="1"/>
                  <p:nvPr/>
                </p:nvSpPr>
                <p:spPr>
                  <a:xfrm>
                    <a:off x="781249" y="1203220"/>
                    <a:ext cx="590636" cy="47472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37A6322D-C670-D48E-CB2C-6C6FC15A85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249" y="1203220"/>
                    <a:ext cx="590636" cy="474726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b="-2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D14E0D6F-9EB1-551C-415A-F704202046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6649" y="1473954"/>
                <a:ext cx="58305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724CDB89-D7D7-535B-8488-AF7C16048159}"/>
                      </a:ext>
                    </a:extLst>
                  </p:cNvPr>
                  <p:cNvSpPr/>
                  <p:nvPr/>
                </p:nvSpPr>
                <p:spPr>
                  <a:xfrm>
                    <a:off x="1831179" y="1129325"/>
                    <a:ext cx="832104" cy="687739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C52633FF-3C5D-F6D5-A022-E098FEC13BB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1179" y="1129325"/>
                    <a:ext cx="832104" cy="68773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1861A3AA-01FA-4616-DE57-D82CE44016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3283" y="1473194"/>
                <a:ext cx="58305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2C8AC50F-42A2-3786-E7E0-5D0CAD49E7AE}"/>
                      </a:ext>
                    </a:extLst>
                  </p:cNvPr>
                  <p:cNvSpPr/>
                  <p:nvPr/>
                </p:nvSpPr>
                <p:spPr>
                  <a:xfrm>
                    <a:off x="3264969" y="1129325"/>
                    <a:ext cx="832104" cy="687739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5CCB14FC-5D82-B542-7459-DF9B9C21D3E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4969" y="1129325"/>
                    <a:ext cx="832104" cy="68773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94A429C5-FA78-B8E8-7C23-CF47594E08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7073" y="1473194"/>
                <a:ext cx="58305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DF158831-5B16-1A72-40EA-C5290A7BF10F}"/>
                      </a:ext>
                    </a:extLst>
                  </p:cNvPr>
                  <p:cNvSpPr txBox="1"/>
                  <p:nvPr/>
                </p:nvSpPr>
                <p:spPr>
                  <a:xfrm>
                    <a:off x="4666669" y="1189022"/>
                    <a:ext cx="590636" cy="47472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D7B3476C-42D5-26EC-61FF-447D814CCC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66669" y="1189022"/>
                    <a:ext cx="590636" cy="474726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A02C9975-9672-19C3-8831-6A4F2DF6CEAC}"/>
                      </a:ext>
                    </a:extLst>
                  </p:cNvPr>
                  <p:cNvSpPr txBox="1"/>
                  <p:nvPr/>
                </p:nvSpPr>
                <p:spPr>
                  <a:xfrm>
                    <a:off x="2706374" y="1003453"/>
                    <a:ext cx="650967" cy="47472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C0386990-0B06-8AD9-6F6F-CC973535D4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06374" y="1003453"/>
                    <a:ext cx="650967" cy="474726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b="-2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8A222047-3C56-AD8E-B683-2860208FD356}"/>
                    </a:ext>
                  </a:extLst>
                </p:cNvPr>
                <p:cNvSpPr txBox="1"/>
                <p:nvPr/>
              </p:nvSpPr>
              <p:spPr>
                <a:xfrm>
                  <a:off x="0" y="5205360"/>
                  <a:ext cx="408940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</a:rPr>
                    <a:t> Unitary operat</a:t>
                  </a:r>
                  <a:r>
                    <a:rPr lang="en-US" sz="1600" dirty="0"/>
                    <a:t>ion</a:t>
                  </a:r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A274B2D2-81D7-6804-D6EE-A8CE77CC65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5205360"/>
                  <a:ext cx="4089401" cy="338554"/>
                </a:xfrm>
                <a:prstGeom prst="rect">
                  <a:avLst/>
                </a:prstGeom>
                <a:blipFill>
                  <a:blip r:embed="rId27"/>
                  <a:stretch>
                    <a:fillRect t="-5357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FB2CA9C-2CB4-C7D8-F3E5-57757062E1A5}"/>
              </a:ext>
            </a:extLst>
          </p:cNvPr>
          <p:cNvGrpSpPr/>
          <p:nvPr/>
        </p:nvGrpSpPr>
        <p:grpSpPr>
          <a:xfrm>
            <a:off x="5780334" y="1840876"/>
            <a:ext cx="4089402" cy="1796934"/>
            <a:chOff x="4116926" y="3746980"/>
            <a:chExt cx="4089402" cy="179693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B005B9C-E92F-8322-A438-C456A17E62CA}"/>
                </a:ext>
              </a:extLst>
            </p:cNvPr>
            <p:cNvSpPr txBox="1"/>
            <p:nvPr/>
          </p:nvSpPr>
          <p:spPr>
            <a:xfrm>
              <a:off x="4116927" y="3746980"/>
              <a:ext cx="4089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Equilibration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C0FDAA1-F746-B49E-C451-79841F319AE1}"/>
                </a:ext>
              </a:extLst>
            </p:cNvPr>
            <p:cNvGrpSpPr/>
            <p:nvPr/>
          </p:nvGrpSpPr>
          <p:grpSpPr>
            <a:xfrm>
              <a:off x="4941456" y="4214621"/>
              <a:ext cx="2941060" cy="514699"/>
              <a:chOff x="7084945" y="986763"/>
              <a:chExt cx="4536388" cy="79388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D5EA6C76-12DE-3269-EACE-88154F2628B3}"/>
                      </a:ext>
                    </a:extLst>
                  </p:cNvPr>
                  <p:cNvSpPr txBox="1"/>
                  <p:nvPr/>
                </p:nvSpPr>
                <p:spPr>
                  <a:xfrm>
                    <a:off x="7084945" y="1166806"/>
                    <a:ext cx="590636" cy="47472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0BE6CDFA-4D89-1C8C-7F8F-6FFC5CD589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84945" y="1166806"/>
                    <a:ext cx="590636" cy="474725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B4EBDBB0-E23A-1DC0-6A03-487ECD331C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0345" y="1437541"/>
                <a:ext cx="58305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78A9FB79-E121-9FE5-A679-779D55CF48ED}"/>
                      </a:ext>
                    </a:extLst>
                  </p:cNvPr>
                  <p:cNvSpPr/>
                  <p:nvPr/>
                </p:nvSpPr>
                <p:spPr>
                  <a:xfrm>
                    <a:off x="8134875" y="1092912"/>
                    <a:ext cx="832104" cy="687739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9F8DE9FA-4B34-E33B-C8AF-143D149E01C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34875" y="1092912"/>
                    <a:ext cx="832104" cy="68773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9809AA83-50C2-F7E0-E5C8-7CFDD9DDE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66979" y="1436781"/>
                <a:ext cx="58305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46FC32CB-690E-7594-9764-07642A165FBD}"/>
                      </a:ext>
                    </a:extLst>
                  </p:cNvPr>
                  <p:cNvSpPr/>
                  <p:nvPr/>
                </p:nvSpPr>
                <p:spPr>
                  <a:xfrm>
                    <a:off x="9568665" y="1092912"/>
                    <a:ext cx="832104" cy="687739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A13CD1DB-7A72-4ED3-52CF-565376C7E9F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68665" y="1092912"/>
                    <a:ext cx="832104" cy="68773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256627EE-4F69-E924-3780-55A600F06B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00769" y="1436781"/>
                <a:ext cx="58305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FB76B8AA-852D-B58F-3931-EF2DE7B14EDE}"/>
                      </a:ext>
                    </a:extLst>
                  </p:cNvPr>
                  <p:cNvSpPr txBox="1"/>
                  <p:nvPr/>
                </p:nvSpPr>
                <p:spPr>
                  <a:xfrm>
                    <a:off x="10970366" y="1152608"/>
                    <a:ext cx="650967" cy="47472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25143D66-FE5F-AB2D-0920-3E9DFCBED0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70366" y="1152608"/>
                    <a:ext cx="650967" cy="474725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b="-2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F1010180-1580-92A3-E2B9-95D3583AB818}"/>
                      </a:ext>
                    </a:extLst>
                  </p:cNvPr>
                  <p:cNvSpPr txBox="1"/>
                  <p:nvPr/>
                </p:nvSpPr>
                <p:spPr>
                  <a:xfrm>
                    <a:off x="8969669" y="986763"/>
                    <a:ext cx="650967" cy="47472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511C44B9-2660-DA09-C910-F0BAE7775A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69669" y="986763"/>
                    <a:ext cx="650967" cy="474725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EC45443-A60B-C1AC-3A03-ACD5045D8953}"/>
                </a:ext>
              </a:extLst>
            </p:cNvPr>
            <p:cNvSpPr txBox="1"/>
            <p:nvPr/>
          </p:nvSpPr>
          <p:spPr>
            <a:xfrm>
              <a:off x="4116926" y="4885332"/>
              <a:ext cx="4089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Must be repeatable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1FDF3BEE-BA65-C2C1-2C16-6B02790F3566}"/>
                    </a:ext>
                  </a:extLst>
                </p:cNvPr>
                <p:cNvSpPr txBox="1"/>
                <p:nvPr/>
              </p:nvSpPr>
              <p:spPr>
                <a:xfrm>
                  <a:off x="4116927" y="5205360"/>
                  <a:ext cx="408940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</a:rPr>
                    <a:t> Projection</a:t>
                  </a:r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3956BEAA-A7B9-CFD1-C27C-79C303815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6927" y="5205360"/>
                  <a:ext cx="4089401" cy="338554"/>
                </a:xfrm>
                <a:prstGeom prst="rect">
                  <a:avLst/>
                </a:prstGeom>
                <a:blipFill>
                  <a:blip r:embed="rId30"/>
                  <a:stretch>
                    <a:fillRect t="-5455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FFCD390-5916-10D8-2F14-8DB6F0AE07CA}"/>
              </a:ext>
            </a:extLst>
          </p:cNvPr>
          <p:cNvGrpSpPr/>
          <p:nvPr/>
        </p:nvGrpSpPr>
        <p:grpSpPr>
          <a:xfrm>
            <a:off x="189122" y="660272"/>
            <a:ext cx="2236751" cy="3212744"/>
            <a:chOff x="6041815" y="2807303"/>
            <a:chExt cx="2274036" cy="3266299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B6D5DC64-757F-68AE-BC21-0D85CEC6CD74}"/>
                </a:ext>
              </a:extLst>
            </p:cNvPr>
            <p:cNvGrpSpPr/>
            <p:nvPr/>
          </p:nvGrpSpPr>
          <p:grpSpPr>
            <a:xfrm>
              <a:off x="6368262" y="3811240"/>
              <a:ext cx="1713465" cy="2262362"/>
              <a:chOff x="6689695" y="3864164"/>
              <a:chExt cx="1916430" cy="2530346"/>
            </a:xfrm>
          </p:grpSpPr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B2F3B403-4609-60E1-4CE2-579E6B1C5C2E}"/>
                  </a:ext>
                </a:extLst>
              </p:cNvPr>
              <p:cNvGrpSpPr/>
              <p:nvPr/>
            </p:nvGrpSpPr>
            <p:grpSpPr>
              <a:xfrm>
                <a:off x="6689695" y="4154166"/>
                <a:ext cx="1916430" cy="1921132"/>
                <a:chOff x="2521889" y="2808131"/>
                <a:chExt cx="1916430" cy="1921132"/>
              </a:xfrm>
            </p:grpSpPr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2963A3F9-0D7A-967E-F952-6C29131564B2}"/>
                    </a:ext>
                  </a:extLst>
                </p:cNvPr>
                <p:cNvSpPr/>
                <p:nvPr/>
              </p:nvSpPr>
              <p:spPr>
                <a:xfrm>
                  <a:off x="2521889" y="2808131"/>
                  <a:ext cx="1916264" cy="1916264"/>
                </a:xfrm>
                <a:prstGeom prst="ellips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126" name="Oval 31">
                  <a:extLst>
                    <a:ext uri="{FF2B5EF4-FFF2-40B4-BE49-F238E27FC236}">
                      <a16:creationId xmlns:a16="http://schemas.microsoft.com/office/drawing/2014/main" id="{1B1D7FEB-C5B6-1B45-18F8-24A8D03B79DF}"/>
                    </a:ext>
                  </a:extLst>
                </p:cNvPr>
                <p:cNvSpPr/>
                <p:nvPr/>
              </p:nvSpPr>
              <p:spPr>
                <a:xfrm>
                  <a:off x="2521889" y="2808132"/>
                  <a:ext cx="1916264" cy="958132"/>
                </a:xfrm>
                <a:custGeom>
                  <a:avLst/>
                  <a:gdLst>
                    <a:gd name="connsiteX0" fmla="*/ 0 w 1916264"/>
                    <a:gd name="connsiteY0" fmla="*/ 958132 h 1916264"/>
                    <a:gd name="connsiteX1" fmla="*/ 958132 w 1916264"/>
                    <a:gd name="connsiteY1" fmla="*/ 0 h 1916264"/>
                    <a:gd name="connsiteX2" fmla="*/ 1916264 w 1916264"/>
                    <a:gd name="connsiteY2" fmla="*/ 958132 h 1916264"/>
                    <a:gd name="connsiteX3" fmla="*/ 958132 w 1916264"/>
                    <a:gd name="connsiteY3" fmla="*/ 1916264 h 1916264"/>
                    <a:gd name="connsiteX4" fmla="*/ 0 w 1916264"/>
                    <a:gd name="connsiteY4" fmla="*/ 958132 h 1916264"/>
                    <a:gd name="connsiteX0" fmla="*/ 958132 w 1916264"/>
                    <a:gd name="connsiteY0" fmla="*/ 1916264 h 2007704"/>
                    <a:gd name="connsiteX1" fmla="*/ 0 w 1916264"/>
                    <a:gd name="connsiteY1" fmla="*/ 958132 h 2007704"/>
                    <a:gd name="connsiteX2" fmla="*/ 958132 w 1916264"/>
                    <a:gd name="connsiteY2" fmla="*/ 0 h 2007704"/>
                    <a:gd name="connsiteX3" fmla="*/ 1916264 w 1916264"/>
                    <a:gd name="connsiteY3" fmla="*/ 958132 h 2007704"/>
                    <a:gd name="connsiteX4" fmla="*/ 1049572 w 1916264"/>
                    <a:gd name="connsiteY4" fmla="*/ 2007704 h 2007704"/>
                    <a:gd name="connsiteX0" fmla="*/ 958132 w 1916264"/>
                    <a:gd name="connsiteY0" fmla="*/ 1916264 h 1916264"/>
                    <a:gd name="connsiteX1" fmla="*/ 0 w 1916264"/>
                    <a:gd name="connsiteY1" fmla="*/ 958132 h 1916264"/>
                    <a:gd name="connsiteX2" fmla="*/ 958132 w 1916264"/>
                    <a:gd name="connsiteY2" fmla="*/ 0 h 1916264"/>
                    <a:gd name="connsiteX3" fmla="*/ 1916264 w 1916264"/>
                    <a:gd name="connsiteY3" fmla="*/ 958132 h 1916264"/>
                    <a:gd name="connsiteX0" fmla="*/ 0 w 1916264"/>
                    <a:gd name="connsiteY0" fmla="*/ 958132 h 958132"/>
                    <a:gd name="connsiteX1" fmla="*/ 958132 w 1916264"/>
                    <a:gd name="connsiteY1" fmla="*/ 0 h 958132"/>
                    <a:gd name="connsiteX2" fmla="*/ 1916264 w 1916264"/>
                    <a:gd name="connsiteY2" fmla="*/ 958132 h 9581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16264" h="958132">
                      <a:moveTo>
                        <a:pt x="0" y="958132"/>
                      </a:moveTo>
                      <a:cubicBezTo>
                        <a:pt x="0" y="428970"/>
                        <a:pt x="428970" y="0"/>
                        <a:pt x="958132" y="0"/>
                      </a:cubicBezTo>
                      <a:cubicBezTo>
                        <a:pt x="1487294" y="0"/>
                        <a:pt x="1916264" y="428970"/>
                        <a:pt x="1916264" y="958132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91D1D758-87F4-5557-0F11-F360CF2721C0}"/>
                    </a:ext>
                  </a:extLst>
                </p:cNvPr>
                <p:cNvSpPr/>
                <p:nvPr/>
              </p:nvSpPr>
              <p:spPr>
                <a:xfrm>
                  <a:off x="2521889" y="2808131"/>
                  <a:ext cx="1916265" cy="1916264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solidFill>
                      <a:schemeClr val="lt1"/>
                    </a:solidFill>
                  </a:endParaRPr>
                </a:p>
              </p:txBody>
            </p:sp>
            <p:grpSp>
              <p:nvGrpSpPr>
                <p:cNvPr id="128" name="Group 127">
                  <a:extLst>
                    <a:ext uri="{FF2B5EF4-FFF2-40B4-BE49-F238E27FC236}">
                      <a16:creationId xmlns:a16="http://schemas.microsoft.com/office/drawing/2014/main" id="{C52C138F-BB20-9550-6F15-979F73FEAB86}"/>
                    </a:ext>
                  </a:extLst>
                </p:cNvPr>
                <p:cNvGrpSpPr/>
                <p:nvPr/>
              </p:nvGrpSpPr>
              <p:grpSpPr>
                <a:xfrm>
                  <a:off x="2923755" y="2808131"/>
                  <a:ext cx="1112528" cy="1921132"/>
                  <a:chOff x="2734489" y="2655731"/>
                  <a:chExt cx="1186260" cy="1921132"/>
                </a:xfrm>
              </p:grpSpPr>
              <p:sp>
                <p:nvSpPr>
                  <p:cNvPr id="132" name="Oval 131">
                    <a:extLst>
                      <a:ext uri="{FF2B5EF4-FFF2-40B4-BE49-F238E27FC236}">
                        <a16:creationId xmlns:a16="http://schemas.microsoft.com/office/drawing/2014/main" id="{781E581C-260C-485B-2EA1-470B89A6F3DA}"/>
                      </a:ext>
                    </a:extLst>
                  </p:cNvPr>
                  <p:cNvSpPr/>
                  <p:nvPr/>
                </p:nvSpPr>
                <p:spPr>
                  <a:xfrm>
                    <a:off x="2734490" y="2655731"/>
                    <a:ext cx="1186259" cy="19162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 dirty="0"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133" name="Oval 9">
                    <a:extLst>
                      <a:ext uri="{FF2B5EF4-FFF2-40B4-BE49-F238E27FC236}">
                        <a16:creationId xmlns:a16="http://schemas.microsoft.com/office/drawing/2014/main" id="{B239FF67-E477-9DFE-17A1-14C27367A241}"/>
                      </a:ext>
                    </a:extLst>
                  </p:cNvPr>
                  <p:cNvSpPr/>
                  <p:nvPr/>
                </p:nvSpPr>
                <p:spPr>
                  <a:xfrm flipH="1">
                    <a:off x="2734489" y="2655731"/>
                    <a:ext cx="593130" cy="1916266"/>
                  </a:xfrm>
                  <a:custGeom>
                    <a:avLst/>
                    <a:gdLst>
                      <a:gd name="connsiteX0" fmla="*/ 0 w 687355"/>
                      <a:gd name="connsiteY0" fmla="*/ 555172 h 1110343"/>
                      <a:gd name="connsiteX1" fmla="*/ 343678 w 687355"/>
                      <a:gd name="connsiteY1" fmla="*/ 0 h 1110343"/>
                      <a:gd name="connsiteX2" fmla="*/ 687356 w 687355"/>
                      <a:gd name="connsiteY2" fmla="*/ 555172 h 1110343"/>
                      <a:gd name="connsiteX3" fmla="*/ 343678 w 687355"/>
                      <a:gd name="connsiteY3" fmla="*/ 1110344 h 1110343"/>
                      <a:gd name="connsiteX4" fmla="*/ 0 w 687355"/>
                      <a:gd name="connsiteY4" fmla="*/ 555172 h 1110343"/>
                      <a:gd name="connsiteX0" fmla="*/ 0 w 687356"/>
                      <a:gd name="connsiteY0" fmla="*/ 555172 h 1110344"/>
                      <a:gd name="connsiteX1" fmla="*/ 343678 w 687356"/>
                      <a:gd name="connsiteY1" fmla="*/ 0 h 1110344"/>
                      <a:gd name="connsiteX2" fmla="*/ 687356 w 687356"/>
                      <a:gd name="connsiteY2" fmla="*/ 555172 h 1110344"/>
                      <a:gd name="connsiteX3" fmla="*/ 343678 w 687356"/>
                      <a:gd name="connsiteY3" fmla="*/ 1110344 h 1110344"/>
                      <a:gd name="connsiteX4" fmla="*/ 91440 w 687356"/>
                      <a:gd name="connsiteY4" fmla="*/ 646612 h 1110344"/>
                      <a:gd name="connsiteX0" fmla="*/ 0 w 687356"/>
                      <a:gd name="connsiteY0" fmla="*/ 555172 h 1110344"/>
                      <a:gd name="connsiteX1" fmla="*/ 343678 w 687356"/>
                      <a:gd name="connsiteY1" fmla="*/ 0 h 1110344"/>
                      <a:gd name="connsiteX2" fmla="*/ 687356 w 687356"/>
                      <a:gd name="connsiteY2" fmla="*/ 555172 h 1110344"/>
                      <a:gd name="connsiteX3" fmla="*/ 343678 w 687356"/>
                      <a:gd name="connsiteY3" fmla="*/ 1110344 h 1110344"/>
                      <a:gd name="connsiteX0" fmla="*/ 0 w 343678"/>
                      <a:gd name="connsiteY0" fmla="*/ 0 h 1110344"/>
                      <a:gd name="connsiteX1" fmla="*/ 343678 w 343678"/>
                      <a:gd name="connsiteY1" fmla="*/ 555172 h 1110344"/>
                      <a:gd name="connsiteX2" fmla="*/ 0 w 343678"/>
                      <a:gd name="connsiteY2" fmla="*/ 1110344 h 11103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43678" h="1110344">
                        <a:moveTo>
                          <a:pt x="0" y="0"/>
                        </a:moveTo>
                        <a:cubicBezTo>
                          <a:pt x="189808" y="0"/>
                          <a:pt x="343678" y="248559"/>
                          <a:pt x="343678" y="555172"/>
                        </a:cubicBezTo>
                        <a:cubicBezTo>
                          <a:pt x="343678" y="861785"/>
                          <a:pt x="189808" y="1110344"/>
                          <a:pt x="0" y="1110344"/>
                        </a:cubicBezTo>
                      </a:path>
                    </a:pathLst>
                  </a:custGeom>
                  <a:noFill/>
                  <a:ln w="28575">
                    <a:solidFill>
                      <a:schemeClr val="accent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134" name="Oval 9">
                    <a:extLst>
                      <a:ext uri="{FF2B5EF4-FFF2-40B4-BE49-F238E27FC236}">
                        <a16:creationId xmlns:a16="http://schemas.microsoft.com/office/drawing/2014/main" id="{767EFD32-2B92-4525-71D2-B244A17AF465}"/>
                      </a:ext>
                    </a:extLst>
                  </p:cNvPr>
                  <p:cNvSpPr/>
                  <p:nvPr/>
                </p:nvSpPr>
                <p:spPr>
                  <a:xfrm>
                    <a:off x="3370449" y="2660597"/>
                    <a:ext cx="234660" cy="1916266"/>
                  </a:xfrm>
                  <a:custGeom>
                    <a:avLst/>
                    <a:gdLst>
                      <a:gd name="connsiteX0" fmla="*/ 0 w 687355"/>
                      <a:gd name="connsiteY0" fmla="*/ 555172 h 1110343"/>
                      <a:gd name="connsiteX1" fmla="*/ 343678 w 687355"/>
                      <a:gd name="connsiteY1" fmla="*/ 0 h 1110343"/>
                      <a:gd name="connsiteX2" fmla="*/ 687356 w 687355"/>
                      <a:gd name="connsiteY2" fmla="*/ 555172 h 1110343"/>
                      <a:gd name="connsiteX3" fmla="*/ 343678 w 687355"/>
                      <a:gd name="connsiteY3" fmla="*/ 1110344 h 1110343"/>
                      <a:gd name="connsiteX4" fmla="*/ 0 w 687355"/>
                      <a:gd name="connsiteY4" fmla="*/ 555172 h 1110343"/>
                      <a:gd name="connsiteX0" fmla="*/ 0 w 687356"/>
                      <a:gd name="connsiteY0" fmla="*/ 555172 h 1110344"/>
                      <a:gd name="connsiteX1" fmla="*/ 343678 w 687356"/>
                      <a:gd name="connsiteY1" fmla="*/ 0 h 1110344"/>
                      <a:gd name="connsiteX2" fmla="*/ 687356 w 687356"/>
                      <a:gd name="connsiteY2" fmla="*/ 555172 h 1110344"/>
                      <a:gd name="connsiteX3" fmla="*/ 343678 w 687356"/>
                      <a:gd name="connsiteY3" fmla="*/ 1110344 h 1110344"/>
                      <a:gd name="connsiteX4" fmla="*/ 91440 w 687356"/>
                      <a:gd name="connsiteY4" fmla="*/ 646612 h 1110344"/>
                      <a:gd name="connsiteX0" fmla="*/ 0 w 687356"/>
                      <a:gd name="connsiteY0" fmla="*/ 555172 h 1110344"/>
                      <a:gd name="connsiteX1" fmla="*/ 343678 w 687356"/>
                      <a:gd name="connsiteY1" fmla="*/ 0 h 1110344"/>
                      <a:gd name="connsiteX2" fmla="*/ 687356 w 687356"/>
                      <a:gd name="connsiteY2" fmla="*/ 555172 h 1110344"/>
                      <a:gd name="connsiteX3" fmla="*/ 343678 w 687356"/>
                      <a:gd name="connsiteY3" fmla="*/ 1110344 h 1110344"/>
                      <a:gd name="connsiteX0" fmla="*/ 0 w 343678"/>
                      <a:gd name="connsiteY0" fmla="*/ 0 h 1110344"/>
                      <a:gd name="connsiteX1" fmla="*/ 343678 w 343678"/>
                      <a:gd name="connsiteY1" fmla="*/ 555172 h 1110344"/>
                      <a:gd name="connsiteX2" fmla="*/ 0 w 343678"/>
                      <a:gd name="connsiteY2" fmla="*/ 1110344 h 11103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43678" h="1110344">
                        <a:moveTo>
                          <a:pt x="0" y="0"/>
                        </a:moveTo>
                        <a:cubicBezTo>
                          <a:pt x="189808" y="0"/>
                          <a:pt x="343678" y="248559"/>
                          <a:pt x="343678" y="555172"/>
                        </a:cubicBezTo>
                        <a:cubicBezTo>
                          <a:pt x="343678" y="861785"/>
                          <a:pt x="189808" y="1110344"/>
                          <a:pt x="0" y="1110344"/>
                        </a:cubicBezTo>
                      </a:path>
                    </a:pathLst>
                  </a:custGeom>
                  <a:noFill/>
                  <a:ln w="28575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>
                      <a:solidFill>
                        <a:schemeClr val="lt1"/>
                      </a:solidFill>
                    </a:endParaRPr>
                  </a:p>
                </p:txBody>
              </p:sp>
            </p:grpSp>
            <p:grpSp>
              <p:nvGrpSpPr>
                <p:cNvPr id="129" name="Group 128">
                  <a:extLst>
                    <a:ext uri="{FF2B5EF4-FFF2-40B4-BE49-F238E27FC236}">
                      <a16:creationId xmlns:a16="http://schemas.microsoft.com/office/drawing/2014/main" id="{2B8A5E13-E52E-C2DD-3ACF-8C9838FA8A6E}"/>
                    </a:ext>
                  </a:extLst>
                </p:cNvPr>
                <p:cNvGrpSpPr/>
                <p:nvPr/>
              </p:nvGrpSpPr>
              <p:grpSpPr>
                <a:xfrm rot="16200000">
                  <a:off x="2923922" y="2810085"/>
                  <a:ext cx="1112528" cy="1916266"/>
                  <a:chOff x="2734489" y="2655731"/>
                  <a:chExt cx="1186260" cy="1916266"/>
                </a:xfrm>
              </p:grpSpPr>
              <p:sp>
                <p:nvSpPr>
                  <p:cNvPr id="130" name="Oval 129">
                    <a:extLst>
                      <a:ext uri="{FF2B5EF4-FFF2-40B4-BE49-F238E27FC236}">
                        <a16:creationId xmlns:a16="http://schemas.microsoft.com/office/drawing/2014/main" id="{6CE743D5-4029-89E9-209F-05459B062BFB}"/>
                      </a:ext>
                    </a:extLst>
                  </p:cNvPr>
                  <p:cNvSpPr/>
                  <p:nvPr/>
                </p:nvSpPr>
                <p:spPr>
                  <a:xfrm>
                    <a:off x="2734490" y="2655731"/>
                    <a:ext cx="1186259" cy="19162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 dirty="0"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131" name="Oval 9">
                    <a:extLst>
                      <a:ext uri="{FF2B5EF4-FFF2-40B4-BE49-F238E27FC236}">
                        <a16:creationId xmlns:a16="http://schemas.microsoft.com/office/drawing/2014/main" id="{3C729575-E1F2-F52F-38F9-6A36BBE52CA6}"/>
                      </a:ext>
                    </a:extLst>
                  </p:cNvPr>
                  <p:cNvSpPr/>
                  <p:nvPr/>
                </p:nvSpPr>
                <p:spPr>
                  <a:xfrm flipH="1">
                    <a:off x="2734489" y="2655731"/>
                    <a:ext cx="593130" cy="1916266"/>
                  </a:xfrm>
                  <a:custGeom>
                    <a:avLst/>
                    <a:gdLst>
                      <a:gd name="connsiteX0" fmla="*/ 0 w 687355"/>
                      <a:gd name="connsiteY0" fmla="*/ 555172 h 1110343"/>
                      <a:gd name="connsiteX1" fmla="*/ 343678 w 687355"/>
                      <a:gd name="connsiteY1" fmla="*/ 0 h 1110343"/>
                      <a:gd name="connsiteX2" fmla="*/ 687356 w 687355"/>
                      <a:gd name="connsiteY2" fmla="*/ 555172 h 1110343"/>
                      <a:gd name="connsiteX3" fmla="*/ 343678 w 687355"/>
                      <a:gd name="connsiteY3" fmla="*/ 1110344 h 1110343"/>
                      <a:gd name="connsiteX4" fmla="*/ 0 w 687355"/>
                      <a:gd name="connsiteY4" fmla="*/ 555172 h 1110343"/>
                      <a:gd name="connsiteX0" fmla="*/ 0 w 687356"/>
                      <a:gd name="connsiteY0" fmla="*/ 555172 h 1110344"/>
                      <a:gd name="connsiteX1" fmla="*/ 343678 w 687356"/>
                      <a:gd name="connsiteY1" fmla="*/ 0 h 1110344"/>
                      <a:gd name="connsiteX2" fmla="*/ 687356 w 687356"/>
                      <a:gd name="connsiteY2" fmla="*/ 555172 h 1110344"/>
                      <a:gd name="connsiteX3" fmla="*/ 343678 w 687356"/>
                      <a:gd name="connsiteY3" fmla="*/ 1110344 h 1110344"/>
                      <a:gd name="connsiteX4" fmla="*/ 91440 w 687356"/>
                      <a:gd name="connsiteY4" fmla="*/ 646612 h 1110344"/>
                      <a:gd name="connsiteX0" fmla="*/ 0 w 687356"/>
                      <a:gd name="connsiteY0" fmla="*/ 555172 h 1110344"/>
                      <a:gd name="connsiteX1" fmla="*/ 343678 w 687356"/>
                      <a:gd name="connsiteY1" fmla="*/ 0 h 1110344"/>
                      <a:gd name="connsiteX2" fmla="*/ 687356 w 687356"/>
                      <a:gd name="connsiteY2" fmla="*/ 555172 h 1110344"/>
                      <a:gd name="connsiteX3" fmla="*/ 343678 w 687356"/>
                      <a:gd name="connsiteY3" fmla="*/ 1110344 h 1110344"/>
                      <a:gd name="connsiteX0" fmla="*/ 0 w 343678"/>
                      <a:gd name="connsiteY0" fmla="*/ 0 h 1110344"/>
                      <a:gd name="connsiteX1" fmla="*/ 343678 w 343678"/>
                      <a:gd name="connsiteY1" fmla="*/ 555172 h 1110344"/>
                      <a:gd name="connsiteX2" fmla="*/ 0 w 343678"/>
                      <a:gd name="connsiteY2" fmla="*/ 1110344 h 11103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43678" h="1110344">
                        <a:moveTo>
                          <a:pt x="0" y="0"/>
                        </a:moveTo>
                        <a:cubicBezTo>
                          <a:pt x="189808" y="0"/>
                          <a:pt x="343678" y="248559"/>
                          <a:pt x="343678" y="555172"/>
                        </a:cubicBezTo>
                        <a:cubicBezTo>
                          <a:pt x="343678" y="861785"/>
                          <a:pt x="189808" y="1110344"/>
                          <a:pt x="0" y="1110344"/>
                        </a:cubicBezTo>
                      </a:path>
                    </a:pathLst>
                  </a:custGeom>
                  <a:noFill/>
                  <a:ln w="28575">
                    <a:solidFill>
                      <a:schemeClr val="accent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346F895B-3586-2B9C-22F0-9167158CD07D}"/>
                  </a:ext>
                </a:extLst>
              </p:cNvPr>
              <p:cNvGrpSpPr/>
              <p:nvPr/>
            </p:nvGrpSpPr>
            <p:grpSpPr>
              <a:xfrm>
                <a:off x="7417065" y="3864164"/>
                <a:ext cx="521532" cy="2530346"/>
                <a:chOff x="10232136" y="1020849"/>
                <a:chExt cx="521532" cy="253034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3" name="TextBox 122">
                      <a:extLst>
                        <a:ext uri="{FF2B5EF4-FFF2-40B4-BE49-F238E27FC236}">
                          <a16:creationId xmlns:a16="http://schemas.microsoft.com/office/drawing/2014/main" id="{4A2A7163-733A-83FF-11EA-9A4D4242298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236722" y="1020849"/>
                      <a:ext cx="516866" cy="29747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 xmlns="">
                <p:sp>
                  <p:nvSpPr>
                    <p:cNvPr id="123" name="TextBox 122">
                      <a:extLst>
                        <a:ext uri="{FF2B5EF4-FFF2-40B4-BE49-F238E27FC236}">
                          <a16:creationId xmlns:a16="http://schemas.microsoft.com/office/drawing/2014/main" id="{21E72A71-EEDA-53A2-73B1-F83EA3F4FED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236722" y="1020849"/>
                      <a:ext cx="516866" cy="297476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4" name="TextBox 123">
                      <a:extLst>
                        <a:ext uri="{FF2B5EF4-FFF2-40B4-BE49-F238E27FC236}">
                          <a16:creationId xmlns:a16="http://schemas.microsoft.com/office/drawing/2014/main" id="{8E8D51CC-B0A3-20DC-33C3-8A5841CC6D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232136" y="3253719"/>
                      <a:ext cx="521532" cy="29747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10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11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i="1" dirty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11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 xmlns="">
                <p:sp>
                  <p:nvSpPr>
                    <p:cNvPr id="124" name="TextBox 123">
                      <a:extLst>
                        <a:ext uri="{FF2B5EF4-FFF2-40B4-BE49-F238E27FC236}">
                          <a16:creationId xmlns:a16="http://schemas.microsoft.com/office/drawing/2014/main" id="{E6D56FEE-F347-8501-2253-31A4067C873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232136" y="3253719"/>
                      <a:ext cx="521532" cy="297476"/>
                    </a:xfrm>
                    <a:prstGeom prst="rect">
                      <a:avLst/>
                    </a:prstGeom>
                    <a:blipFill>
                      <a:blip r:embed="rId33"/>
                      <a:stretch>
                        <a:fillRect b="-465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116" name="Arc 115">
              <a:extLst>
                <a:ext uri="{FF2B5EF4-FFF2-40B4-BE49-F238E27FC236}">
                  <a16:creationId xmlns:a16="http://schemas.microsoft.com/office/drawing/2014/main" id="{819B20EE-BB92-19C8-842E-C013384FBA56}"/>
                </a:ext>
              </a:extLst>
            </p:cNvPr>
            <p:cNvSpPr/>
            <p:nvPr/>
          </p:nvSpPr>
          <p:spPr>
            <a:xfrm rot="9230533">
              <a:off x="6041815" y="2807303"/>
              <a:ext cx="2274036" cy="2274036"/>
            </a:xfrm>
            <a:prstGeom prst="arc">
              <a:avLst>
                <a:gd name="adj1" fmla="val 17042519"/>
                <a:gd name="adj2" fmla="val 18962680"/>
              </a:avLst>
            </a:prstGeom>
            <a:ln w="38100">
              <a:solidFill>
                <a:srgbClr val="FFC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6D6E34F9-94C4-874B-9EB5-D7DDAF8E4DF0}"/>
                    </a:ext>
                  </a:extLst>
                </p:cNvPr>
                <p:cNvSpPr txBox="1"/>
                <p:nvPr/>
              </p:nvSpPr>
              <p:spPr>
                <a:xfrm>
                  <a:off x="6892574" y="4762151"/>
                  <a:ext cx="390743" cy="2659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1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70BA8B2A-8B72-D9C8-B13F-14FC901B93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2574" y="4762151"/>
                  <a:ext cx="390743" cy="265971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50CFAED-C398-76F5-25EE-A52491659EA8}"/>
              </a:ext>
            </a:extLst>
          </p:cNvPr>
          <p:cNvGrpSpPr/>
          <p:nvPr/>
        </p:nvGrpSpPr>
        <p:grpSpPr>
          <a:xfrm>
            <a:off x="9968406" y="1647748"/>
            <a:ext cx="1690119" cy="2227652"/>
            <a:chOff x="5667381" y="866472"/>
            <a:chExt cx="3245442" cy="4277639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F294A1A-699C-6570-F06B-52F349B1AFF5}"/>
                </a:ext>
              </a:extLst>
            </p:cNvPr>
            <p:cNvCxnSpPr/>
            <p:nvPr/>
          </p:nvCxnSpPr>
          <p:spPr>
            <a:xfrm>
              <a:off x="5913120" y="2974124"/>
              <a:ext cx="1143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E455457-5BA3-4F02-BC80-1EF42991D054}"/>
                </a:ext>
              </a:extLst>
            </p:cNvPr>
            <p:cNvCxnSpPr/>
            <p:nvPr/>
          </p:nvCxnSpPr>
          <p:spPr>
            <a:xfrm>
              <a:off x="7500461" y="2974124"/>
              <a:ext cx="1143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8779AC8-D893-5C8E-C7C8-C07FEB684078}"/>
                </a:ext>
              </a:extLst>
            </p:cNvPr>
            <p:cNvCxnSpPr>
              <a:cxnSpLocks/>
            </p:cNvCxnSpPr>
            <p:nvPr/>
          </p:nvCxnSpPr>
          <p:spPr>
            <a:xfrm>
              <a:off x="7500461" y="3132810"/>
              <a:ext cx="534130" cy="51717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BC2E8ECA-1992-64BB-6E42-0B3F63375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00461" y="2310105"/>
              <a:ext cx="534130" cy="51717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FFEA6DD-E176-AE91-35EB-9C938DF7BC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4851" y="3132810"/>
              <a:ext cx="534130" cy="51717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53CC4D69-35FA-C821-36C6-E64DFD5763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4851" y="2310105"/>
              <a:ext cx="534130" cy="51717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C258BE5-9000-4077-98FF-E188E016B60E}"/>
                </a:ext>
              </a:extLst>
            </p:cNvPr>
            <p:cNvGrpSpPr/>
            <p:nvPr/>
          </p:nvGrpSpPr>
          <p:grpSpPr>
            <a:xfrm>
              <a:off x="5667381" y="866472"/>
              <a:ext cx="3245442" cy="4277639"/>
              <a:chOff x="6689695" y="3867733"/>
              <a:chExt cx="1916430" cy="2525941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F6AC93A-4C56-926F-4F0C-CFA5074F542A}"/>
                  </a:ext>
                </a:extLst>
              </p:cNvPr>
              <p:cNvGrpSpPr/>
              <p:nvPr/>
            </p:nvGrpSpPr>
            <p:grpSpPr>
              <a:xfrm>
                <a:off x="6689695" y="4154166"/>
                <a:ext cx="1916430" cy="1916266"/>
                <a:chOff x="2521889" y="2808131"/>
                <a:chExt cx="1916430" cy="1916266"/>
              </a:xfrm>
            </p:grpSpPr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EFA7226A-F49A-F835-B4C5-0215AE1CA221}"/>
                    </a:ext>
                  </a:extLst>
                </p:cNvPr>
                <p:cNvSpPr/>
                <p:nvPr/>
              </p:nvSpPr>
              <p:spPr>
                <a:xfrm>
                  <a:off x="2521889" y="2808131"/>
                  <a:ext cx="1916264" cy="1916264"/>
                </a:xfrm>
                <a:prstGeom prst="ellips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56" name="Oval 31">
                  <a:extLst>
                    <a:ext uri="{FF2B5EF4-FFF2-40B4-BE49-F238E27FC236}">
                      <a16:creationId xmlns:a16="http://schemas.microsoft.com/office/drawing/2014/main" id="{C11D4048-618D-7B8F-59FB-99A44F70D371}"/>
                    </a:ext>
                  </a:extLst>
                </p:cNvPr>
                <p:cNvSpPr/>
                <p:nvPr/>
              </p:nvSpPr>
              <p:spPr>
                <a:xfrm>
                  <a:off x="2521889" y="2808132"/>
                  <a:ext cx="1916264" cy="958132"/>
                </a:xfrm>
                <a:custGeom>
                  <a:avLst/>
                  <a:gdLst>
                    <a:gd name="connsiteX0" fmla="*/ 0 w 1916264"/>
                    <a:gd name="connsiteY0" fmla="*/ 958132 h 1916264"/>
                    <a:gd name="connsiteX1" fmla="*/ 958132 w 1916264"/>
                    <a:gd name="connsiteY1" fmla="*/ 0 h 1916264"/>
                    <a:gd name="connsiteX2" fmla="*/ 1916264 w 1916264"/>
                    <a:gd name="connsiteY2" fmla="*/ 958132 h 1916264"/>
                    <a:gd name="connsiteX3" fmla="*/ 958132 w 1916264"/>
                    <a:gd name="connsiteY3" fmla="*/ 1916264 h 1916264"/>
                    <a:gd name="connsiteX4" fmla="*/ 0 w 1916264"/>
                    <a:gd name="connsiteY4" fmla="*/ 958132 h 1916264"/>
                    <a:gd name="connsiteX0" fmla="*/ 958132 w 1916264"/>
                    <a:gd name="connsiteY0" fmla="*/ 1916264 h 2007704"/>
                    <a:gd name="connsiteX1" fmla="*/ 0 w 1916264"/>
                    <a:gd name="connsiteY1" fmla="*/ 958132 h 2007704"/>
                    <a:gd name="connsiteX2" fmla="*/ 958132 w 1916264"/>
                    <a:gd name="connsiteY2" fmla="*/ 0 h 2007704"/>
                    <a:gd name="connsiteX3" fmla="*/ 1916264 w 1916264"/>
                    <a:gd name="connsiteY3" fmla="*/ 958132 h 2007704"/>
                    <a:gd name="connsiteX4" fmla="*/ 1049572 w 1916264"/>
                    <a:gd name="connsiteY4" fmla="*/ 2007704 h 2007704"/>
                    <a:gd name="connsiteX0" fmla="*/ 958132 w 1916264"/>
                    <a:gd name="connsiteY0" fmla="*/ 1916264 h 1916264"/>
                    <a:gd name="connsiteX1" fmla="*/ 0 w 1916264"/>
                    <a:gd name="connsiteY1" fmla="*/ 958132 h 1916264"/>
                    <a:gd name="connsiteX2" fmla="*/ 958132 w 1916264"/>
                    <a:gd name="connsiteY2" fmla="*/ 0 h 1916264"/>
                    <a:gd name="connsiteX3" fmla="*/ 1916264 w 1916264"/>
                    <a:gd name="connsiteY3" fmla="*/ 958132 h 1916264"/>
                    <a:gd name="connsiteX0" fmla="*/ 0 w 1916264"/>
                    <a:gd name="connsiteY0" fmla="*/ 958132 h 958132"/>
                    <a:gd name="connsiteX1" fmla="*/ 958132 w 1916264"/>
                    <a:gd name="connsiteY1" fmla="*/ 0 h 958132"/>
                    <a:gd name="connsiteX2" fmla="*/ 1916264 w 1916264"/>
                    <a:gd name="connsiteY2" fmla="*/ 958132 h 9581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16264" h="958132">
                      <a:moveTo>
                        <a:pt x="0" y="958132"/>
                      </a:moveTo>
                      <a:cubicBezTo>
                        <a:pt x="0" y="428970"/>
                        <a:pt x="428970" y="0"/>
                        <a:pt x="958132" y="0"/>
                      </a:cubicBezTo>
                      <a:cubicBezTo>
                        <a:pt x="1487294" y="0"/>
                        <a:pt x="1916264" y="428970"/>
                        <a:pt x="1916264" y="958132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B2C5863D-302A-46BD-E136-A941D64DE947}"/>
                    </a:ext>
                  </a:extLst>
                </p:cNvPr>
                <p:cNvSpPr/>
                <p:nvPr/>
              </p:nvSpPr>
              <p:spPr>
                <a:xfrm>
                  <a:off x="2521889" y="2808131"/>
                  <a:ext cx="1916265" cy="1916264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solidFill>
                      <a:schemeClr val="lt1"/>
                    </a:solidFill>
                  </a:endParaRPr>
                </a:p>
              </p:txBody>
            </p: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73AF1126-E195-1A3D-B678-1DC42DFE7550}"/>
                    </a:ext>
                  </a:extLst>
                </p:cNvPr>
                <p:cNvGrpSpPr/>
                <p:nvPr/>
              </p:nvGrpSpPr>
              <p:grpSpPr>
                <a:xfrm>
                  <a:off x="2923755" y="2808131"/>
                  <a:ext cx="1112528" cy="1916266"/>
                  <a:chOff x="2734489" y="2655731"/>
                  <a:chExt cx="1186260" cy="1916266"/>
                </a:xfrm>
              </p:grpSpPr>
              <p:sp>
                <p:nvSpPr>
                  <p:cNvPr id="78" name="Oval 77">
                    <a:extLst>
                      <a:ext uri="{FF2B5EF4-FFF2-40B4-BE49-F238E27FC236}">
                        <a16:creationId xmlns:a16="http://schemas.microsoft.com/office/drawing/2014/main" id="{5B829B88-5073-9919-B79A-5BF5AF4039A4}"/>
                      </a:ext>
                    </a:extLst>
                  </p:cNvPr>
                  <p:cNvSpPr/>
                  <p:nvPr/>
                </p:nvSpPr>
                <p:spPr>
                  <a:xfrm>
                    <a:off x="2734490" y="2655731"/>
                    <a:ext cx="1186259" cy="19162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 dirty="0"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79" name="Oval 9">
                    <a:extLst>
                      <a:ext uri="{FF2B5EF4-FFF2-40B4-BE49-F238E27FC236}">
                        <a16:creationId xmlns:a16="http://schemas.microsoft.com/office/drawing/2014/main" id="{0672B535-E3BF-8066-CB50-60F77BB1A123}"/>
                      </a:ext>
                    </a:extLst>
                  </p:cNvPr>
                  <p:cNvSpPr/>
                  <p:nvPr/>
                </p:nvSpPr>
                <p:spPr>
                  <a:xfrm flipH="1">
                    <a:off x="2734489" y="2655731"/>
                    <a:ext cx="593130" cy="1916266"/>
                  </a:xfrm>
                  <a:custGeom>
                    <a:avLst/>
                    <a:gdLst>
                      <a:gd name="connsiteX0" fmla="*/ 0 w 687355"/>
                      <a:gd name="connsiteY0" fmla="*/ 555172 h 1110343"/>
                      <a:gd name="connsiteX1" fmla="*/ 343678 w 687355"/>
                      <a:gd name="connsiteY1" fmla="*/ 0 h 1110343"/>
                      <a:gd name="connsiteX2" fmla="*/ 687356 w 687355"/>
                      <a:gd name="connsiteY2" fmla="*/ 555172 h 1110343"/>
                      <a:gd name="connsiteX3" fmla="*/ 343678 w 687355"/>
                      <a:gd name="connsiteY3" fmla="*/ 1110344 h 1110343"/>
                      <a:gd name="connsiteX4" fmla="*/ 0 w 687355"/>
                      <a:gd name="connsiteY4" fmla="*/ 555172 h 1110343"/>
                      <a:gd name="connsiteX0" fmla="*/ 0 w 687356"/>
                      <a:gd name="connsiteY0" fmla="*/ 555172 h 1110344"/>
                      <a:gd name="connsiteX1" fmla="*/ 343678 w 687356"/>
                      <a:gd name="connsiteY1" fmla="*/ 0 h 1110344"/>
                      <a:gd name="connsiteX2" fmla="*/ 687356 w 687356"/>
                      <a:gd name="connsiteY2" fmla="*/ 555172 h 1110344"/>
                      <a:gd name="connsiteX3" fmla="*/ 343678 w 687356"/>
                      <a:gd name="connsiteY3" fmla="*/ 1110344 h 1110344"/>
                      <a:gd name="connsiteX4" fmla="*/ 91440 w 687356"/>
                      <a:gd name="connsiteY4" fmla="*/ 646612 h 1110344"/>
                      <a:gd name="connsiteX0" fmla="*/ 0 w 687356"/>
                      <a:gd name="connsiteY0" fmla="*/ 555172 h 1110344"/>
                      <a:gd name="connsiteX1" fmla="*/ 343678 w 687356"/>
                      <a:gd name="connsiteY1" fmla="*/ 0 h 1110344"/>
                      <a:gd name="connsiteX2" fmla="*/ 687356 w 687356"/>
                      <a:gd name="connsiteY2" fmla="*/ 555172 h 1110344"/>
                      <a:gd name="connsiteX3" fmla="*/ 343678 w 687356"/>
                      <a:gd name="connsiteY3" fmla="*/ 1110344 h 1110344"/>
                      <a:gd name="connsiteX0" fmla="*/ 0 w 343678"/>
                      <a:gd name="connsiteY0" fmla="*/ 0 h 1110344"/>
                      <a:gd name="connsiteX1" fmla="*/ 343678 w 343678"/>
                      <a:gd name="connsiteY1" fmla="*/ 555172 h 1110344"/>
                      <a:gd name="connsiteX2" fmla="*/ 0 w 343678"/>
                      <a:gd name="connsiteY2" fmla="*/ 1110344 h 11103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43678" h="1110344">
                        <a:moveTo>
                          <a:pt x="0" y="0"/>
                        </a:moveTo>
                        <a:cubicBezTo>
                          <a:pt x="189808" y="0"/>
                          <a:pt x="343678" y="248559"/>
                          <a:pt x="343678" y="555172"/>
                        </a:cubicBezTo>
                        <a:cubicBezTo>
                          <a:pt x="343678" y="861785"/>
                          <a:pt x="189808" y="1110344"/>
                          <a:pt x="0" y="1110344"/>
                        </a:cubicBezTo>
                      </a:path>
                    </a:pathLst>
                  </a:custGeom>
                  <a:noFill/>
                  <a:ln w="28575">
                    <a:solidFill>
                      <a:schemeClr val="accent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>
                      <a:solidFill>
                        <a:schemeClr val="lt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F46CD2C4-1087-9335-4FE1-02C683E9DD28}"/>
                    </a:ext>
                  </a:extLst>
                </p:cNvPr>
                <p:cNvGrpSpPr/>
                <p:nvPr/>
              </p:nvGrpSpPr>
              <p:grpSpPr>
                <a:xfrm rot="16200000">
                  <a:off x="2923922" y="2810085"/>
                  <a:ext cx="1112528" cy="1916266"/>
                  <a:chOff x="2734489" y="2655731"/>
                  <a:chExt cx="1186260" cy="1916266"/>
                </a:xfrm>
              </p:grpSpPr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BFC745F7-4020-D791-3879-8B87915DB8D9}"/>
                      </a:ext>
                    </a:extLst>
                  </p:cNvPr>
                  <p:cNvSpPr/>
                  <p:nvPr/>
                </p:nvSpPr>
                <p:spPr>
                  <a:xfrm>
                    <a:off x="2734490" y="2655731"/>
                    <a:ext cx="1186259" cy="19162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 dirty="0"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61" name="Oval 9">
                    <a:extLst>
                      <a:ext uri="{FF2B5EF4-FFF2-40B4-BE49-F238E27FC236}">
                        <a16:creationId xmlns:a16="http://schemas.microsoft.com/office/drawing/2014/main" id="{D387BAF5-F995-4F69-3D65-247D6B4AE6CD}"/>
                      </a:ext>
                    </a:extLst>
                  </p:cNvPr>
                  <p:cNvSpPr/>
                  <p:nvPr/>
                </p:nvSpPr>
                <p:spPr>
                  <a:xfrm flipH="1">
                    <a:off x="2734489" y="2655731"/>
                    <a:ext cx="593130" cy="1916266"/>
                  </a:xfrm>
                  <a:custGeom>
                    <a:avLst/>
                    <a:gdLst>
                      <a:gd name="connsiteX0" fmla="*/ 0 w 687355"/>
                      <a:gd name="connsiteY0" fmla="*/ 555172 h 1110343"/>
                      <a:gd name="connsiteX1" fmla="*/ 343678 w 687355"/>
                      <a:gd name="connsiteY1" fmla="*/ 0 h 1110343"/>
                      <a:gd name="connsiteX2" fmla="*/ 687356 w 687355"/>
                      <a:gd name="connsiteY2" fmla="*/ 555172 h 1110343"/>
                      <a:gd name="connsiteX3" fmla="*/ 343678 w 687355"/>
                      <a:gd name="connsiteY3" fmla="*/ 1110344 h 1110343"/>
                      <a:gd name="connsiteX4" fmla="*/ 0 w 687355"/>
                      <a:gd name="connsiteY4" fmla="*/ 555172 h 1110343"/>
                      <a:gd name="connsiteX0" fmla="*/ 0 w 687356"/>
                      <a:gd name="connsiteY0" fmla="*/ 555172 h 1110344"/>
                      <a:gd name="connsiteX1" fmla="*/ 343678 w 687356"/>
                      <a:gd name="connsiteY1" fmla="*/ 0 h 1110344"/>
                      <a:gd name="connsiteX2" fmla="*/ 687356 w 687356"/>
                      <a:gd name="connsiteY2" fmla="*/ 555172 h 1110344"/>
                      <a:gd name="connsiteX3" fmla="*/ 343678 w 687356"/>
                      <a:gd name="connsiteY3" fmla="*/ 1110344 h 1110344"/>
                      <a:gd name="connsiteX4" fmla="*/ 91440 w 687356"/>
                      <a:gd name="connsiteY4" fmla="*/ 646612 h 1110344"/>
                      <a:gd name="connsiteX0" fmla="*/ 0 w 687356"/>
                      <a:gd name="connsiteY0" fmla="*/ 555172 h 1110344"/>
                      <a:gd name="connsiteX1" fmla="*/ 343678 w 687356"/>
                      <a:gd name="connsiteY1" fmla="*/ 0 h 1110344"/>
                      <a:gd name="connsiteX2" fmla="*/ 687356 w 687356"/>
                      <a:gd name="connsiteY2" fmla="*/ 555172 h 1110344"/>
                      <a:gd name="connsiteX3" fmla="*/ 343678 w 687356"/>
                      <a:gd name="connsiteY3" fmla="*/ 1110344 h 1110344"/>
                      <a:gd name="connsiteX0" fmla="*/ 0 w 343678"/>
                      <a:gd name="connsiteY0" fmla="*/ 0 h 1110344"/>
                      <a:gd name="connsiteX1" fmla="*/ 343678 w 343678"/>
                      <a:gd name="connsiteY1" fmla="*/ 555172 h 1110344"/>
                      <a:gd name="connsiteX2" fmla="*/ 0 w 343678"/>
                      <a:gd name="connsiteY2" fmla="*/ 1110344 h 11103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43678" h="1110344">
                        <a:moveTo>
                          <a:pt x="0" y="0"/>
                        </a:moveTo>
                        <a:cubicBezTo>
                          <a:pt x="189808" y="0"/>
                          <a:pt x="343678" y="248559"/>
                          <a:pt x="343678" y="555172"/>
                        </a:cubicBezTo>
                        <a:cubicBezTo>
                          <a:pt x="343678" y="861785"/>
                          <a:pt x="189808" y="1110344"/>
                          <a:pt x="0" y="1110344"/>
                        </a:cubicBezTo>
                      </a:path>
                    </a:pathLst>
                  </a:custGeom>
                  <a:noFill/>
                  <a:ln w="28575">
                    <a:solidFill>
                      <a:schemeClr val="accent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30C1609A-CB17-B8C1-192C-C817DB7BA507}"/>
                  </a:ext>
                </a:extLst>
              </p:cNvPr>
              <p:cNvGrpSpPr/>
              <p:nvPr/>
            </p:nvGrpSpPr>
            <p:grpSpPr>
              <a:xfrm>
                <a:off x="7343735" y="3867733"/>
                <a:ext cx="672058" cy="2525941"/>
                <a:chOff x="10158806" y="1024418"/>
                <a:chExt cx="672058" cy="252594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3" name="TextBox 52">
                      <a:extLst>
                        <a:ext uri="{FF2B5EF4-FFF2-40B4-BE49-F238E27FC236}">
                          <a16:creationId xmlns:a16="http://schemas.microsoft.com/office/drawing/2014/main" id="{0ADE1770-7719-FC03-22B8-2BF212EE73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58806" y="1024418"/>
                      <a:ext cx="672058" cy="29664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 xmlns="">
                <p:sp>
                  <p:nvSpPr>
                    <p:cNvPr id="95" name="TextBox 94">
                      <a:extLst>
                        <a:ext uri="{FF2B5EF4-FFF2-40B4-BE49-F238E27FC236}">
                          <a16:creationId xmlns:a16="http://schemas.microsoft.com/office/drawing/2014/main" id="{CE0322D2-D870-100A-FE41-4ACBD60E4F7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58806" y="1024418"/>
                      <a:ext cx="672058" cy="296640"/>
                    </a:xfrm>
                    <a:prstGeom prst="rect">
                      <a:avLst/>
                    </a:prstGeom>
                    <a:blipFill>
                      <a:blip r:embed="rId3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51F7E6EF-25A2-9333-6B15-E5BABDBA64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241626" y="3253719"/>
                      <a:ext cx="520068" cy="29664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10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11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i="1" dirty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11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 xmlns="">
                <p:sp>
                  <p:nvSpPr>
                    <p:cNvPr id="96" name="TextBox 95">
                      <a:extLst>
                        <a:ext uri="{FF2B5EF4-FFF2-40B4-BE49-F238E27FC236}">
                          <a16:creationId xmlns:a16="http://schemas.microsoft.com/office/drawing/2014/main" id="{8D35FF79-30E4-6C9D-EFDD-68160D5650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241626" y="3253719"/>
                      <a:ext cx="520068" cy="296640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 b="-697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CA2677A-B396-6F04-F57B-7E9ED088687C}"/>
                </a:ext>
              </a:extLst>
            </p:cNvPr>
            <p:cNvCxnSpPr>
              <a:cxnSpLocks/>
              <a:stCxn id="78" idx="0"/>
              <a:endCxn id="78" idx="4"/>
            </p:cNvCxnSpPr>
            <p:nvPr/>
          </p:nvCxnSpPr>
          <p:spPr>
            <a:xfrm>
              <a:off x="7289959" y="1351541"/>
              <a:ext cx="0" cy="3245162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BE65A67-CCBD-3B1B-06D9-51D657E21ABB}"/>
              </a:ext>
            </a:extLst>
          </p:cNvPr>
          <p:cNvSpPr txBox="1"/>
          <p:nvPr/>
        </p:nvSpPr>
        <p:spPr>
          <a:xfrm>
            <a:off x="3551137" y="3807018"/>
            <a:ext cx="4368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Both are idealizations!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45D877-4328-179E-7C14-12E51D946CB1}"/>
              </a:ext>
            </a:extLst>
          </p:cNvPr>
          <p:cNvSpPr txBox="1"/>
          <p:nvPr/>
        </p:nvSpPr>
        <p:spPr>
          <a:xfrm>
            <a:off x="4827842" y="1448659"/>
            <a:ext cx="1534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complete isolation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4453EA-972D-304F-67CB-5628E0969615}"/>
              </a:ext>
            </a:extLst>
          </p:cNvPr>
          <p:cNvCxnSpPr>
            <a:cxnSpLocks/>
          </p:cNvCxnSpPr>
          <p:nvPr/>
        </p:nvCxnSpPr>
        <p:spPr>
          <a:xfrm flipH="1">
            <a:off x="5019230" y="1774911"/>
            <a:ext cx="270530" cy="204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57307D8-442C-F17C-5E61-7EF88C2D31C5}"/>
              </a:ext>
            </a:extLst>
          </p:cNvPr>
          <p:cNvSpPr txBox="1"/>
          <p:nvPr/>
        </p:nvSpPr>
        <p:spPr>
          <a:xfrm>
            <a:off x="382075" y="5526407"/>
            <a:ext cx="88184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However, “states as equilibria” implies existence of equilibration processes (mathematically, Hilbert spaces are Banach spaces + projectors on each subspace): projections are more “fundamental” as they need to be assumed to exist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34FB7E-C6C8-B6DC-4AE0-BCC3E5DF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009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152E1-6AE1-5103-9FCE-2CFC905C2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936F66C-076B-66C6-565A-D6CB8338F20E}"/>
                  </a:ext>
                </a:extLst>
              </p:cNvPr>
              <p:cNvSpPr txBox="1"/>
              <p:nvPr/>
            </p:nvSpPr>
            <p:spPr>
              <a:xfrm>
                <a:off x="208028" y="62260"/>
                <a:ext cx="999972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400" dirty="0"/>
                  <a:t>Unitary evolution </a:t>
                </a:r>
                <a14:m>
                  <m:oMath xmlns:m="http://schemas.openxmlformats.org/officeDocument/2006/math">
                    <m:r>
                      <a:rPr lang="en-US" sz="4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4400" dirty="0"/>
                  <a:t> quasi-static evolution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0637223-5E74-10DF-25F7-08B1DAFEA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028" y="62260"/>
                <a:ext cx="9999725" cy="769441"/>
              </a:xfrm>
              <a:prstGeom prst="rect">
                <a:avLst/>
              </a:prstGeom>
              <a:blipFill>
                <a:blip r:embed="rId2"/>
                <a:stretch>
                  <a:fillRect l="-2438" t="-15873" r="-1645" b="-37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D94EE3-E20C-AF20-AD16-1647B7BBBD80}"/>
                  </a:ext>
                </a:extLst>
              </p:cNvPr>
              <p:cNvSpPr txBox="1"/>
              <p:nvPr/>
            </p:nvSpPr>
            <p:spPr>
              <a:xfrm>
                <a:off x="403563" y="1813720"/>
                <a:ext cx="10683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7F18EC-3CF7-A9DE-4CBD-32F0779C7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63" y="1813720"/>
                <a:ext cx="1068306" cy="461665"/>
              </a:xfrm>
              <a:prstGeom prst="rect">
                <a:avLst/>
              </a:prstGeom>
              <a:blipFill>
                <a:blip r:embed="rId3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96999B4-3F8E-F98F-97E7-84CFBCFDDF26}"/>
              </a:ext>
            </a:extLst>
          </p:cNvPr>
          <p:cNvGrpSpPr/>
          <p:nvPr/>
        </p:nvGrpSpPr>
        <p:grpSpPr>
          <a:xfrm>
            <a:off x="5957800" y="891540"/>
            <a:ext cx="1741631" cy="2318773"/>
            <a:chOff x="3363085" y="1736099"/>
            <a:chExt cx="1306223" cy="17390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9E794F7-4411-B55C-35C2-D4D60E76662D}"/>
                    </a:ext>
                  </a:extLst>
                </p:cNvPr>
                <p:cNvSpPr txBox="1"/>
                <p:nvPr/>
              </p:nvSpPr>
              <p:spPr>
                <a:xfrm>
                  <a:off x="3363085" y="1736099"/>
                  <a:ext cx="1306223" cy="3462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F490F4E-3A64-D486-202D-710F5B0C3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3085" y="1736099"/>
                  <a:ext cx="1306223" cy="346249"/>
                </a:xfrm>
                <a:prstGeom prst="rect">
                  <a:avLst/>
                </a:prstGeom>
                <a:blipFill>
                  <a:blip r:embed="rId4"/>
                  <a:stretch>
                    <a:fillRect b="-17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1F9AACB-F248-0F62-661A-BAC32121D5BB}"/>
                    </a:ext>
                  </a:extLst>
                </p:cNvPr>
                <p:cNvSpPr txBox="1"/>
                <p:nvPr/>
              </p:nvSpPr>
              <p:spPr>
                <a:xfrm>
                  <a:off x="3363085" y="2200376"/>
                  <a:ext cx="573523" cy="3462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61F2665-EE25-1DAC-C1AE-66B80D75DE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3085" y="2200376"/>
                  <a:ext cx="573523" cy="34624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E4741C6-3FCE-3127-85E5-42966C698EE5}"/>
                    </a:ext>
                  </a:extLst>
                </p:cNvPr>
                <p:cNvSpPr txBox="1"/>
                <p:nvPr/>
              </p:nvSpPr>
              <p:spPr>
                <a:xfrm>
                  <a:off x="3363085" y="2664653"/>
                  <a:ext cx="573523" cy="3462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D67D440-DDA5-E563-07D8-7922268C9D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3085" y="2664653"/>
                  <a:ext cx="573523" cy="346249"/>
                </a:xfrm>
                <a:prstGeom prst="rect">
                  <a:avLst/>
                </a:prstGeom>
                <a:blipFill>
                  <a:blip r:embed="rId6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8AA0E29-524C-7877-AAA4-7B9E94B8AE48}"/>
                    </a:ext>
                  </a:extLst>
                </p:cNvPr>
                <p:cNvSpPr txBox="1"/>
                <p:nvPr/>
              </p:nvSpPr>
              <p:spPr>
                <a:xfrm>
                  <a:off x="3363085" y="3128930"/>
                  <a:ext cx="573523" cy="3462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068621F-3546-34B9-99D4-C5DB5A78C6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3085" y="3128930"/>
                  <a:ext cx="573523" cy="34624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D045AFC-7D50-8CB3-8654-1F652609AF1C}"/>
                  </a:ext>
                </a:extLst>
              </p:cNvPr>
              <p:cNvSpPr/>
              <p:nvPr/>
            </p:nvSpPr>
            <p:spPr>
              <a:xfrm>
                <a:off x="2305773" y="1000919"/>
                <a:ext cx="2336800" cy="2118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6400" i="1">
                        <a:latin typeface="Cambria Math" panose="02040503050406030204" pitchFamily="18" charset="0"/>
                      </a:rPr>
                      <m:t>𝒫</m:t>
                    </m:r>
                  </m:oMath>
                </a14:m>
                <a:endParaRPr lang="en-US" sz="6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F1BE2E6-9435-40F2-6773-351ECB3D66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773" y="1000919"/>
                <a:ext cx="2336800" cy="21180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Right 9">
            <a:extLst>
              <a:ext uri="{FF2B5EF4-FFF2-40B4-BE49-F238E27FC236}">
                <a16:creationId xmlns:a16="http://schemas.microsoft.com/office/drawing/2014/main" id="{489E26B7-B6DC-8593-617A-96DADD51CCED}"/>
              </a:ext>
            </a:extLst>
          </p:cNvPr>
          <p:cNvSpPr/>
          <p:nvPr/>
        </p:nvSpPr>
        <p:spPr>
          <a:xfrm>
            <a:off x="1391374" y="1950562"/>
            <a:ext cx="680948" cy="21875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2B23D57-79DC-3588-0A5B-B39A219DC712}"/>
              </a:ext>
            </a:extLst>
          </p:cNvPr>
          <p:cNvSpPr/>
          <p:nvPr/>
        </p:nvSpPr>
        <p:spPr>
          <a:xfrm rot="19309669">
            <a:off x="4930942" y="1327995"/>
            <a:ext cx="989605" cy="21875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3828922-3335-EB10-4CBF-3C96F2DDA006}"/>
              </a:ext>
            </a:extLst>
          </p:cNvPr>
          <p:cNvSpPr/>
          <p:nvPr/>
        </p:nvSpPr>
        <p:spPr>
          <a:xfrm rot="873763" flipV="1">
            <a:off x="5117729" y="2156908"/>
            <a:ext cx="737012" cy="229509"/>
          </a:xfrm>
          <a:prstGeom prst="rightArrow">
            <a:avLst/>
          </a:prstGeom>
          <a:solidFill>
            <a:srgbClr val="ECF3FA">
              <a:alpha val="8078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D883B20-5346-E66B-662D-B7B7E0DBEA66}"/>
              </a:ext>
            </a:extLst>
          </p:cNvPr>
          <p:cNvSpPr/>
          <p:nvPr/>
        </p:nvSpPr>
        <p:spPr>
          <a:xfrm rot="20726237">
            <a:off x="5117730" y="1739054"/>
            <a:ext cx="737012" cy="229509"/>
          </a:xfrm>
          <a:prstGeom prst="rightArrow">
            <a:avLst/>
          </a:prstGeom>
          <a:solidFill>
            <a:srgbClr val="ECF3FA">
              <a:alpha val="8078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2BF73CF-DE0E-E165-4199-2C26ACD7A350}"/>
              </a:ext>
            </a:extLst>
          </p:cNvPr>
          <p:cNvSpPr/>
          <p:nvPr/>
        </p:nvSpPr>
        <p:spPr>
          <a:xfrm rot="2290331" flipV="1">
            <a:off x="4929887" y="2573127"/>
            <a:ext cx="989605" cy="218757"/>
          </a:xfrm>
          <a:prstGeom prst="rightArrow">
            <a:avLst/>
          </a:prstGeom>
          <a:solidFill>
            <a:srgbClr val="ECF3FA">
              <a:alpha val="8078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74300D-186E-5A65-9390-1BEA3A0068B1}"/>
                  </a:ext>
                </a:extLst>
              </p:cNvPr>
              <p:cNvSpPr txBox="1"/>
              <p:nvPr/>
            </p:nvSpPr>
            <p:spPr>
              <a:xfrm>
                <a:off x="564375" y="3337310"/>
                <a:ext cx="442595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  <m:d>
                                    <m:d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  <m:d>
                                    <m:d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74300D-186E-5A65-9390-1BEA3A006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75" y="3337310"/>
                <a:ext cx="4425955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BB8292-F56B-40D4-B5F2-0DB4D2B634BE}"/>
                  </a:ext>
                </a:extLst>
              </p:cNvPr>
              <p:cNvSpPr txBox="1"/>
              <p:nvPr/>
            </p:nvSpPr>
            <p:spPr>
              <a:xfrm>
                <a:off x="564375" y="3999195"/>
                <a:ext cx="37813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BB8292-F56B-40D4-B5F2-0DB4D2B63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75" y="3999195"/>
                <a:ext cx="3781356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3991D35-9BE9-D26B-385D-E7465EED3496}"/>
                  </a:ext>
                </a:extLst>
              </p:cNvPr>
              <p:cNvSpPr txBox="1"/>
              <p:nvPr/>
            </p:nvSpPr>
            <p:spPr>
              <a:xfrm>
                <a:off x="564375" y="4349136"/>
                <a:ext cx="42269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3991D35-9BE9-D26B-385D-E7465EED3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75" y="4349136"/>
                <a:ext cx="4226990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CBA958D-BFE4-B276-868F-22BC28BC52E4}"/>
                  </a:ext>
                </a:extLst>
              </p:cNvPr>
              <p:cNvSpPr txBox="1"/>
              <p:nvPr/>
            </p:nvSpPr>
            <p:spPr>
              <a:xfrm>
                <a:off x="564375" y="4699077"/>
                <a:ext cx="48876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CBA958D-BFE4-B276-868F-22BC28BC5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75" y="4699077"/>
                <a:ext cx="4887620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71F5594-AF92-7F3F-8E93-0609A7FD53DB}"/>
                  </a:ext>
                </a:extLst>
              </p:cNvPr>
              <p:cNvSpPr txBox="1"/>
              <p:nvPr/>
            </p:nvSpPr>
            <p:spPr>
              <a:xfrm>
                <a:off x="564375" y="5049018"/>
                <a:ext cx="57578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𝒯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𝒯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71F5594-AF92-7F3F-8E93-0609A7FD5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75" y="5049018"/>
                <a:ext cx="5757858" cy="369332"/>
              </a:xfrm>
              <a:prstGeom prst="rect">
                <a:avLst/>
              </a:prstGeom>
              <a:blipFill>
                <a:blip r:embed="rId1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12BE83A-C8EF-B86F-61CC-81325F7FC50B}"/>
                  </a:ext>
                </a:extLst>
              </p:cNvPr>
              <p:cNvSpPr txBox="1"/>
              <p:nvPr/>
            </p:nvSpPr>
            <p:spPr>
              <a:xfrm>
                <a:off x="5610288" y="4251078"/>
                <a:ext cx="2984022" cy="5343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𝒯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𝒯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12BE83A-C8EF-B86F-61CC-81325F7FC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288" y="4251078"/>
                <a:ext cx="2984022" cy="5343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320158E6-4574-DD67-F931-7C51487F76E1}"/>
              </a:ext>
            </a:extLst>
          </p:cNvPr>
          <p:cNvGrpSpPr/>
          <p:nvPr/>
        </p:nvGrpSpPr>
        <p:grpSpPr>
          <a:xfrm>
            <a:off x="8547990" y="2641757"/>
            <a:ext cx="3031715" cy="568556"/>
            <a:chOff x="3823149" y="5414901"/>
            <a:chExt cx="3031715" cy="568556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9799C0C-446A-1F7C-93ED-57EAFCD5D6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3149" y="5414901"/>
              <a:ext cx="0" cy="5237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5D50525-D643-DCEA-D6C2-2F811F616F59}"/>
                </a:ext>
              </a:extLst>
            </p:cNvPr>
            <p:cNvCxnSpPr>
              <a:cxnSpLocks/>
            </p:cNvCxnSpPr>
            <p:nvPr/>
          </p:nvCxnSpPr>
          <p:spPr>
            <a:xfrm rot="660000" flipV="1">
              <a:off x="4169377" y="5419712"/>
              <a:ext cx="0" cy="5237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14A172B-063D-9E85-B951-4D98DE127DC8}"/>
                </a:ext>
              </a:extLst>
            </p:cNvPr>
            <p:cNvCxnSpPr>
              <a:cxnSpLocks/>
            </p:cNvCxnSpPr>
            <p:nvPr/>
          </p:nvCxnSpPr>
          <p:spPr>
            <a:xfrm rot="1380000" flipV="1">
              <a:off x="4515605" y="5435720"/>
              <a:ext cx="0" cy="5237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E39DA4A-C79C-9682-835A-A81393324EC2}"/>
                </a:ext>
              </a:extLst>
            </p:cNvPr>
            <p:cNvCxnSpPr>
              <a:cxnSpLocks/>
            </p:cNvCxnSpPr>
            <p:nvPr/>
          </p:nvCxnSpPr>
          <p:spPr>
            <a:xfrm rot="2040000" flipV="1">
              <a:off x="4861833" y="5459674"/>
              <a:ext cx="0" cy="5237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CD65BCF-0A04-4D83-A901-16A0623D6916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5208061" y="5491607"/>
              <a:ext cx="0" cy="5237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EFFA91A-8397-D920-5FA1-BF457ABC0931}"/>
                </a:ext>
              </a:extLst>
            </p:cNvPr>
            <p:cNvCxnSpPr>
              <a:cxnSpLocks/>
            </p:cNvCxnSpPr>
            <p:nvPr/>
          </p:nvCxnSpPr>
          <p:spPr>
            <a:xfrm rot="3360000" flipV="1">
              <a:off x="5554289" y="5530344"/>
              <a:ext cx="0" cy="5237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CE6F9FC-0DD2-7324-213A-5EDB191DF421}"/>
                </a:ext>
              </a:extLst>
            </p:cNvPr>
            <p:cNvCxnSpPr>
              <a:cxnSpLocks/>
            </p:cNvCxnSpPr>
            <p:nvPr/>
          </p:nvCxnSpPr>
          <p:spPr>
            <a:xfrm rot="4080000" flipV="1">
              <a:off x="5900517" y="5578686"/>
              <a:ext cx="0" cy="5237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9F6C01C-4B55-12B2-D661-38A62D61AAE8}"/>
                </a:ext>
              </a:extLst>
            </p:cNvPr>
            <p:cNvCxnSpPr>
              <a:cxnSpLocks/>
            </p:cNvCxnSpPr>
            <p:nvPr/>
          </p:nvCxnSpPr>
          <p:spPr>
            <a:xfrm rot="4740000" flipV="1">
              <a:off x="6246745" y="5626821"/>
              <a:ext cx="0" cy="5237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4E3FC62-2FFE-23D4-F924-310AD11B06E5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6592973" y="5676792"/>
              <a:ext cx="0" cy="5237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C54283F-FE27-2A41-A53E-B389EEF9C2A5}"/>
                  </a:ext>
                </a:extLst>
              </p:cNvPr>
              <p:cNvSpPr txBox="1"/>
              <p:nvPr/>
            </p:nvSpPr>
            <p:spPr>
              <a:xfrm>
                <a:off x="7976298" y="1548988"/>
                <a:ext cx="363798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Unitary evolution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br>
                  <a:rPr lang="en-US" dirty="0">
                    <a:ea typeface="Cambria Math" panose="02040503050406030204" pitchFamily="18" charset="0"/>
                  </a:rPr>
                </a:br>
                <a:r>
                  <a:rPr lang="en-US" dirty="0"/>
                  <a:t>sequence of infinitesimal projections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C54283F-FE27-2A41-A53E-B389EEF9C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6298" y="1548988"/>
                <a:ext cx="3637984" cy="923330"/>
              </a:xfrm>
              <a:prstGeom prst="rect">
                <a:avLst/>
              </a:prstGeom>
              <a:blipFill>
                <a:blip r:embed="rId15"/>
                <a:stretch>
                  <a:fillRect l="-503" t="-3289" r="-1675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C836EFE6-D9B1-0AC4-8BDB-4ED0671C3488}"/>
              </a:ext>
            </a:extLst>
          </p:cNvPr>
          <p:cNvSpPr txBox="1"/>
          <p:nvPr/>
        </p:nvSpPr>
        <p:spPr>
          <a:xfrm>
            <a:off x="195836" y="5566164"/>
            <a:ext cx="92390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Projections can be seen as fundamental “black box” processes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FE7A13-5577-EFE2-16EB-17BAFD4E04CA}"/>
              </a:ext>
            </a:extLst>
          </p:cNvPr>
          <p:cNvSpPr txBox="1"/>
          <p:nvPr/>
        </p:nvSpPr>
        <p:spPr>
          <a:xfrm>
            <a:off x="6211824" y="6063413"/>
            <a:ext cx="25001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Solves the “multilevel problem”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1ED7B2D-A811-A5DD-E35B-07968F9A0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164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2BC7A-A968-71BC-0316-08F384BE4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E6A7AEE-D7C8-73F9-1E75-7515E654C4A5}"/>
                  </a:ext>
                </a:extLst>
              </p:cNvPr>
              <p:cNvSpPr txBox="1"/>
              <p:nvPr/>
            </p:nvSpPr>
            <p:spPr>
              <a:xfrm>
                <a:off x="208028" y="62260"/>
                <a:ext cx="1084181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400" dirty="0"/>
                  <a:t>Projections </a:t>
                </a:r>
                <a14:m>
                  <m:oMath xmlns:m="http://schemas.openxmlformats.org/officeDocument/2006/math">
                    <m:r>
                      <a:rPr lang="en-US" sz="4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4400" dirty="0"/>
                  <a:t> steady states of open evolution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E6A7AEE-D7C8-73F9-1E75-7515E654C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028" y="62260"/>
                <a:ext cx="10841814" cy="769441"/>
              </a:xfrm>
              <a:prstGeom prst="rect">
                <a:avLst/>
              </a:prstGeom>
              <a:blipFill>
                <a:blip r:embed="rId2"/>
                <a:stretch>
                  <a:fillRect l="-2248" t="-15873" r="-1405" b="-37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F0A4E4F8-D76C-C610-18BE-980A03C6E7FB}"/>
              </a:ext>
            </a:extLst>
          </p:cNvPr>
          <p:cNvSpPr txBox="1"/>
          <p:nvPr/>
        </p:nvSpPr>
        <p:spPr>
          <a:xfrm>
            <a:off x="1072423" y="2240478"/>
            <a:ext cx="59770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ea typeface="Cambria Math" panose="02040503050406030204" pitchFamily="18" charset="0"/>
              </a:rPr>
              <a:t>Lindblad equation: evolution of a quantum system</a:t>
            </a:r>
            <a:br>
              <a:rPr lang="en-US" dirty="0">
                <a:ea typeface="Cambria Math" panose="02040503050406030204" pitchFamily="18" charset="0"/>
              </a:rPr>
            </a:br>
            <a:r>
              <a:rPr lang="en-US" dirty="0">
                <a:ea typeface="Cambria Math" panose="02040503050406030204" pitchFamily="18" charset="0"/>
              </a:rPr>
              <a:t>under joint system/environment evolution (+ approximations)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745C9D-13FA-77D1-0764-277360F3005D}"/>
              </a:ext>
            </a:extLst>
          </p:cNvPr>
          <p:cNvSpPr txBox="1"/>
          <p:nvPr/>
        </p:nvSpPr>
        <p:spPr>
          <a:xfrm>
            <a:off x="1263366" y="5702351"/>
            <a:ext cx="7701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Projections are equilibrations with the environment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D0B2D01-13BE-B416-DBD6-90AFCCD97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A4B462A-980F-7C67-4989-A3D9D3A6FCB8}"/>
                  </a:ext>
                </a:extLst>
              </p:cNvPr>
              <p:cNvSpPr txBox="1"/>
              <p:nvPr/>
            </p:nvSpPr>
            <p:spPr>
              <a:xfrm>
                <a:off x="822227" y="1041624"/>
                <a:ext cx="6477479" cy="11988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𝚤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begChr m:val="{"/>
                              <m:endChr m:val="}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A4B462A-980F-7C67-4989-A3D9D3A6F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27" y="1041624"/>
                <a:ext cx="6477479" cy="11988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56FDBE8-4698-E879-CDA6-4CCBB2A0DAE8}"/>
                  </a:ext>
                </a:extLst>
              </p:cNvPr>
              <p:cNvSpPr txBox="1"/>
              <p:nvPr/>
            </p:nvSpPr>
            <p:spPr>
              <a:xfrm>
                <a:off x="303642" y="3080169"/>
                <a:ext cx="10551928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sz="3200" b="0" dirty="0"/>
                  <a:t>If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3200" b="0" dirty="0"/>
                  <a:t>, then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3200" b="0" dirty="0"/>
                  <a:t> is a steady state if and only if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br>
                  <a:rPr lang="en-US" sz="3200" b="0" dirty="0"/>
                </a:b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200" b="0" dirty="0"/>
                  <a:t> all steady states are statistical mixtures of eigenvectors of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56FDBE8-4698-E879-CDA6-4CCBB2A0D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42" y="3080169"/>
                <a:ext cx="10551928" cy="1077218"/>
              </a:xfrm>
              <a:prstGeom prst="rect">
                <a:avLst/>
              </a:prstGeom>
              <a:blipFill>
                <a:blip r:embed="rId4"/>
                <a:stretch>
                  <a:fillRect l="-1502" t="-6780" b="-18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EDDA3E3-90E0-3C0C-EF2A-E8C1F069A778}"/>
                  </a:ext>
                </a:extLst>
              </p:cNvPr>
              <p:cNvSpPr txBox="1"/>
              <p:nvPr/>
            </p:nvSpPr>
            <p:spPr>
              <a:xfrm>
                <a:off x="3998224" y="4166081"/>
                <a:ext cx="54366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(more precisely,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 is multiplicative in the spectrum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EDDA3E3-90E0-3C0C-EF2A-E8C1F069A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224" y="4166081"/>
                <a:ext cx="5436616" cy="369332"/>
              </a:xfrm>
              <a:prstGeom prst="rect">
                <a:avLst/>
              </a:prstGeom>
              <a:blipFill>
                <a:blip r:embed="rId5"/>
                <a:stretch>
                  <a:fillRect l="-100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1FCC8A13-7BD3-B86A-4517-88B0E7BE7AD8}"/>
              </a:ext>
            </a:extLst>
          </p:cNvPr>
          <p:cNvSpPr txBox="1"/>
          <p:nvPr/>
        </p:nvSpPr>
        <p:spPr>
          <a:xfrm>
            <a:off x="954229" y="4535413"/>
            <a:ext cx="797859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0" dirty="0"/>
              <a:t>Measurement is the same of a classical measurement</a:t>
            </a:r>
          </a:p>
          <a:p>
            <a:pPr algn="ctr"/>
            <a:r>
              <a:rPr lang="en-US" sz="2800" dirty="0"/>
              <a:t>(reveals previously prepared state)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21CACF2-6DCE-13C6-5FC1-D3783198E63B}"/>
              </a:ext>
            </a:extLst>
          </p:cNvPr>
          <p:cNvGrpSpPr/>
          <p:nvPr/>
        </p:nvGrpSpPr>
        <p:grpSpPr>
          <a:xfrm>
            <a:off x="8359765" y="1148411"/>
            <a:ext cx="2777731" cy="687739"/>
            <a:chOff x="7690462" y="1327522"/>
            <a:chExt cx="2777731" cy="68773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AAFD0B5-7AE4-3E12-62C9-E2AA9056342E}"/>
                    </a:ext>
                  </a:extLst>
                </p:cNvPr>
                <p:cNvSpPr txBox="1"/>
                <p:nvPr/>
              </p:nvSpPr>
              <p:spPr>
                <a:xfrm>
                  <a:off x="7690462" y="1386153"/>
                  <a:ext cx="70397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𝑆𝐸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AAFD0B5-7AE4-3E12-62C9-E2AA90563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0462" y="1386153"/>
                  <a:ext cx="703974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B7023DF4-A98D-960A-6BD6-14A2800DFB2E}"/>
                </a:ext>
              </a:extLst>
            </p:cNvPr>
            <p:cNvCxnSpPr>
              <a:cxnSpLocks/>
            </p:cNvCxnSpPr>
            <p:nvPr/>
          </p:nvCxnSpPr>
          <p:spPr>
            <a:xfrm>
              <a:off x="8458501" y="1672151"/>
              <a:ext cx="5830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DF80A69C-BC4B-1D80-3468-BA9BDCD6D3E7}"/>
                    </a:ext>
                  </a:extLst>
                </p:cNvPr>
                <p:cNvSpPr/>
                <p:nvPr/>
              </p:nvSpPr>
              <p:spPr>
                <a:xfrm>
                  <a:off x="9053031" y="1327522"/>
                  <a:ext cx="832104" cy="68773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DF80A69C-BC4B-1D80-3468-BA9BDCD6D3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3031" y="1327522"/>
                  <a:ext cx="832104" cy="68773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029C35E6-39EC-1F6F-05EE-FD0E7205691C}"/>
                </a:ext>
              </a:extLst>
            </p:cNvPr>
            <p:cNvCxnSpPr>
              <a:cxnSpLocks/>
            </p:cNvCxnSpPr>
            <p:nvPr/>
          </p:nvCxnSpPr>
          <p:spPr>
            <a:xfrm>
              <a:off x="9885135" y="1671391"/>
              <a:ext cx="5830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F7912A3-F085-4E1B-ED4C-2D1A3ACA7F6D}"/>
                  </a:ext>
                </a:extLst>
              </p:cNvPr>
              <p:cNvSpPr txBox="1"/>
              <p:nvPr/>
            </p:nvSpPr>
            <p:spPr>
              <a:xfrm>
                <a:off x="8711752" y="1990660"/>
                <a:ext cx="22878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𝑆𝐸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F7912A3-F085-4E1B-ED4C-2D1A3ACA7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1752" y="1990660"/>
                <a:ext cx="2287870" cy="461665"/>
              </a:xfrm>
              <a:prstGeom prst="rect">
                <a:avLst/>
              </a:prstGeom>
              <a:blipFill>
                <a:blip r:embed="rId8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18075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47149-02BD-A2F5-EF33-6A5C2BA92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4AEB25-5F56-D811-E688-5F05BA274F42}"/>
              </a:ext>
            </a:extLst>
          </p:cNvPr>
          <p:cNvSpPr txBox="1"/>
          <p:nvPr/>
        </p:nvSpPr>
        <p:spPr>
          <a:xfrm>
            <a:off x="1378262" y="3212812"/>
            <a:ext cx="3088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Unitary evolution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981EBF-1CC2-5FDE-7E19-174EB5AC0C93}"/>
              </a:ext>
            </a:extLst>
          </p:cNvPr>
          <p:cNvSpPr txBox="1"/>
          <p:nvPr/>
        </p:nvSpPr>
        <p:spPr>
          <a:xfrm>
            <a:off x="8433955" y="3212811"/>
            <a:ext cx="18884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Projection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ECDC71-5E2F-F83A-6E97-D4DA616C2D17}"/>
              </a:ext>
            </a:extLst>
          </p:cNvPr>
          <p:cNvSpPr txBox="1"/>
          <p:nvPr/>
        </p:nvSpPr>
        <p:spPr>
          <a:xfrm>
            <a:off x="7248086" y="822960"/>
            <a:ext cx="426020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Black-box process</a:t>
            </a:r>
            <a:br>
              <a:rPr lang="en-US" sz="4400" dirty="0"/>
            </a:br>
            <a:r>
              <a:rPr lang="en-US" sz="4400" dirty="0"/>
              <a:t>with equilibria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92D205-363D-3240-1200-EB621D2D34B6}"/>
              </a:ext>
            </a:extLst>
          </p:cNvPr>
          <p:cNvSpPr txBox="1"/>
          <p:nvPr/>
        </p:nvSpPr>
        <p:spPr>
          <a:xfrm>
            <a:off x="561789" y="822960"/>
            <a:ext cx="472148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Deterministic and</a:t>
            </a:r>
            <a:br>
              <a:rPr lang="en-US" sz="4400" dirty="0"/>
            </a:br>
            <a:r>
              <a:rPr lang="en-US" sz="4400" dirty="0"/>
              <a:t>reversible evolution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A2F2EBC-CD98-897C-6358-CDD8982AF40D}"/>
              </a:ext>
            </a:extLst>
          </p:cNvPr>
          <p:cNvSpPr/>
          <p:nvPr/>
        </p:nvSpPr>
        <p:spPr>
          <a:xfrm>
            <a:off x="2754891" y="2506980"/>
            <a:ext cx="335280" cy="5847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0EE414A-2F42-EB0A-54A1-E202B01AE421}"/>
              </a:ext>
            </a:extLst>
          </p:cNvPr>
          <p:cNvSpPr/>
          <p:nvPr/>
        </p:nvSpPr>
        <p:spPr>
          <a:xfrm>
            <a:off x="9210548" y="2506979"/>
            <a:ext cx="335280" cy="5847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AD3E6DB-E3FB-B4C5-DE3F-3BE8A4004C85}"/>
              </a:ext>
            </a:extLst>
          </p:cNvPr>
          <p:cNvSpPr/>
          <p:nvPr/>
        </p:nvSpPr>
        <p:spPr>
          <a:xfrm rot="5400000">
            <a:off x="6035039" y="1583787"/>
            <a:ext cx="335280" cy="5847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D16C34-533D-EE3C-58D1-34236F3AF958}"/>
              </a:ext>
            </a:extLst>
          </p:cNvPr>
          <p:cNvSpPr txBox="1"/>
          <p:nvPr/>
        </p:nvSpPr>
        <p:spPr>
          <a:xfrm>
            <a:off x="5641681" y="2190587"/>
            <a:ext cx="1283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Quasi-static</a:t>
            </a:r>
            <a:br>
              <a:rPr lang="en-US" dirty="0"/>
            </a:br>
            <a:r>
              <a:rPr lang="en-US" dirty="0"/>
              <a:t>evolution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254318-CB75-EE60-BC78-3C70A50281B5}"/>
                  </a:ext>
                </a:extLst>
              </p:cNvPr>
              <p:cNvSpPr txBox="1"/>
              <p:nvPr/>
            </p:nvSpPr>
            <p:spPr>
              <a:xfrm>
                <a:off x="561789" y="4117717"/>
                <a:ext cx="627114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Every preparation is a measurement</a:t>
                </a:r>
                <a:b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Time evolution prepares the system at each time</a:t>
                </a:r>
                <a:b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Time evolution is a series of measurements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254318-CB75-EE60-BC78-3C70A5028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89" y="4117717"/>
                <a:ext cx="6271140" cy="1200329"/>
              </a:xfrm>
              <a:prstGeom prst="rect">
                <a:avLst/>
              </a:prstGeom>
              <a:blipFill>
                <a:blip r:embed="rId2"/>
                <a:stretch>
                  <a:fillRect l="-1458" t="-4061" r="-583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BF759-0150-0DDE-092B-CDF31CD29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50</a:t>
            </a:fld>
            <a:endParaRPr lang="en-US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EFDD10BD-CC1A-9FDD-504D-7D2570198DB0}"/>
              </a:ext>
            </a:extLst>
          </p:cNvPr>
          <p:cNvSpPr/>
          <p:nvPr/>
        </p:nvSpPr>
        <p:spPr>
          <a:xfrm rot="16200000">
            <a:off x="6035039" y="884160"/>
            <a:ext cx="335280" cy="5847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FD4EFB-4951-3BED-52C7-EBBB04E85416}"/>
              </a:ext>
            </a:extLst>
          </p:cNvPr>
          <p:cNvSpPr txBox="1"/>
          <p:nvPr/>
        </p:nvSpPr>
        <p:spPr>
          <a:xfrm>
            <a:off x="5360934" y="217522"/>
            <a:ext cx="1844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Equilibration with</a:t>
            </a:r>
            <a:br>
              <a:rPr lang="en-US" dirty="0"/>
            </a:br>
            <a:r>
              <a:rPr lang="en-US" dirty="0"/>
              <a:t>the environment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891824-6DC8-801E-53F1-C5617328C121}"/>
                  </a:ext>
                </a:extLst>
              </p:cNvPr>
              <p:cNvSpPr txBox="1"/>
              <p:nvPr/>
            </p:nvSpPr>
            <p:spPr>
              <a:xfrm>
                <a:off x="2118215" y="5398516"/>
                <a:ext cx="583422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Every measurement is a process</a:t>
                </a:r>
                <a:b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Measurements are repeatable</a:t>
                </a:r>
                <a:b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Measurements are equilibration processes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891824-6DC8-801E-53F1-C5617328C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215" y="5398516"/>
                <a:ext cx="5834226" cy="1200329"/>
              </a:xfrm>
              <a:prstGeom prst="rect">
                <a:avLst/>
              </a:prstGeom>
              <a:blipFill>
                <a:blip r:embed="rId3"/>
                <a:stretch>
                  <a:fillRect l="-1566" t="-4082" r="-626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0515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15A38-DEF0-6E48-0DB3-16FC41E7C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4DFF9-419E-50EB-BA1E-8037B08F7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field theory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64DB0-4444-1BA7-A91F-DA055041C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BB39EF-49BA-541C-5291-77DFBC0FA6C4}"/>
              </a:ext>
            </a:extLst>
          </p:cNvPr>
          <p:cNvSpPr txBox="1"/>
          <p:nvPr/>
        </p:nvSpPr>
        <p:spPr>
          <a:xfrm>
            <a:off x="2621525" y="1278844"/>
            <a:ext cx="69489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Let’s wait until both classical field theory</a:t>
            </a:r>
            <a:br>
              <a:rPr lang="en-US" sz="3200" dirty="0">
                <a:solidFill>
                  <a:srgbClr val="C00000"/>
                </a:solidFill>
              </a:rPr>
            </a:br>
            <a:r>
              <a:rPr lang="en-US" sz="3200" dirty="0">
                <a:solidFill>
                  <a:srgbClr val="C00000"/>
                </a:solidFill>
              </a:rPr>
              <a:t>and quantum mechanics are done!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37504-DDB2-CBAC-46AF-5CF35D26B426}"/>
              </a:ext>
            </a:extLst>
          </p:cNvPr>
          <p:cNvSpPr txBox="1"/>
          <p:nvPr/>
        </p:nvSpPr>
        <p:spPr>
          <a:xfrm>
            <a:off x="3008648" y="4692579"/>
            <a:ext cx="6174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Should be simply putting a lower bound on the entropy of fields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38988-410C-9A20-BF63-B2B4EFC0E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2818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AEB1C-4646-0632-E40D-84888CFEA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gravity?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3F75-E512-962D-ED40-EC457AE1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F58FA-CCC0-B6F1-C81E-3DC7D473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374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6C29-9F54-BD4C-8715-51BA6A9CE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95C7D-1193-4A33-144F-A266B8963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really aiming to solve this… just connecting some trivial bits</a:t>
            </a:r>
          </a:p>
          <a:p>
            <a:r>
              <a:rPr lang="en-US" dirty="0"/>
              <a:t>What is quantum mechanics?</a:t>
            </a:r>
          </a:p>
          <a:p>
            <a:pPr lvl="1"/>
            <a:r>
              <a:rPr lang="en-US" dirty="0"/>
              <a:t>According to Reverse Physics, it is putting a lower bound on the entropy (lower bound on the count of states)</a:t>
            </a:r>
          </a:p>
          <a:p>
            <a:r>
              <a:rPr lang="en-US" dirty="0"/>
              <a:t>What is gravity?</a:t>
            </a:r>
          </a:p>
          <a:p>
            <a:pPr lvl="1"/>
            <a:r>
              <a:rPr lang="en-US" dirty="0"/>
              <a:t>In Reverse Physics, it is conjectured to be the proper handling of the count of DOFs and configurations (entropy) over a continuum of DOFs</a:t>
            </a:r>
          </a:p>
          <a:p>
            <a:r>
              <a:rPr lang="en-US" dirty="0"/>
              <a:t>Arguably, a lower bound on the entropy/count of states</a:t>
            </a:r>
            <a:br>
              <a:rPr lang="en-US" dirty="0"/>
            </a:br>
            <a:r>
              <a:rPr lang="en-US" dirty="0"/>
              <a:t>cannot be achieved without imposing a lower bound</a:t>
            </a:r>
            <a:br>
              <a:rPr lang="en-US" dirty="0"/>
            </a:br>
            <a:r>
              <a:rPr lang="en-US" dirty="0"/>
              <a:t>on the count of DOFs as well</a:t>
            </a:r>
          </a:p>
          <a:p>
            <a:pPr lvl="1"/>
            <a:r>
              <a:rPr lang="en-US" dirty="0"/>
              <a:t>Is this what “quantum gravity” is?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413B6-E390-1FF5-AFFD-F2037A3E65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080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B3FC56-F837-F5E4-F59A-2D858F43DF2A}"/>
                  </a:ext>
                </a:extLst>
              </p:cNvPr>
              <p:cNvSpPr txBox="1"/>
              <p:nvPr/>
            </p:nvSpPr>
            <p:spPr>
              <a:xfrm>
                <a:off x="1425230" y="1246537"/>
                <a:ext cx="8573629" cy="120032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Every state is a single case (i.e.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Finite continuous range carries finite information (i.e.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Count is additive for disjoint sets (i.e.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B3FC56-F837-F5E4-F59A-2D858F43D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230" y="1246537"/>
                <a:ext cx="8573629" cy="1200329"/>
              </a:xfrm>
              <a:prstGeom prst="rect">
                <a:avLst/>
              </a:prstGeom>
              <a:blipFill>
                <a:blip r:embed="rId2"/>
                <a:stretch>
                  <a:fillRect l="-1138" t="-4569" r="-853" b="-1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048C1ED-60DB-C5BD-1F5E-079066DF733B}"/>
              </a:ext>
            </a:extLst>
          </p:cNvPr>
          <p:cNvSpPr txBox="1"/>
          <p:nvPr/>
        </p:nvSpPr>
        <p:spPr>
          <a:xfrm>
            <a:off x="358588" y="161364"/>
            <a:ext cx="8695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problem with counting on the continuum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D9495-7D9B-2EC3-9414-5288E009D99D}"/>
              </a:ext>
            </a:extLst>
          </p:cNvPr>
          <p:cNvSpPr txBox="1"/>
          <p:nvPr/>
        </p:nvSpPr>
        <p:spPr>
          <a:xfrm>
            <a:off x="9619087" y="2084942"/>
            <a:ext cx="1568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8000"/>
                </a:solidFill>
              </a:rPr>
              <a:t>Pick two!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ACB6B-F5D3-3E08-DD41-B06E1D11BB94}"/>
              </a:ext>
            </a:extLst>
          </p:cNvPr>
          <p:cNvSpPr txBox="1"/>
          <p:nvPr/>
        </p:nvSpPr>
        <p:spPr>
          <a:xfrm>
            <a:off x="878542" y="877205"/>
            <a:ext cx="1695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We’d like to say: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490488-B659-2F2B-7511-290B3C8A3D4B}"/>
              </a:ext>
            </a:extLst>
          </p:cNvPr>
          <p:cNvGrpSpPr/>
          <p:nvPr/>
        </p:nvGrpSpPr>
        <p:grpSpPr>
          <a:xfrm>
            <a:off x="6816424" y="3263007"/>
            <a:ext cx="1110343" cy="1110344"/>
            <a:chOff x="5635690" y="3806890"/>
            <a:chExt cx="1110343" cy="1110344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44B45F0-2B2F-583C-CD21-CDAB88AED400}"/>
                </a:ext>
              </a:extLst>
            </p:cNvPr>
            <p:cNvSpPr/>
            <p:nvPr/>
          </p:nvSpPr>
          <p:spPr>
            <a:xfrm>
              <a:off x="5635690" y="3806890"/>
              <a:ext cx="1110343" cy="11103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7F05EBD-289B-66EE-A34C-2E3E45F11391}"/>
                </a:ext>
              </a:extLst>
            </p:cNvPr>
            <p:cNvSpPr/>
            <p:nvPr/>
          </p:nvSpPr>
          <p:spPr>
            <a:xfrm>
              <a:off x="5847183" y="3806890"/>
              <a:ext cx="687355" cy="1110343"/>
            </a:xfrm>
            <a:prstGeom prst="ellips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9">
              <a:extLst>
                <a:ext uri="{FF2B5EF4-FFF2-40B4-BE49-F238E27FC236}">
                  <a16:creationId xmlns:a16="http://schemas.microsoft.com/office/drawing/2014/main" id="{FC4FC7B8-8CFE-BDA3-8004-BA07578DB84A}"/>
                </a:ext>
              </a:extLst>
            </p:cNvPr>
            <p:cNvSpPr/>
            <p:nvPr/>
          </p:nvSpPr>
          <p:spPr>
            <a:xfrm>
              <a:off x="6190860" y="3806890"/>
              <a:ext cx="343678" cy="1110344"/>
            </a:xfrm>
            <a:custGeom>
              <a:avLst/>
              <a:gdLst>
                <a:gd name="connsiteX0" fmla="*/ 0 w 687355"/>
                <a:gd name="connsiteY0" fmla="*/ 555172 h 1110343"/>
                <a:gd name="connsiteX1" fmla="*/ 343678 w 687355"/>
                <a:gd name="connsiteY1" fmla="*/ 0 h 1110343"/>
                <a:gd name="connsiteX2" fmla="*/ 687356 w 687355"/>
                <a:gd name="connsiteY2" fmla="*/ 555172 h 1110343"/>
                <a:gd name="connsiteX3" fmla="*/ 343678 w 687355"/>
                <a:gd name="connsiteY3" fmla="*/ 1110344 h 1110343"/>
                <a:gd name="connsiteX4" fmla="*/ 0 w 687355"/>
                <a:gd name="connsiteY4" fmla="*/ 555172 h 1110343"/>
                <a:gd name="connsiteX0" fmla="*/ 0 w 687356"/>
                <a:gd name="connsiteY0" fmla="*/ 555172 h 1110344"/>
                <a:gd name="connsiteX1" fmla="*/ 343678 w 687356"/>
                <a:gd name="connsiteY1" fmla="*/ 0 h 1110344"/>
                <a:gd name="connsiteX2" fmla="*/ 687356 w 687356"/>
                <a:gd name="connsiteY2" fmla="*/ 555172 h 1110344"/>
                <a:gd name="connsiteX3" fmla="*/ 343678 w 687356"/>
                <a:gd name="connsiteY3" fmla="*/ 1110344 h 1110344"/>
                <a:gd name="connsiteX4" fmla="*/ 91440 w 687356"/>
                <a:gd name="connsiteY4" fmla="*/ 646612 h 1110344"/>
                <a:gd name="connsiteX0" fmla="*/ 0 w 687356"/>
                <a:gd name="connsiteY0" fmla="*/ 555172 h 1110344"/>
                <a:gd name="connsiteX1" fmla="*/ 343678 w 687356"/>
                <a:gd name="connsiteY1" fmla="*/ 0 h 1110344"/>
                <a:gd name="connsiteX2" fmla="*/ 687356 w 687356"/>
                <a:gd name="connsiteY2" fmla="*/ 555172 h 1110344"/>
                <a:gd name="connsiteX3" fmla="*/ 343678 w 687356"/>
                <a:gd name="connsiteY3" fmla="*/ 1110344 h 1110344"/>
                <a:gd name="connsiteX0" fmla="*/ 0 w 343678"/>
                <a:gd name="connsiteY0" fmla="*/ 0 h 1110344"/>
                <a:gd name="connsiteX1" fmla="*/ 343678 w 343678"/>
                <a:gd name="connsiteY1" fmla="*/ 555172 h 1110344"/>
                <a:gd name="connsiteX2" fmla="*/ 0 w 343678"/>
                <a:gd name="connsiteY2" fmla="*/ 1110344 h 111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3678" h="1110344">
                  <a:moveTo>
                    <a:pt x="0" y="0"/>
                  </a:moveTo>
                  <a:cubicBezTo>
                    <a:pt x="189808" y="0"/>
                    <a:pt x="343678" y="248559"/>
                    <a:pt x="343678" y="555172"/>
                  </a:cubicBezTo>
                  <a:cubicBezTo>
                    <a:pt x="343678" y="861785"/>
                    <a:pt x="189808" y="1110344"/>
                    <a:pt x="0" y="1110344"/>
                  </a:cubicBezTo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46CFF108-91DF-5556-C9DB-CB3430EB7C6A}"/>
              </a:ext>
            </a:extLst>
          </p:cNvPr>
          <p:cNvSpPr/>
          <p:nvPr/>
        </p:nvSpPr>
        <p:spPr>
          <a:xfrm rot="2574255">
            <a:off x="7631492" y="3398953"/>
            <a:ext cx="11158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52B84C2-4F8F-F14B-47B1-7032471B7DBE}"/>
              </a:ext>
            </a:extLst>
          </p:cNvPr>
          <p:cNvSpPr/>
          <p:nvPr/>
        </p:nvSpPr>
        <p:spPr>
          <a:xfrm rot="2574255">
            <a:off x="6993317" y="4170478"/>
            <a:ext cx="11158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9089D17-0EBE-2208-2628-6B90A6BD51B0}"/>
              </a:ext>
            </a:extLst>
          </p:cNvPr>
          <p:cNvSpPr/>
          <p:nvPr/>
        </p:nvSpPr>
        <p:spPr>
          <a:xfrm rot="4206954">
            <a:off x="7765604" y="3633649"/>
            <a:ext cx="11158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13B4D4-40C9-B1D2-32FB-870BCC4A441A}"/>
                  </a:ext>
                </a:extLst>
              </p:cNvPr>
              <p:cNvSpPr txBox="1"/>
              <p:nvPr/>
            </p:nvSpPr>
            <p:spPr>
              <a:xfrm>
                <a:off x="7642397" y="3113791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13B4D4-40C9-B1D2-32FB-870BCC4A4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397" y="3113791"/>
                <a:ext cx="3856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BB6F07-8628-12D9-90DA-F4A49817A7E7}"/>
                  </a:ext>
                </a:extLst>
              </p:cNvPr>
              <p:cNvSpPr txBox="1"/>
              <p:nvPr/>
            </p:nvSpPr>
            <p:spPr>
              <a:xfrm>
                <a:off x="6687323" y="4163285"/>
                <a:ext cx="3960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BB6F07-8628-12D9-90DA-F4A49817A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323" y="4163285"/>
                <a:ext cx="39606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858AF2-B8B5-E634-1D7F-21E1AE9F6E3D}"/>
                  </a:ext>
                </a:extLst>
              </p:cNvPr>
              <p:cNvSpPr txBox="1"/>
              <p:nvPr/>
            </p:nvSpPr>
            <p:spPr>
              <a:xfrm>
                <a:off x="7847226" y="3469710"/>
                <a:ext cx="3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858AF2-B8B5-E634-1D7F-21E1AE9F6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7226" y="3469710"/>
                <a:ext cx="38555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1AC582-DA98-4305-1EF4-5D26C0E38C4B}"/>
                  </a:ext>
                </a:extLst>
              </p:cNvPr>
              <p:cNvSpPr txBox="1"/>
              <p:nvPr/>
            </p:nvSpPr>
            <p:spPr>
              <a:xfrm>
                <a:off x="6581155" y="4438311"/>
                <a:ext cx="14813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1AC582-DA98-4305-1EF4-5D26C0E38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155" y="4438311"/>
                <a:ext cx="1481303" cy="307777"/>
              </a:xfrm>
              <a:prstGeom prst="rect">
                <a:avLst/>
              </a:prstGeom>
              <a:blipFill>
                <a:blip r:embed="rId6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5BDFC1-5EC0-5179-C043-B5822909ECA6}"/>
                  </a:ext>
                </a:extLst>
              </p:cNvPr>
              <p:cNvSpPr txBox="1"/>
              <p:nvPr/>
            </p:nvSpPr>
            <p:spPr>
              <a:xfrm>
                <a:off x="6581155" y="4778854"/>
                <a:ext cx="16677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5BDFC1-5EC0-5179-C043-B5822909E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155" y="4778854"/>
                <a:ext cx="1667701" cy="307777"/>
              </a:xfrm>
              <a:prstGeom prst="rect">
                <a:avLst/>
              </a:prstGeom>
              <a:blipFill>
                <a:blip r:embed="rId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541352-B1AE-C710-D388-BB6C41F46E22}"/>
                  </a:ext>
                </a:extLst>
              </p:cNvPr>
              <p:cNvSpPr txBox="1"/>
              <p:nvPr/>
            </p:nvSpPr>
            <p:spPr>
              <a:xfrm>
                <a:off x="6581155" y="5119397"/>
                <a:ext cx="27077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&lt;2=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541352-B1AE-C710-D388-BB6C41F46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155" y="5119397"/>
                <a:ext cx="2707728" cy="307777"/>
              </a:xfrm>
              <a:prstGeom prst="rect">
                <a:avLst/>
              </a:prstGeom>
              <a:blipFill>
                <a:blip r:embed="rId8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555249-5F97-B990-56F9-9E5A5CFE4952}"/>
                  </a:ext>
                </a:extLst>
              </p:cNvPr>
              <p:cNvSpPr txBox="1"/>
              <p:nvPr/>
            </p:nvSpPr>
            <p:spPr>
              <a:xfrm>
                <a:off x="4017562" y="2564479"/>
                <a:ext cx="30387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Discard 2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counting measure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555249-5F97-B990-56F9-9E5A5CFE4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7562" y="2564479"/>
                <a:ext cx="3038717" cy="369332"/>
              </a:xfrm>
              <a:prstGeom prst="rect">
                <a:avLst/>
              </a:prstGeom>
              <a:blipFill>
                <a:blip r:embed="rId9"/>
                <a:stretch>
                  <a:fillRect l="-1603" t="-10000" r="-120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39725C-33EE-3985-AB91-DC35E49A6DBD}"/>
                  </a:ext>
                </a:extLst>
              </p:cNvPr>
              <p:cNvSpPr txBox="1"/>
              <p:nvPr/>
            </p:nvSpPr>
            <p:spPr>
              <a:xfrm>
                <a:off x="691441" y="2558593"/>
                <a:ext cx="31052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Discard 1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Lebesgue measure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39725C-33EE-3985-AB91-DC35E49A6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41" y="2558593"/>
                <a:ext cx="3105274" cy="369332"/>
              </a:xfrm>
              <a:prstGeom prst="rect">
                <a:avLst/>
              </a:prstGeom>
              <a:blipFill>
                <a:blip r:embed="rId10"/>
                <a:stretch>
                  <a:fillRect l="-1569" t="-10000" r="-117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62CCDB-5EE9-548A-7FAC-D0700A0F2BE3}"/>
                  </a:ext>
                </a:extLst>
              </p:cNvPr>
              <p:cNvSpPr txBox="1"/>
              <p:nvPr/>
            </p:nvSpPr>
            <p:spPr>
              <a:xfrm>
                <a:off x="421175" y="3563363"/>
                <a:ext cx="36458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Discard 3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“Quantum measure”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62CCDB-5EE9-548A-7FAC-D0700A0F2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75" y="3563363"/>
                <a:ext cx="3645806" cy="400110"/>
              </a:xfrm>
              <a:prstGeom prst="rect">
                <a:avLst/>
              </a:prstGeom>
              <a:blipFill>
                <a:blip r:embed="rId11"/>
                <a:stretch>
                  <a:fillRect l="-1672" t="-9231" r="-1003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89BEB4-03F1-C780-D2EF-45E8A2F0D9DE}"/>
                  </a:ext>
                </a:extLst>
              </p:cNvPr>
              <p:cNvSpPr txBox="1"/>
              <p:nvPr/>
            </p:nvSpPr>
            <p:spPr>
              <a:xfrm>
                <a:off x="757239" y="3968389"/>
                <a:ext cx="3201261" cy="6122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hull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89BEB4-03F1-C780-D2EF-45E8A2F0D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39" y="3968389"/>
                <a:ext cx="3201261" cy="6122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C18BCAB-6E4E-44B7-64E2-D3E769C7FE56}"/>
                  </a:ext>
                </a:extLst>
              </p:cNvPr>
              <p:cNvSpPr txBox="1"/>
              <p:nvPr/>
            </p:nvSpPr>
            <p:spPr>
              <a:xfrm>
                <a:off x="459847" y="4596320"/>
                <a:ext cx="55894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Exponential of the maximum entropy reachable with convex combinations (statistical mixtures) of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1400" dirty="0"/>
                  <a:t> (reduces to counting/Liouville measure)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C18BCAB-6E4E-44B7-64E2-D3E769C7F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47" y="4596320"/>
                <a:ext cx="5589463" cy="523220"/>
              </a:xfrm>
              <a:prstGeom prst="rect">
                <a:avLst/>
              </a:prstGeom>
              <a:blipFill>
                <a:blip r:embed="rId13"/>
                <a:stretch>
                  <a:fillRect l="-327" t="-2326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6ED82D20-541F-227F-1CDA-3AC7DF3774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3679" y="5361667"/>
                <a:ext cx="7351884" cy="10895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sz="3600" dirty="0">
                    <a:latin typeface="+mn-lt"/>
                  </a:rPr>
                  <a:t>Quantum mechanics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600" b="0" dirty="0">
                    <a:latin typeface="+mn-lt"/>
                  </a:rPr>
                  <a:t> lower bound</a:t>
                </a:r>
                <a:br>
                  <a:rPr lang="en-US" sz="3600" b="0" dirty="0">
                    <a:latin typeface="+mn-lt"/>
                  </a:rPr>
                </a:br>
                <a:r>
                  <a:rPr lang="en-US" sz="3600" b="0" dirty="0">
                    <a:latin typeface="+mn-lt"/>
                  </a:rPr>
                  <a:t>on #conf (entropy) on continuous DOF</a:t>
                </a:r>
                <a:endParaRPr lang="en-US" sz="2800" dirty="0">
                  <a:latin typeface="+mn-lt"/>
                </a:endParaRPr>
              </a:p>
            </p:txBody>
          </p:sp>
        </mc:Choice>
        <mc:Fallback xmlns="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6ED82D20-541F-227F-1CDA-3AC7DF377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79" y="5361667"/>
                <a:ext cx="7351884" cy="1089529"/>
              </a:xfrm>
              <a:prstGeom prst="rect">
                <a:avLst/>
              </a:prstGeom>
              <a:blipFill>
                <a:blip r:embed="rId14"/>
                <a:stretch>
                  <a:fillRect l="-2570" t="-14045" r="-1493" b="-20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938661EE-9281-AAD2-AAF3-7C29510645B5}"/>
              </a:ext>
            </a:extLst>
          </p:cNvPr>
          <p:cNvSpPr txBox="1"/>
          <p:nvPr/>
        </p:nvSpPr>
        <p:spPr>
          <a:xfrm rot="1176489">
            <a:off x="9272937" y="1364106"/>
            <a:ext cx="1516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Incompatible!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52444C6-CB59-D03D-CBE2-870EBED33518}"/>
              </a:ext>
            </a:extLst>
          </p:cNvPr>
          <p:cNvCxnSpPr>
            <a:cxnSpLocks/>
          </p:cNvCxnSpPr>
          <p:nvPr/>
        </p:nvCxnSpPr>
        <p:spPr>
          <a:xfrm flipH="1">
            <a:off x="7842624" y="3413137"/>
            <a:ext cx="4967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2920ABE-D699-F473-3618-4B35BE87206E}"/>
              </a:ext>
            </a:extLst>
          </p:cNvPr>
          <p:cNvSpPr txBox="1"/>
          <p:nvPr/>
        </p:nvSpPr>
        <p:spPr>
          <a:xfrm>
            <a:off x="8422837" y="3152820"/>
            <a:ext cx="36690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Non-orthogonal states: different states but in different contexts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7F340E-9D14-BA01-292D-F61E21577325}"/>
              </a:ext>
            </a:extLst>
          </p:cNvPr>
          <p:cNvSpPr txBox="1"/>
          <p:nvPr/>
        </p:nvSpPr>
        <p:spPr>
          <a:xfrm>
            <a:off x="4257094" y="3588626"/>
            <a:ext cx="289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Orthogonal states: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different states all else equal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D84B4CA-32FF-CC40-B818-027C4EF754A4}"/>
              </a:ext>
            </a:extLst>
          </p:cNvPr>
          <p:cNvCxnSpPr/>
          <p:nvPr/>
        </p:nvCxnSpPr>
        <p:spPr>
          <a:xfrm flipV="1">
            <a:off x="6655929" y="3445208"/>
            <a:ext cx="885284" cy="337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B21DACF-7222-071C-03BE-4C4E5DBFFC22}"/>
              </a:ext>
            </a:extLst>
          </p:cNvPr>
          <p:cNvCxnSpPr/>
          <p:nvPr/>
        </p:nvCxnSpPr>
        <p:spPr>
          <a:xfrm>
            <a:off x="6715111" y="3880454"/>
            <a:ext cx="263011" cy="214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ECD04B5-E652-4959-52D1-CB3AF60D0480}"/>
              </a:ext>
            </a:extLst>
          </p:cNvPr>
          <p:cNvSpPr txBox="1"/>
          <p:nvPr/>
        </p:nvSpPr>
        <p:spPr>
          <a:xfrm>
            <a:off x="5953379" y="3574604"/>
            <a:ext cx="684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additive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00B498A-58EF-4BCB-D2D8-10D55ACBDC41}"/>
              </a:ext>
            </a:extLst>
          </p:cNvPr>
          <p:cNvCxnSpPr>
            <a:cxnSpLocks/>
          </p:cNvCxnSpPr>
          <p:nvPr/>
        </p:nvCxnSpPr>
        <p:spPr>
          <a:xfrm flipH="1">
            <a:off x="7926767" y="3515889"/>
            <a:ext cx="389488" cy="80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698D7C0-7407-09D4-89DD-3E6BE886947B}"/>
              </a:ext>
            </a:extLst>
          </p:cNvPr>
          <p:cNvSpPr txBox="1"/>
          <p:nvPr/>
        </p:nvSpPr>
        <p:spPr>
          <a:xfrm>
            <a:off x="10579168" y="3541179"/>
            <a:ext cx="952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sub-additive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20D43-49D2-9203-5AF1-5D6653118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522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902E5-DA7C-7CBE-7E91-5999F3FF0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F6287A-7DF2-348A-3B6F-F96061AE4EBD}"/>
                  </a:ext>
                </a:extLst>
              </p:cNvPr>
              <p:cNvSpPr txBox="1"/>
              <p:nvPr/>
            </p:nvSpPr>
            <p:spPr>
              <a:xfrm>
                <a:off x="502936" y="144379"/>
                <a:ext cx="1118620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600" dirty="0"/>
                  <a:t>Conjecture: quantum gravity </a:t>
                </a:r>
                <a14:m>
                  <m:oMath xmlns:m="http://schemas.openxmlformats.org/officeDocument/2006/math">
                    <m:r>
                      <a:rPr lang="en-US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600" dirty="0"/>
                  <a:t> lower bound on DOF count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F6287A-7DF2-348A-3B6F-F96061AE4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36" y="144379"/>
                <a:ext cx="11186203" cy="646331"/>
              </a:xfrm>
              <a:prstGeom prst="rect">
                <a:avLst/>
              </a:prstGeom>
              <a:blipFill>
                <a:blip r:embed="rId2"/>
                <a:stretch>
                  <a:fillRect l="-1199" t="-15094" r="-114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09B9C0D-7C4D-D166-FC4F-6017F8629138}"/>
              </a:ext>
            </a:extLst>
          </p:cNvPr>
          <p:cNvSpPr txBox="1"/>
          <p:nvPr/>
        </p:nvSpPr>
        <p:spPr>
          <a:xfrm>
            <a:off x="981050" y="1228356"/>
            <a:ext cx="18389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#conf=#DOFs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AD86D41-D434-6D0D-EF6A-242AD62776D1}"/>
              </a:ext>
            </a:extLst>
          </p:cNvPr>
          <p:cNvGrpSpPr/>
          <p:nvPr/>
        </p:nvGrpSpPr>
        <p:grpSpPr>
          <a:xfrm>
            <a:off x="2870389" y="982917"/>
            <a:ext cx="1072088" cy="906821"/>
            <a:chOff x="10172061" y="2694328"/>
            <a:chExt cx="1072088" cy="90682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EA863E6-7BE5-AC8F-368F-867AEF08F804}"/>
                </a:ext>
              </a:extLst>
            </p:cNvPr>
            <p:cNvSpPr txBox="1"/>
            <p:nvPr/>
          </p:nvSpPr>
          <p:spPr>
            <a:xfrm>
              <a:off x="10246709" y="2694328"/>
              <a:ext cx="8824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#conf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F11E549-AA5C-EA39-A97E-932DCD885D17}"/>
                </a:ext>
              </a:extLst>
            </p:cNvPr>
            <p:cNvSpPr txBox="1"/>
            <p:nvPr/>
          </p:nvSpPr>
          <p:spPr>
            <a:xfrm>
              <a:off x="10214444" y="3139484"/>
              <a:ext cx="9873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#DOFs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841C4B0-708B-6C58-A94D-5CDE30734808}"/>
                </a:ext>
              </a:extLst>
            </p:cNvPr>
            <p:cNvCxnSpPr>
              <a:cxnSpLocks/>
            </p:cNvCxnSpPr>
            <p:nvPr/>
          </p:nvCxnSpPr>
          <p:spPr>
            <a:xfrm>
              <a:off x="10172061" y="3159107"/>
              <a:ext cx="1072088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EBB533-57DA-C2BB-5F74-CAC6F40E2F04}"/>
              </a:ext>
            </a:extLst>
          </p:cNvPr>
          <p:cNvCxnSpPr/>
          <p:nvPr/>
        </p:nvCxnSpPr>
        <p:spPr>
          <a:xfrm flipV="1">
            <a:off x="981050" y="1690021"/>
            <a:ext cx="291938" cy="479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A384B92-D23C-3913-E086-3C51B0A5AE70}"/>
              </a:ext>
            </a:extLst>
          </p:cNvPr>
          <p:cNvSpPr txBox="1"/>
          <p:nvPr/>
        </p:nvSpPr>
        <p:spPr>
          <a:xfrm>
            <a:off x="335591" y="2149937"/>
            <a:ext cx="14240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Lower bound</a:t>
            </a:r>
            <a:br>
              <a:rPr lang="en-US" dirty="0"/>
            </a:br>
            <a:r>
              <a:rPr lang="en-US" dirty="0"/>
              <a:t>on this…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C61161-4D4C-E801-D25B-834FFDE791DE}"/>
              </a:ext>
            </a:extLst>
          </p:cNvPr>
          <p:cNvCxnSpPr>
            <a:cxnSpLocks/>
          </p:cNvCxnSpPr>
          <p:nvPr/>
        </p:nvCxnSpPr>
        <p:spPr>
          <a:xfrm flipH="1" flipV="1">
            <a:off x="2610923" y="1690021"/>
            <a:ext cx="257559" cy="522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8CCA447-EB41-F00A-BC56-31F444DB778D}"/>
              </a:ext>
            </a:extLst>
          </p:cNvPr>
          <p:cNvSpPr txBox="1"/>
          <p:nvPr/>
        </p:nvSpPr>
        <p:spPr>
          <a:xfrm>
            <a:off x="2423669" y="2176944"/>
            <a:ext cx="1930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…requires a lower bound on this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A5916A-4C62-757E-7700-0947A21CBECC}"/>
                  </a:ext>
                </a:extLst>
              </p:cNvPr>
              <p:cNvSpPr txBox="1"/>
              <p:nvPr/>
            </p:nvSpPr>
            <p:spPr>
              <a:xfrm>
                <a:off x="5306498" y="1232183"/>
                <a:ext cx="6193299" cy="92333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Every point is a single DOF (i.e.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Finite volume carries finitely many DOFs (i.e.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Count</a:t>
                </a:r>
                <a:r>
                  <a:rPr lang="en-US" dirty="0">
                    <a:solidFill>
                      <a:schemeClr val="tx1"/>
                    </a:solidFill>
                  </a:rPr>
                  <a:t> is additive for disjoint regions (i.e.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A5916A-4C62-757E-7700-0947A21CB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498" y="1232183"/>
                <a:ext cx="6193299" cy="923330"/>
              </a:xfrm>
              <a:prstGeom prst="rect">
                <a:avLst/>
              </a:prstGeom>
              <a:blipFill>
                <a:blip r:embed="rId3"/>
                <a:stretch>
                  <a:fillRect l="-787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17B1E3FF-A36C-CD5C-0A9F-C503F78F550A}"/>
              </a:ext>
            </a:extLst>
          </p:cNvPr>
          <p:cNvSpPr txBox="1"/>
          <p:nvPr/>
        </p:nvSpPr>
        <p:spPr>
          <a:xfrm rot="1176489">
            <a:off x="10027934" y="1072708"/>
            <a:ext cx="1646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Same problem!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0A363B-D3A1-B883-3D92-A65349479CB1}"/>
              </a:ext>
            </a:extLst>
          </p:cNvPr>
          <p:cNvCxnSpPr/>
          <p:nvPr/>
        </p:nvCxnSpPr>
        <p:spPr>
          <a:xfrm>
            <a:off x="6730474" y="2246628"/>
            <a:ext cx="299778" cy="183794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B6B2929-64A0-E113-0988-9D9586FB3547}"/>
              </a:ext>
            </a:extLst>
          </p:cNvPr>
          <p:cNvCxnSpPr/>
          <p:nvPr/>
        </p:nvCxnSpPr>
        <p:spPr>
          <a:xfrm flipV="1">
            <a:off x="6008096" y="2392932"/>
            <a:ext cx="1662718" cy="154533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4933B50-DFF3-789C-D505-C8FF0707AD49}"/>
              </a:ext>
            </a:extLst>
          </p:cNvPr>
          <p:cNvCxnSpPr/>
          <p:nvPr/>
        </p:nvCxnSpPr>
        <p:spPr>
          <a:xfrm>
            <a:off x="5782721" y="2639820"/>
            <a:ext cx="2152787" cy="97840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F3DD131-E3B3-3CDE-960D-04A845B29DF1}"/>
              </a:ext>
            </a:extLst>
          </p:cNvPr>
          <p:cNvCxnSpPr>
            <a:cxnSpLocks/>
          </p:cNvCxnSpPr>
          <p:nvPr/>
        </p:nvCxnSpPr>
        <p:spPr>
          <a:xfrm flipH="1" flipV="1">
            <a:off x="7817118" y="2666827"/>
            <a:ext cx="1072088" cy="238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756D021-E95F-528F-0958-C698CDD2AF4E}"/>
              </a:ext>
            </a:extLst>
          </p:cNvPr>
          <p:cNvCxnSpPr/>
          <p:nvPr/>
        </p:nvCxnSpPr>
        <p:spPr>
          <a:xfrm flipH="1">
            <a:off x="6353596" y="3035234"/>
            <a:ext cx="2535610" cy="174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B2FEB14-1BF5-49D4-57A3-77CC20D15F91}"/>
              </a:ext>
            </a:extLst>
          </p:cNvPr>
          <p:cNvSpPr txBox="1"/>
          <p:nvPr/>
        </p:nvSpPr>
        <p:spPr>
          <a:xfrm>
            <a:off x="8889206" y="2796268"/>
            <a:ext cx="19290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Distant points: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independent DOFs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299306-C9D3-10E7-4FAD-D93CB464043C}"/>
              </a:ext>
            </a:extLst>
          </p:cNvPr>
          <p:cNvSpPr txBox="1"/>
          <p:nvPr/>
        </p:nvSpPr>
        <p:spPr>
          <a:xfrm>
            <a:off x="5306498" y="4165092"/>
            <a:ext cx="3557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Close points: DOFs not independent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FE4BA5-2160-7B4F-245C-CE96A695CF81}"/>
              </a:ext>
            </a:extLst>
          </p:cNvPr>
          <p:cNvSpPr txBox="1"/>
          <p:nvPr/>
        </p:nvSpPr>
        <p:spPr>
          <a:xfrm>
            <a:off x="10394595" y="2842434"/>
            <a:ext cx="684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additive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F7F08D-FB05-3A57-E290-18A78222478F}"/>
              </a:ext>
            </a:extLst>
          </p:cNvPr>
          <p:cNvSpPr txBox="1"/>
          <p:nvPr/>
        </p:nvSpPr>
        <p:spPr>
          <a:xfrm>
            <a:off x="8136432" y="3946072"/>
            <a:ext cx="952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sub-additive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843A896-AAAA-E37B-C9AC-45393F57EDC4}"/>
              </a:ext>
            </a:extLst>
          </p:cNvPr>
          <p:cNvCxnSpPr/>
          <p:nvPr/>
        </p:nvCxnSpPr>
        <p:spPr>
          <a:xfrm flipH="1" flipV="1">
            <a:off x="6353596" y="3210017"/>
            <a:ext cx="287451" cy="874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D5C94A6-109B-9FDE-2601-ADA48E37BD5B}"/>
              </a:ext>
            </a:extLst>
          </p:cNvPr>
          <p:cNvCxnSpPr/>
          <p:nvPr/>
        </p:nvCxnSpPr>
        <p:spPr>
          <a:xfrm flipH="1" flipV="1">
            <a:off x="6288871" y="3250277"/>
            <a:ext cx="352176" cy="818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56804C2-52AD-531F-78EA-0A524B2BFD33}"/>
              </a:ext>
            </a:extLst>
          </p:cNvPr>
          <p:cNvSpPr txBox="1"/>
          <p:nvPr/>
        </p:nvSpPr>
        <p:spPr>
          <a:xfrm>
            <a:off x="187372" y="3376008"/>
            <a:ext cx="50600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From QM: Lower bound on state count requires a severe revisitation of particle state space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7CF7C4-0083-1B77-9E11-DCC9558CD3E5}"/>
              </a:ext>
            </a:extLst>
          </p:cNvPr>
          <p:cNvSpPr txBox="1"/>
          <p:nvPr/>
        </p:nvSpPr>
        <p:spPr>
          <a:xfrm>
            <a:off x="1197413" y="5123978"/>
            <a:ext cx="6473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Does lower bound on DOF count require an equally severe revisitation of space-time?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221FB-0410-07DE-DDBD-675DC7CF4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964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88BCC-885F-A306-800B-102D6755F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participate and contribute to Reverse Physics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7146F-811D-D08A-3F28-4531E41CB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Prerequisite: share the interest in building a conceptual framework that treats physical theories as models of physical systems and nothing else</a:t>
            </a:r>
          </a:p>
          <a:p>
            <a:pPr lvl="1"/>
            <a:r>
              <a:rPr lang="en-US" dirty="0"/>
              <a:t>No theories of everything, interpretations that posit “how the universe works,” …</a:t>
            </a:r>
          </a:p>
          <a:p>
            <a:r>
              <a:rPr lang="en-US" dirty="0"/>
              <a:t>Passive contribution: make yourself available as a “consultant”</a:t>
            </a:r>
          </a:p>
          <a:p>
            <a:pPr lvl="1"/>
            <a:r>
              <a:rPr lang="en-US" dirty="0"/>
              <a:t>Don’t have to follow the project, called only if there is something relevant that matches your background/expertise</a:t>
            </a:r>
          </a:p>
          <a:p>
            <a:pPr lvl="1"/>
            <a:r>
              <a:rPr lang="en-US" dirty="0"/>
              <a:t>Occasional discussion/review of material to make sure things make sense from multiple perspectives</a:t>
            </a:r>
          </a:p>
          <a:p>
            <a:r>
              <a:rPr lang="en-US" dirty="0"/>
              <a:t>Active contribution: case-by-case</a:t>
            </a:r>
          </a:p>
          <a:p>
            <a:pPr lvl="1"/>
            <a:r>
              <a:rPr lang="en-US" dirty="0"/>
              <a:t>Need to have sufficient background </a:t>
            </a:r>
            <a:r>
              <a:rPr lang="en-US"/>
              <a:t>or be able </a:t>
            </a:r>
            <a:r>
              <a:rPr lang="en-US" dirty="0"/>
              <a:t>to get it independently</a:t>
            </a:r>
          </a:p>
          <a:p>
            <a:pPr lvl="1"/>
            <a:r>
              <a:rPr lang="en-US" dirty="0"/>
              <a:t>Much better chance of success if already</a:t>
            </a:r>
            <a:br>
              <a:rPr lang="en-US" dirty="0"/>
            </a:br>
            <a:r>
              <a:rPr lang="en-US" dirty="0"/>
              <a:t>working/expert in a research area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58FC9-85B6-941B-FA41-48B91D9CC1B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525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245A0F-A9A4-E563-FA31-58BD06C3D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60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o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78513</TotalTime>
  <Words>3866</Words>
  <Application>Microsoft Office PowerPoint</Application>
  <PresentationFormat>Widescreen</PresentationFormat>
  <Paragraphs>583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Arial</vt:lpstr>
      <vt:lpstr>Calibri</vt:lpstr>
      <vt:lpstr>Calibri Light</vt:lpstr>
      <vt:lpstr>Cambria Math</vt:lpstr>
      <vt:lpstr>Wingdings</vt:lpstr>
      <vt:lpstr>Office Theme</vt:lpstr>
      <vt:lpstr>Assumptions of Physics Summer School 2025 Open Problems in Reverse Physics</vt:lpstr>
      <vt:lpstr>Methodology </vt:lpstr>
      <vt:lpstr>Status</vt:lpstr>
      <vt:lpstr>Reverse Physics vs Reverse Mathematics</vt:lpstr>
      <vt:lpstr>Methodology and terminology</vt:lpstr>
      <vt:lpstr>Methodology and terminology</vt:lpstr>
      <vt:lpstr>Methodology and terminology</vt:lpstr>
      <vt:lpstr>Methodology and terminology</vt:lpstr>
      <vt:lpstr>Reverse Physics for different theories </vt:lpstr>
      <vt:lpstr>PowerPoint Presentation</vt:lpstr>
      <vt:lpstr>Classical field theory </vt:lpstr>
      <vt:lpstr>Status</vt:lpstr>
      <vt:lpstr>Geometry of principle of least action (SDOF)</vt:lpstr>
      <vt:lpstr>PowerPoint Presentation</vt:lpstr>
      <vt:lpstr>PowerPoint Presentation</vt:lpstr>
      <vt:lpstr>Thermodynamics </vt:lpstr>
      <vt:lpstr>Status</vt:lpstr>
      <vt:lpstr>Status</vt:lpstr>
      <vt:lpstr>Entropy as logarithm of the count of evolutions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Physical entropy explained?</vt:lpstr>
      <vt:lpstr>“Reversing” thermodynamics</vt:lpstr>
      <vt:lpstr>Quantum mechanics</vt:lpstr>
      <vt:lpstr>Status</vt:lpstr>
      <vt:lpstr>Quantum mechanics as irreducibility</vt:lpstr>
      <vt:lpstr>Breaking down “Hilbert” spaces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Quantum field theory</vt:lpstr>
      <vt:lpstr>Quantum gravity?</vt:lpstr>
      <vt:lpstr>Status</vt:lpstr>
      <vt:lpstr>PowerPoint Presentation</vt:lpstr>
      <vt:lpstr>PowerPoint Presentation</vt:lpstr>
      <vt:lpstr>How to participate and contribute to Reverse Physics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Gabriele Carcassi</dc:creator>
  <cp:lastModifiedBy>Gabriele Carcassi</cp:lastModifiedBy>
  <cp:revision>258</cp:revision>
  <dcterms:created xsi:type="dcterms:W3CDTF">2021-04-07T15:17:47Z</dcterms:created>
  <dcterms:modified xsi:type="dcterms:W3CDTF">2026-06-11T17:18:57Z</dcterms:modified>
</cp:coreProperties>
</file>